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  <p:sldMasterId id="2147483941" r:id="rId2"/>
  </p:sldMasterIdLst>
  <p:notesMasterIdLst>
    <p:notesMasterId r:id="rId28"/>
  </p:notesMasterIdLst>
  <p:handoutMasterIdLst>
    <p:handoutMasterId r:id="rId29"/>
  </p:handoutMasterIdLst>
  <p:sldIdLst>
    <p:sldId id="10660" r:id="rId3"/>
    <p:sldId id="10600" r:id="rId4"/>
    <p:sldId id="10633" r:id="rId5"/>
    <p:sldId id="10638" r:id="rId6"/>
    <p:sldId id="10639" r:id="rId7"/>
    <p:sldId id="10640" r:id="rId8"/>
    <p:sldId id="10635" r:id="rId9"/>
    <p:sldId id="10641" r:id="rId10"/>
    <p:sldId id="10642" r:id="rId11"/>
    <p:sldId id="10643" r:id="rId12"/>
    <p:sldId id="10644" r:id="rId13"/>
    <p:sldId id="10645" r:id="rId14"/>
    <p:sldId id="10636" r:id="rId15"/>
    <p:sldId id="10646" r:id="rId16"/>
    <p:sldId id="10647" r:id="rId17"/>
    <p:sldId id="10648" r:id="rId18"/>
    <p:sldId id="10649" r:id="rId19"/>
    <p:sldId id="10650" r:id="rId20"/>
    <p:sldId id="10637" r:id="rId21"/>
    <p:sldId id="10651" r:id="rId22"/>
    <p:sldId id="10662" r:id="rId23"/>
    <p:sldId id="10652" r:id="rId24"/>
    <p:sldId id="10653" r:id="rId25"/>
    <p:sldId id="10654" r:id="rId26"/>
    <p:sldId id="10661" r:id="rId27"/>
  </p:sldIdLst>
  <p:sldSz cx="12858750" cy="72326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">
          <p15:clr>
            <a:srgbClr val="A4A3A4"/>
          </p15:clr>
        </p15:guide>
        <p15:guide id="2" orient="horz" pos="4183">
          <p15:clr>
            <a:srgbClr val="A4A3A4"/>
          </p15:clr>
        </p15:guide>
        <p15:guide id="3" pos="4050">
          <p15:clr>
            <a:srgbClr val="A4A3A4"/>
          </p15:clr>
        </p15:guide>
        <p15:guide id="4" pos="557">
          <p15:clr>
            <a:srgbClr val="A4A3A4"/>
          </p15:clr>
        </p15:guide>
        <p15:guide id="5" pos="7462">
          <p15:clr>
            <a:srgbClr val="A4A3A4"/>
          </p15:clr>
        </p15:guide>
        <p15:guide id="6" pos="69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6E"/>
    <a:srgbClr val="283E4E"/>
    <a:srgbClr val="FFFFFF"/>
    <a:srgbClr val="383E6B"/>
    <a:srgbClr val="61B7A7"/>
    <a:srgbClr val="F08B62"/>
    <a:srgbClr val="646C62"/>
    <a:srgbClr val="EE7B10"/>
    <a:srgbClr val="E47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 autoAdjust="0"/>
    <p:restoredTop sz="95317" autoAdjust="0"/>
  </p:normalViewPr>
  <p:slideViewPr>
    <p:cSldViewPr>
      <p:cViewPr>
        <p:scale>
          <a:sx n="75" d="100"/>
          <a:sy n="75" d="100"/>
        </p:scale>
        <p:origin x="798" y="216"/>
      </p:cViewPr>
      <p:guideLst>
        <p:guide orient="horz" pos="340"/>
        <p:guide orient="horz" pos="4183"/>
        <p:guide pos="4050"/>
        <p:guide pos="557"/>
        <p:guide pos="7462"/>
        <p:guide pos="6908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0051E39-6D83-4E0C-9E65-EE72918A63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987BE0-4E2A-4E3A-871D-7C250D48D5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Tx/>
              <a:buNone/>
              <a:defRPr sz="1200"/>
            </a:lvl1pPr>
          </a:lstStyle>
          <a:p>
            <a:pPr>
              <a:defRPr/>
            </a:pPr>
            <a:fld id="{D4E28783-F9B7-4C14-8732-7A9A9A1A60EB}" type="datetimeFigureOut">
              <a:rPr lang="zh-CN" altLang="en-US"/>
              <a:pPr>
                <a:defRPr/>
              </a:pPr>
              <a:t>2022-07-03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50509C-AAC9-45A1-82E3-69E5BBF3EA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64DE79-1D2F-4834-9979-1818DBD871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noProof="1" dirty="0"/>
            </a:lvl1pPr>
          </a:lstStyle>
          <a:p>
            <a:fld id="{D8E19AD4-7318-4686-8089-86C85A78C61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7E5FC25-80EE-4847-8EE4-FC843ECA90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DB0DB5-2065-4C37-B389-F1643E045B2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Tx/>
              <a:buNone/>
              <a:defRPr sz="1200"/>
            </a:lvl1pPr>
          </a:lstStyle>
          <a:p>
            <a:pPr>
              <a:defRPr/>
            </a:pPr>
            <a:fld id="{019B2444-2F9F-43E9-BB0D-21FEAB1D41A0}" type="datetimeFigureOut">
              <a:rPr lang="zh-CN" altLang="en-US"/>
              <a:pPr>
                <a:defRPr/>
              </a:pPr>
              <a:t>2022-07-03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9EDEAA21-0C5F-467C-B1E5-F9E2CB82B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553E6B0-3B6F-40A5-ABB9-F6DE369C5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613E76-0895-4F32-BB94-B511E3D38D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F90595-0160-4B58-9A61-7245DA78E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/>
            </a:lvl1pPr>
          </a:lstStyle>
          <a:p>
            <a:fld id="{CB4B19BE-A8FB-42B3-AE17-A49C92C9E0E8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B19BE-A8FB-42B3-AE17-A49C92C9E0E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700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幻灯片图像占位符 1">
            <a:extLst>
              <a:ext uri="{FF2B5EF4-FFF2-40B4-BE49-F238E27FC236}">
                <a16:creationId xmlns:a16="http://schemas.microsoft.com/office/drawing/2014/main" id="{D3F55354-79BD-4621-B36F-CDEF8918C3D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8" name="备注占位符 2">
            <a:extLst>
              <a:ext uri="{FF2B5EF4-FFF2-40B4-BE49-F238E27FC236}">
                <a16:creationId xmlns:a16="http://schemas.microsoft.com/office/drawing/2014/main" id="{B7FC167F-AE5C-4F45-81C2-5E27D94367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19" name="灯片编号占位符 3">
            <a:extLst>
              <a:ext uri="{FF2B5EF4-FFF2-40B4-BE49-F238E27FC236}">
                <a16:creationId xmlns:a16="http://schemas.microsoft.com/office/drawing/2014/main" id="{EB9EAE37-BC39-4D8F-88D4-07ADD886C9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99A852D-140C-443F-BE67-18D46171085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>
            <a:extLst>
              <a:ext uri="{FF2B5EF4-FFF2-40B4-BE49-F238E27FC236}">
                <a16:creationId xmlns:a16="http://schemas.microsoft.com/office/drawing/2014/main" id="{4C68FB68-0D6A-48AF-B7E0-E3CFCD9536C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6" name="备注占位符 2">
            <a:extLst>
              <a:ext uri="{FF2B5EF4-FFF2-40B4-BE49-F238E27FC236}">
                <a16:creationId xmlns:a16="http://schemas.microsoft.com/office/drawing/2014/main" id="{A52F9AF3-71BA-4718-B283-964102F09F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1267" name="灯片编号占位符 3">
            <a:extLst>
              <a:ext uri="{FF2B5EF4-FFF2-40B4-BE49-F238E27FC236}">
                <a16:creationId xmlns:a16="http://schemas.microsoft.com/office/drawing/2014/main" id="{E9DCF3C5-9A17-4B18-A7E4-4BDC986736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76A6942-6143-4FF5-812D-7AF29A13D22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>
            <a:extLst>
              <a:ext uri="{FF2B5EF4-FFF2-40B4-BE49-F238E27FC236}">
                <a16:creationId xmlns:a16="http://schemas.microsoft.com/office/drawing/2014/main" id="{67EC8F37-EBCA-4E73-B2FC-405111C995E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4" name="备注占位符 2">
            <a:extLst>
              <a:ext uri="{FF2B5EF4-FFF2-40B4-BE49-F238E27FC236}">
                <a16:creationId xmlns:a16="http://schemas.microsoft.com/office/drawing/2014/main" id="{5BBA7688-EF48-4637-A4B4-262FC13EB0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3315" name="灯片编号占位符 3">
            <a:extLst>
              <a:ext uri="{FF2B5EF4-FFF2-40B4-BE49-F238E27FC236}">
                <a16:creationId xmlns:a16="http://schemas.microsoft.com/office/drawing/2014/main" id="{A6145047-8F3C-40ED-BF30-A7DC74988E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7CBF9B1-7DDC-44B8-B483-E7CA28A16F97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>
            <a:extLst>
              <a:ext uri="{FF2B5EF4-FFF2-40B4-BE49-F238E27FC236}">
                <a16:creationId xmlns:a16="http://schemas.microsoft.com/office/drawing/2014/main" id="{3FE69BF2-8164-42C9-BECB-59CDEBABF7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备注占位符 2">
            <a:extLst>
              <a:ext uri="{FF2B5EF4-FFF2-40B4-BE49-F238E27FC236}">
                <a16:creationId xmlns:a16="http://schemas.microsoft.com/office/drawing/2014/main" id="{5A351002-2E6C-47C5-AFCF-072D32238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5363" name="灯片编号占位符 3">
            <a:extLst>
              <a:ext uri="{FF2B5EF4-FFF2-40B4-BE49-F238E27FC236}">
                <a16:creationId xmlns:a16="http://schemas.microsoft.com/office/drawing/2014/main" id="{C297A0F5-708E-431D-8797-350EED7FBB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C43BECD-9716-4F9E-B502-7A7E207A6B88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>
            <a:extLst>
              <a:ext uri="{FF2B5EF4-FFF2-40B4-BE49-F238E27FC236}">
                <a16:creationId xmlns:a16="http://schemas.microsoft.com/office/drawing/2014/main" id="{A5CF359E-27BC-4BDA-BE63-7E55E1304A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备注占位符 2">
            <a:extLst>
              <a:ext uri="{FF2B5EF4-FFF2-40B4-BE49-F238E27FC236}">
                <a16:creationId xmlns:a16="http://schemas.microsoft.com/office/drawing/2014/main" id="{988F1966-567E-4B75-84EF-C5BAE0BC02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7411" name="灯片编号占位符 3">
            <a:extLst>
              <a:ext uri="{FF2B5EF4-FFF2-40B4-BE49-F238E27FC236}">
                <a16:creationId xmlns:a16="http://schemas.microsoft.com/office/drawing/2014/main" id="{5ECAE903-D587-40E6-B74B-9BF90A7981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4A6ED276-667C-43D9-BA32-D60FAECEBDF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>
            <a:extLst>
              <a:ext uri="{FF2B5EF4-FFF2-40B4-BE49-F238E27FC236}">
                <a16:creationId xmlns:a16="http://schemas.microsoft.com/office/drawing/2014/main" id="{4D7E8707-921D-4190-9EB8-002D439F2C0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备注占位符 2">
            <a:extLst>
              <a:ext uri="{FF2B5EF4-FFF2-40B4-BE49-F238E27FC236}">
                <a16:creationId xmlns:a16="http://schemas.microsoft.com/office/drawing/2014/main" id="{6869305A-3F83-4E21-9D46-6F4E69E1A3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459" name="灯片编号占位符 3">
            <a:extLst>
              <a:ext uri="{FF2B5EF4-FFF2-40B4-BE49-F238E27FC236}">
                <a16:creationId xmlns:a16="http://schemas.microsoft.com/office/drawing/2014/main" id="{CC7165DD-8A8B-4742-9AC3-D9BB961F61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3D1C3F4-1734-4728-80BA-14F8B7259A9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>
            <a:extLst>
              <a:ext uri="{FF2B5EF4-FFF2-40B4-BE49-F238E27FC236}">
                <a16:creationId xmlns:a16="http://schemas.microsoft.com/office/drawing/2014/main" id="{F2F84071-E647-44DD-89D6-ABD041F951E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备注占位符 2">
            <a:extLst>
              <a:ext uri="{FF2B5EF4-FFF2-40B4-BE49-F238E27FC236}">
                <a16:creationId xmlns:a16="http://schemas.microsoft.com/office/drawing/2014/main" id="{34893B1E-108A-44A4-A0FF-8582DA1A93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1507" name="灯片编号占位符 3">
            <a:extLst>
              <a:ext uri="{FF2B5EF4-FFF2-40B4-BE49-F238E27FC236}">
                <a16:creationId xmlns:a16="http://schemas.microsoft.com/office/drawing/2014/main" id="{577CF09B-05F4-44F4-8FAB-5D28E96AFA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654AC8CD-9827-4383-A11E-C0FAB19F83A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>
            <a:extLst>
              <a:ext uri="{FF2B5EF4-FFF2-40B4-BE49-F238E27FC236}">
                <a16:creationId xmlns:a16="http://schemas.microsoft.com/office/drawing/2014/main" id="{0ACDFA3E-98C7-4F45-8848-8FAE8E085EF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备注占位符 2">
            <a:extLst>
              <a:ext uri="{FF2B5EF4-FFF2-40B4-BE49-F238E27FC236}">
                <a16:creationId xmlns:a16="http://schemas.microsoft.com/office/drawing/2014/main" id="{6E19D3EB-9E47-4152-B7B0-31D04DEE1F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0349A4A3-61EC-41B0-93DF-A0A23E307B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BD0EB1C-FB38-4B8F-B44D-21B4311D5CC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>
            <a:extLst>
              <a:ext uri="{FF2B5EF4-FFF2-40B4-BE49-F238E27FC236}">
                <a16:creationId xmlns:a16="http://schemas.microsoft.com/office/drawing/2014/main" id="{A81EDC08-AEC7-4396-9654-7581DD9E706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备注占位符 2">
            <a:extLst>
              <a:ext uri="{FF2B5EF4-FFF2-40B4-BE49-F238E27FC236}">
                <a16:creationId xmlns:a16="http://schemas.microsoft.com/office/drawing/2014/main" id="{7F0A8C49-7C01-4431-ADE1-037AA59D91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D069863F-9560-4B75-B229-5C45896075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A3CBB7A-4E88-4165-8666-98DD99EDE73A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>
            <a:extLst>
              <a:ext uri="{FF2B5EF4-FFF2-40B4-BE49-F238E27FC236}">
                <a16:creationId xmlns:a16="http://schemas.microsoft.com/office/drawing/2014/main" id="{A298BC72-B224-4433-9DF1-98FBA1FDDE4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备注占位符 2">
            <a:extLst>
              <a:ext uri="{FF2B5EF4-FFF2-40B4-BE49-F238E27FC236}">
                <a16:creationId xmlns:a16="http://schemas.microsoft.com/office/drawing/2014/main" id="{75035301-0FCD-4D42-B4BF-E5A4EB0664C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CB38C93C-FACA-4225-90A0-6DAAC64531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FF151AA-571A-4B95-848B-DFC0A7983E9A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>
            <a:extLst>
              <a:ext uri="{FF2B5EF4-FFF2-40B4-BE49-F238E27FC236}">
                <a16:creationId xmlns:a16="http://schemas.microsoft.com/office/drawing/2014/main" id="{5608D6DD-87F1-449F-9559-B9E161506AD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备注占位符 2">
            <a:extLst>
              <a:ext uri="{FF2B5EF4-FFF2-40B4-BE49-F238E27FC236}">
                <a16:creationId xmlns:a16="http://schemas.microsoft.com/office/drawing/2014/main" id="{CB9EACDB-6700-494B-B1C6-FE39C62F15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9699" name="灯片编号占位符 3">
            <a:extLst>
              <a:ext uri="{FF2B5EF4-FFF2-40B4-BE49-F238E27FC236}">
                <a16:creationId xmlns:a16="http://schemas.microsoft.com/office/drawing/2014/main" id="{C828EB2C-01EA-4F26-8BE9-B4DEE6B839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61331B9-B267-4BF6-BCC1-740F5575183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>
            <a:extLst>
              <a:ext uri="{FF2B5EF4-FFF2-40B4-BE49-F238E27FC236}">
                <a16:creationId xmlns:a16="http://schemas.microsoft.com/office/drawing/2014/main" id="{73A315FF-5622-4A41-BFE9-D3A3744D53E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备注占位符 2">
            <a:extLst>
              <a:ext uri="{FF2B5EF4-FFF2-40B4-BE49-F238E27FC236}">
                <a16:creationId xmlns:a16="http://schemas.microsoft.com/office/drawing/2014/main" id="{D1AEC15E-3E24-41ED-B5C3-7A5DBEF793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747" name="灯片编号占位符 3">
            <a:extLst>
              <a:ext uri="{FF2B5EF4-FFF2-40B4-BE49-F238E27FC236}">
                <a16:creationId xmlns:a16="http://schemas.microsoft.com/office/drawing/2014/main" id="{1257EA8E-DD8E-4177-BFD9-3FD9500BD8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66DA4953-C86A-4944-B34D-0CBE5BB7C51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>
            <a:extLst>
              <a:ext uri="{FF2B5EF4-FFF2-40B4-BE49-F238E27FC236}">
                <a16:creationId xmlns:a16="http://schemas.microsoft.com/office/drawing/2014/main" id="{D0037E4C-1F5B-499E-836B-235316ECD56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备注占位符 2">
            <a:extLst>
              <a:ext uri="{FF2B5EF4-FFF2-40B4-BE49-F238E27FC236}">
                <a16:creationId xmlns:a16="http://schemas.microsoft.com/office/drawing/2014/main" id="{3E4256E4-B341-4694-9EAB-F0DC64EDC9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5" name="灯片编号占位符 3">
            <a:extLst>
              <a:ext uri="{FF2B5EF4-FFF2-40B4-BE49-F238E27FC236}">
                <a16:creationId xmlns:a16="http://schemas.microsoft.com/office/drawing/2014/main" id="{2EC5A82D-3E52-484F-9C1F-86FCADDB42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D086137-3778-4A94-8BAD-3FAC5A84BE2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>
            <a:extLst>
              <a:ext uri="{FF2B5EF4-FFF2-40B4-BE49-F238E27FC236}">
                <a16:creationId xmlns:a16="http://schemas.microsoft.com/office/drawing/2014/main" id="{DE9C20CD-9372-451C-8C4A-00BF007837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备注占位符 2">
            <a:extLst>
              <a:ext uri="{FF2B5EF4-FFF2-40B4-BE49-F238E27FC236}">
                <a16:creationId xmlns:a16="http://schemas.microsoft.com/office/drawing/2014/main" id="{22E0E5DC-34A3-4B74-89B2-2A4BF62162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5843" name="灯片编号占位符 3">
            <a:extLst>
              <a:ext uri="{FF2B5EF4-FFF2-40B4-BE49-F238E27FC236}">
                <a16:creationId xmlns:a16="http://schemas.microsoft.com/office/drawing/2014/main" id="{94BF0F2E-902A-42A7-A8D2-5AFAC007B0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C837B1E-1015-4F3B-8336-59A198CA33F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>
            <a:extLst>
              <a:ext uri="{FF2B5EF4-FFF2-40B4-BE49-F238E27FC236}">
                <a16:creationId xmlns:a16="http://schemas.microsoft.com/office/drawing/2014/main" id="{800B1061-308A-4E86-BD84-2F344C4D322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备注占位符 2">
            <a:extLst>
              <a:ext uri="{FF2B5EF4-FFF2-40B4-BE49-F238E27FC236}">
                <a16:creationId xmlns:a16="http://schemas.microsoft.com/office/drawing/2014/main" id="{811EA032-DDD3-41A2-862B-B90F60007C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7891" name="灯片编号占位符 3">
            <a:extLst>
              <a:ext uri="{FF2B5EF4-FFF2-40B4-BE49-F238E27FC236}">
                <a16:creationId xmlns:a16="http://schemas.microsoft.com/office/drawing/2014/main" id="{2B200BA4-773D-428E-9D53-FAFA7B8558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BA72743-39CC-4967-A52D-B6AEE7EE8F9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>
            <a:extLst>
              <a:ext uri="{FF2B5EF4-FFF2-40B4-BE49-F238E27FC236}">
                <a16:creationId xmlns:a16="http://schemas.microsoft.com/office/drawing/2014/main" id="{FF882E95-0421-4263-A04D-9AE5FF475F9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备注占位符 2">
            <a:extLst>
              <a:ext uri="{FF2B5EF4-FFF2-40B4-BE49-F238E27FC236}">
                <a16:creationId xmlns:a16="http://schemas.microsoft.com/office/drawing/2014/main" id="{DC0BC854-56C9-4902-B068-D041359387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9939" name="灯片编号占位符 3">
            <a:extLst>
              <a:ext uri="{FF2B5EF4-FFF2-40B4-BE49-F238E27FC236}">
                <a16:creationId xmlns:a16="http://schemas.microsoft.com/office/drawing/2014/main" id="{AB5050EE-08F3-45BA-A670-1288C2AF58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223D551-A0B7-407F-AA65-9CC1D6A4986D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幻灯片图像占位符 1">
            <a:extLst>
              <a:ext uri="{FF2B5EF4-FFF2-40B4-BE49-F238E27FC236}">
                <a16:creationId xmlns:a16="http://schemas.microsoft.com/office/drawing/2014/main" id="{46233A23-ACF6-4C24-B10B-0B15FE0058F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备注占位符 2">
            <a:extLst>
              <a:ext uri="{FF2B5EF4-FFF2-40B4-BE49-F238E27FC236}">
                <a16:creationId xmlns:a16="http://schemas.microsoft.com/office/drawing/2014/main" id="{B7442A87-142F-4E7B-9DCE-1C5CD578D7D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1987" name="灯片编号占位符 3">
            <a:extLst>
              <a:ext uri="{FF2B5EF4-FFF2-40B4-BE49-F238E27FC236}">
                <a16:creationId xmlns:a16="http://schemas.microsoft.com/office/drawing/2014/main" id="{8E953048-D1E8-40BF-875B-53BD2A675B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E5E595A-957B-4F40-B4D6-FD261E92268C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幻灯片图像占位符 1">
            <a:extLst>
              <a:ext uri="{FF2B5EF4-FFF2-40B4-BE49-F238E27FC236}">
                <a16:creationId xmlns:a16="http://schemas.microsoft.com/office/drawing/2014/main" id="{5D768E53-651D-4120-A75A-B4AF4CAA6B5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备注占位符 2">
            <a:extLst>
              <a:ext uri="{FF2B5EF4-FFF2-40B4-BE49-F238E27FC236}">
                <a16:creationId xmlns:a16="http://schemas.microsoft.com/office/drawing/2014/main" id="{D0FA4117-4F50-4745-95AB-C06B28B8A3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035" name="灯片编号占位符 3">
            <a:extLst>
              <a:ext uri="{FF2B5EF4-FFF2-40B4-BE49-F238E27FC236}">
                <a16:creationId xmlns:a16="http://schemas.microsoft.com/office/drawing/2014/main" id="{05013A33-0B28-47A0-B27D-C02A5B093B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525A109-FB67-4032-9D38-D210BE420F0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幻灯片图像占位符 1">
            <a:extLst>
              <a:ext uri="{FF2B5EF4-FFF2-40B4-BE49-F238E27FC236}">
                <a16:creationId xmlns:a16="http://schemas.microsoft.com/office/drawing/2014/main" id="{EFDA5237-985E-4AB1-AD1D-06F5EDBEFB8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备注占位符 2">
            <a:extLst>
              <a:ext uri="{FF2B5EF4-FFF2-40B4-BE49-F238E27FC236}">
                <a16:creationId xmlns:a16="http://schemas.microsoft.com/office/drawing/2014/main" id="{2D4E7FC4-CFA8-4B61-AF70-A18EAFC9A6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6083" name="灯片编号占位符 3">
            <a:extLst>
              <a:ext uri="{FF2B5EF4-FFF2-40B4-BE49-F238E27FC236}">
                <a16:creationId xmlns:a16="http://schemas.microsoft.com/office/drawing/2014/main" id="{83F7D7C0-B35C-482E-B189-F6BFFFB6FA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4BCE7BF-262A-4D63-93AC-A704733632C4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>
            <a:extLst>
              <a:ext uri="{FF2B5EF4-FFF2-40B4-BE49-F238E27FC236}">
                <a16:creationId xmlns:a16="http://schemas.microsoft.com/office/drawing/2014/main" id="{803CA7E6-D629-4A35-8F17-320B32873A5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4" name="备注占位符 2">
            <a:extLst>
              <a:ext uri="{FF2B5EF4-FFF2-40B4-BE49-F238E27FC236}">
                <a16:creationId xmlns:a16="http://schemas.microsoft.com/office/drawing/2014/main" id="{73699FB2-C08E-4CCF-A6AC-360B75D8122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9155" name="灯片编号占位符 3">
            <a:extLst>
              <a:ext uri="{FF2B5EF4-FFF2-40B4-BE49-F238E27FC236}">
                <a16:creationId xmlns:a16="http://schemas.microsoft.com/office/drawing/2014/main" id="{6E4C832B-A49B-4700-A167-3B627BED5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710C105-769E-44A9-936D-6BEA4CF325E8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>
            <a:extLst>
              <a:ext uri="{FF2B5EF4-FFF2-40B4-BE49-F238E27FC236}">
                <a16:creationId xmlns:a16="http://schemas.microsoft.com/office/drawing/2014/main" id="{2139D620-B98E-4758-AD04-0E4F909C83B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备注占位符 2">
            <a:extLst>
              <a:ext uri="{FF2B5EF4-FFF2-40B4-BE49-F238E27FC236}">
                <a16:creationId xmlns:a16="http://schemas.microsoft.com/office/drawing/2014/main" id="{171260C6-8A51-459B-980B-D210A0DD87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03" name="灯片编号占位符 3">
            <a:extLst>
              <a:ext uri="{FF2B5EF4-FFF2-40B4-BE49-F238E27FC236}">
                <a16:creationId xmlns:a16="http://schemas.microsoft.com/office/drawing/2014/main" id="{B3267288-507E-4491-B4C0-13F4DFCC3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47E9E748-782A-46B9-8049-3E223FD696D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>
            <a:extLst>
              <a:ext uri="{FF2B5EF4-FFF2-40B4-BE49-F238E27FC236}">
                <a16:creationId xmlns:a16="http://schemas.microsoft.com/office/drawing/2014/main" id="{1A255CEC-76CA-4252-9859-86757471879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备注占位符 2">
            <a:extLst>
              <a:ext uri="{FF2B5EF4-FFF2-40B4-BE49-F238E27FC236}">
                <a16:creationId xmlns:a16="http://schemas.microsoft.com/office/drawing/2014/main" id="{BC46844F-4A1F-4E6C-90E2-DBE2649BAF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3251" name="灯片编号占位符 3">
            <a:extLst>
              <a:ext uri="{FF2B5EF4-FFF2-40B4-BE49-F238E27FC236}">
                <a16:creationId xmlns:a16="http://schemas.microsoft.com/office/drawing/2014/main" id="{D17BF0D3-F8CD-4C49-8EC2-81582BCF5C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defTabSz="684213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defTabSz="68421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637D12B-47E2-4900-AB6B-FDD0213A4544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5B7AE62-8314-4F19-A208-A6088355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E13A6067-8414-4A11-B60D-598009B2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6AD795F-615E-4917-98FB-A3354C71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1C2FF-7C3C-4CAD-B343-4FFDA60C508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48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3000"/>
    </mc:Choice>
    <mc:Fallback xmlns="">
      <p:transition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4B4560-F063-4073-9BAD-31EA3A74F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ACD7C7-A142-467F-B019-B87BA9A5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9DE827-C802-4DE3-8C79-E5EB49D0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D497C5-5915-42DE-BF27-FC8AB410178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82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3000"/>
    </mc:Choice>
    <mc:Fallback xmlns="">
      <p:transition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1CDD0F7-3871-4327-A3CD-520B156D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6FCB7CB-FEC8-4613-AAD4-ABFF07CB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F2226BD-6ED7-4AB2-AC3F-5F3637BE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B772A5-2312-4025-9E4E-DE9A7ADDBDA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88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3000"/>
    </mc:Choice>
    <mc:Fallback xmlns="">
      <p:transition advClick="0" advTm="300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E2AAD66D-781E-47E7-BB4F-EE1F14FE9C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84238" y="385763"/>
            <a:ext cx="11090275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EBF2585E-FC85-4A57-9AFE-CCC33CBE37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84238" y="1925638"/>
            <a:ext cx="11090275" cy="458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73AF2B-1B12-4CCB-B4B0-F4288725D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66A1E8-68B6-4E10-A106-BBD65D9CB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C9F9CA-F846-40F6-9024-B91755EBD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noProof="1" dirty="0">
                <a:solidFill>
                  <a:srgbClr val="898989"/>
                </a:solidFill>
              </a:defRPr>
            </a:lvl1pPr>
          </a:lstStyle>
          <a:p>
            <a:fld id="{6D454BB4-0C0F-495C-B9A7-48788A578A0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8" r:id="rId2"/>
  </p:sldLayoutIdLst>
  <p:transition advClick="0" advTm="300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3517DF43-669D-4B6D-926F-7BF872A390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84238" y="385763"/>
            <a:ext cx="11090275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94A08FB2-2790-4811-81A5-95A5F0EB465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84238" y="1925638"/>
            <a:ext cx="11090275" cy="458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5A9FC-3E74-45AD-9B7E-B375E79C8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BC9479-65A1-4460-ACCA-E58AF9D24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6640D-8D33-49A4-B9CD-A30BFC874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noProof="1" dirty="0">
                <a:solidFill>
                  <a:srgbClr val="898989"/>
                </a:solidFill>
              </a:defRPr>
            </a:lvl1pPr>
          </a:lstStyle>
          <a:p>
            <a:fld id="{3DB972B3-2467-46D5-8E6D-71B291E5EC5A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</p:sldLayoutIdLst>
  <p:transition advClick="0" advTm="300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3.jpg"/><Relationship Id="rId6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eg"/><Relationship Id="rId4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1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jpg"/><Relationship Id="rId5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2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8.jpeg"/><Relationship Id="rId5" Type="http://schemas.openxmlformats.org/officeDocument/2006/relationships/image" Target="../media/image2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9.jpeg"/><Relationship Id="rId5" Type="http://schemas.openxmlformats.org/officeDocument/2006/relationships/image" Target="../media/image2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10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11.jpeg"/><Relationship Id="rId5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Relationship Id="rId4" Type="http://schemas.openxmlformats.org/officeDocument/2006/relationships/image" Target="../media/image12.jpeg"/><Relationship Id="rId5" Type="http://schemas.openxmlformats.org/officeDocument/2006/relationships/image" Target="../media/image1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Relationship Id="rId4" Type="http://schemas.openxmlformats.org/officeDocument/2006/relationships/image" Target="../media/image1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122-吉林大学-img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163" y="539750"/>
            <a:ext cx="9301162" cy="626427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A70853E-21D5-47FA-BAEC-249C25FAD22F}"/>
              </a:ext>
            </a:extLst>
          </p:cNvPr>
          <p:cNvSpPr/>
          <p:nvPr/>
        </p:nvSpPr>
        <p:spPr>
          <a:xfrm>
            <a:off x="0" y="0"/>
            <a:ext cx="6589713" cy="7223125"/>
          </a:xfrm>
          <a:prstGeom prst="rect">
            <a:avLst/>
          </a:prstGeom>
          <a:solidFill>
            <a:srgbClr val="03104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7" name="矩形 259">
            <a:extLst>
              <a:ext uri="{FF2B5EF4-FFF2-40B4-BE49-F238E27FC236}">
                <a16:creationId xmlns:a16="http://schemas.microsoft.com/office/drawing/2014/main" id="{55EC40C2-5FD8-44EC-87F9-3172721DB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19" y="2390775"/>
            <a:ext cx="568863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吉林大学</a:t>
            </a:r>
            <a:endParaRPr lang="zh-CN" altLang="en-US" sz="4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8" name="矩形 259">
            <a:extLst>
              <a:ext uri="{FF2B5EF4-FFF2-40B4-BE49-F238E27FC236}">
                <a16:creationId xmlns:a16="http://schemas.microsoft.com/office/drawing/2014/main" id="{40115658-EEF3-4AA6-A42D-826D5E217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19" y="4251325"/>
            <a:ext cx="39481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8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BUSINESS PLAN REPORT PPT</a:t>
            </a:r>
            <a:endParaRPr lang="zh-CN" altLang="en-US" sz="28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A8EB93-1183-4E25-8433-77C01A2C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81" y="1519238"/>
            <a:ext cx="2265363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053674-2202-4FAD-A229-3E2BA3F991F8}"/>
              </a:ext>
            </a:extLst>
          </p:cNvPr>
          <p:cNvSpPr/>
          <p:nvPr/>
        </p:nvSpPr>
        <p:spPr>
          <a:xfrm>
            <a:off x="524719" y="4984750"/>
            <a:ext cx="2624137" cy="4238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BE5737-2830-4A29-98E7-3471F0F7F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719" y="5040313"/>
            <a:ext cx="2624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</a:rPr>
              <a:t>&lt;GET STARTED FOR FREE&gt;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7A2159-676A-9EC6-01D9-676CC127ADDF}"/>
              </a:ext>
            </a:extLst>
          </p:cNvPr>
          <p:cNvGrpSpPr/>
          <p:nvPr/>
        </p:nvGrpSpPr>
        <p:grpSpPr>
          <a:xfrm>
            <a:off x="11572525" y="3143613"/>
            <a:ext cx="1264804" cy="1264800"/>
            <a:chOff x="10948013" y="469740"/>
            <a:chExt cx="882038" cy="882036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642AE29-AE6E-1C6B-C267-6A3C4C488EB1}"/>
                </a:ext>
              </a:extLst>
            </p:cNvPr>
            <p:cNvSpPr/>
            <p:nvPr/>
          </p:nvSpPr>
          <p:spPr>
            <a:xfrm>
              <a:off x="10963889" y="485615"/>
              <a:ext cx="850286" cy="850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1" name="Picture 30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48013" y="469740"/>
              <a:ext cx="882038" cy="882038"/>
            </a:xfrm>
            <a:prstGeom prst="rect">
              <a:avLst/>
            </a:prstGeom>
          </p:spPr>
        </p:pic>
      </p:grp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/>
      <p:bldP spid="8" grpId="0"/>
      <p:bldP spid="6" grpId="0"/>
      <p:bldP spid="9" grpId="0" animBg="1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FCFB08A-A84A-4E40-91D6-FA0B98D1F88C}"/>
              </a:ext>
            </a:extLst>
          </p:cNvPr>
          <p:cNvSpPr/>
          <p:nvPr/>
        </p:nvSpPr>
        <p:spPr>
          <a:xfrm>
            <a:off x="0" y="0"/>
            <a:ext cx="5781675" cy="7232650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194" name="文本框 2">
            <a:extLst>
              <a:ext uri="{FF2B5EF4-FFF2-40B4-BE49-F238E27FC236}">
                <a16:creationId xmlns:a16="http://schemas.microsoft.com/office/drawing/2014/main" id="{03E81369-073F-485C-ACFD-A69340F0E5F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36850" y="1168400"/>
            <a:ext cx="5924550" cy="553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zh-CN" altLang="en-US" sz="360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95" name="文本框 11">
            <a:extLst>
              <a:ext uri="{FF2B5EF4-FFF2-40B4-BE49-F238E27FC236}">
                <a16:creationId xmlns:a16="http://schemas.microsoft.com/office/drawing/2014/main" id="{AAC657F9-B64C-497E-B957-31615A9341E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08325" y="4624388"/>
            <a:ext cx="3465513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88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</a:t>
            </a:r>
            <a:endParaRPr lang="zh-CN" altLang="en-US" sz="88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DC751E-2F1F-44A5-B5A0-2591050CC753}"/>
              </a:ext>
            </a:extLst>
          </p:cNvPr>
          <p:cNvSpPr/>
          <p:nvPr/>
        </p:nvSpPr>
        <p:spPr>
          <a:xfrm>
            <a:off x="6934200" y="2660650"/>
            <a:ext cx="4751388" cy="1077913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>
              <a:buFontTx/>
              <a:buNone/>
              <a:defRPr/>
            </a:pPr>
            <a:endParaRPr lang="en-US" altLang="zh-CN" sz="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>
              <a:buFontTx/>
              <a:buNone/>
              <a:defRPr/>
            </a:pPr>
            <a:r>
              <a:rPr lang="zh-CN" alt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年度工作概述</a:t>
            </a:r>
            <a:endParaRPr lang="en-US" altLang="zh-CN" sz="5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>
              <a:buFontTx/>
              <a:buNone/>
              <a:defRPr/>
            </a:pPr>
            <a:endParaRPr lang="zh-CN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D82EAF3-93CC-40B9-80BA-D5ED1587920E}"/>
              </a:ext>
            </a:extLst>
          </p:cNvPr>
          <p:cNvSpPr txBox="1"/>
          <p:nvPr/>
        </p:nvSpPr>
        <p:spPr>
          <a:xfrm>
            <a:off x="7731125" y="3738563"/>
            <a:ext cx="2820988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0D2590-C58E-4599-9407-CAB115938BF3}"/>
              </a:ext>
            </a:extLst>
          </p:cNvPr>
          <p:cNvSpPr txBox="1"/>
          <p:nvPr/>
        </p:nvSpPr>
        <p:spPr>
          <a:xfrm>
            <a:off x="7726363" y="4667250"/>
            <a:ext cx="281940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98F382FD-8160-4E93-B813-7A49CD34BC9B}"/>
              </a:ext>
            </a:extLst>
          </p:cNvPr>
          <p:cNvSpPr txBox="1"/>
          <p:nvPr/>
        </p:nvSpPr>
        <p:spPr>
          <a:xfrm>
            <a:off x="7731125" y="4195763"/>
            <a:ext cx="2820988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4" name="Picture 10253" descr="122-吉林大学-img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0" y="376238"/>
            <a:ext cx="7620000" cy="5076825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D93B08E0-BA05-4841-A366-36C405C86FA6}"/>
              </a:ext>
            </a:extLst>
          </p:cNvPr>
          <p:cNvSpPr/>
          <p:nvPr/>
        </p:nvSpPr>
        <p:spPr>
          <a:xfrm>
            <a:off x="4289425" y="2247900"/>
            <a:ext cx="8569325" cy="460851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EEB2A97-ACD0-470C-A60F-989F12FB4689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40" name="Text Box 10">
            <a:extLst>
              <a:ext uri="{FF2B5EF4-FFF2-40B4-BE49-F238E27FC236}">
                <a16:creationId xmlns:a16="http://schemas.microsoft.com/office/drawing/2014/main" id="{DC3BC362-288C-4FC9-98F1-76EA4E7BA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163" y="2087563"/>
            <a:ext cx="29543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A39F24A2-3174-4179-939B-F8CB5AEDA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013" y="3111500"/>
            <a:ext cx="295275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45" name="Text Box 10">
            <a:extLst>
              <a:ext uri="{FF2B5EF4-FFF2-40B4-BE49-F238E27FC236}">
                <a16:creationId xmlns:a16="http://schemas.microsoft.com/office/drawing/2014/main" id="{C12A0827-A0C6-497E-B50C-2ABC8CF75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4900" y="4606925"/>
            <a:ext cx="2881313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64DF62D-FA44-4EDE-8EB2-58B55E482AB0}"/>
              </a:ext>
            </a:extLst>
          </p:cNvPr>
          <p:cNvCxnSpPr/>
          <p:nvPr/>
        </p:nvCxnSpPr>
        <p:spPr>
          <a:xfrm>
            <a:off x="4341813" y="1960563"/>
            <a:ext cx="0" cy="165576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1E3E13E-B603-4A8F-9949-401ECB57386C}"/>
              </a:ext>
            </a:extLst>
          </p:cNvPr>
          <p:cNvCxnSpPr/>
          <p:nvPr/>
        </p:nvCxnSpPr>
        <p:spPr>
          <a:xfrm>
            <a:off x="1100138" y="3616325"/>
            <a:ext cx="3249612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0B79F37-AEAE-4B97-938B-6C3475430E7B}"/>
              </a:ext>
            </a:extLst>
          </p:cNvPr>
          <p:cNvCxnSpPr/>
          <p:nvPr/>
        </p:nvCxnSpPr>
        <p:spPr>
          <a:xfrm>
            <a:off x="8221663" y="3111500"/>
            <a:ext cx="0" cy="165735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4B89E1C-7011-4943-AD49-9DFDA05E235B}"/>
              </a:ext>
            </a:extLst>
          </p:cNvPr>
          <p:cNvCxnSpPr/>
          <p:nvPr/>
        </p:nvCxnSpPr>
        <p:spPr>
          <a:xfrm>
            <a:off x="4981575" y="4768850"/>
            <a:ext cx="3248025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72E0D3A-C430-445F-862D-7EF8FE0A3002}"/>
              </a:ext>
            </a:extLst>
          </p:cNvPr>
          <p:cNvCxnSpPr/>
          <p:nvPr/>
        </p:nvCxnSpPr>
        <p:spPr>
          <a:xfrm>
            <a:off x="11822113" y="4552950"/>
            <a:ext cx="0" cy="1655763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7C5E035-88B4-4C73-9372-1619F8ADEE45}"/>
              </a:ext>
            </a:extLst>
          </p:cNvPr>
          <p:cNvCxnSpPr/>
          <p:nvPr/>
        </p:nvCxnSpPr>
        <p:spPr>
          <a:xfrm>
            <a:off x="8580438" y="6208713"/>
            <a:ext cx="3249612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3" name="文本框 94">
            <a:extLst>
              <a:ext uri="{FF2B5EF4-FFF2-40B4-BE49-F238E27FC236}">
                <a16:creationId xmlns:a16="http://schemas.microsoft.com/office/drawing/2014/main" id="{34FBF4FE-C31D-4E43-A02F-91B76F5CB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138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年度工作概述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0" grpId="0"/>
      <p:bldP spid="42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7" name="Picture 12296" descr="122-吉林大学-im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855325" cy="723265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A092D2D-7A11-C5BC-1A1E-42255FC79C5D}"/>
              </a:ext>
            </a:extLst>
          </p:cNvPr>
          <p:cNvSpPr/>
          <p:nvPr/>
        </p:nvSpPr>
        <p:spPr>
          <a:xfrm>
            <a:off x="0" y="0"/>
            <a:ext cx="10893871" cy="7232650"/>
          </a:xfrm>
          <a:prstGeom prst="rect">
            <a:avLst/>
          </a:prstGeom>
          <a:solidFill>
            <a:schemeClr val="bg1">
              <a:lumMod val="65000"/>
              <a:alpha val="5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10082B1-CE3E-42A5-B8F8-9E4BD3C2ABE8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0240CE-F7CE-4DCF-82B1-721D2BF14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1671638"/>
            <a:ext cx="4506912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id-ID" altLang="zh-CN" sz="4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Professional Skills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ED10D6-D0B1-460F-8A95-B51E1DD2A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4200" y="4554538"/>
            <a:ext cx="3384550" cy="646112"/>
          </a:xfrm>
          <a:prstGeom prst="rect">
            <a:avLst/>
          </a:prstGeom>
          <a:solidFill>
            <a:srgbClr val="03104B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>
                <a:solidFill>
                  <a:srgbClr val="F2F2F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WEB DESIGN  SKILL   </a:t>
            </a:r>
            <a:r>
              <a:rPr lang="en-US" altLang="zh-CN" sz="3600">
                <a:solidFill>
                  <a:srgbClr val="F2F2F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90%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1F81F-AAED-4C06-A12C-EE1523C0A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0963" y="5275263"/>
            <a:ext cx="3887787" cy="646112"/>
          </a:xfrm>
          <a:prstGeom prst="rect">
            <a:avLst/>
          </a:prstGeom>
          <a:solidFill>
            <a:srgbClr val="03104B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>
                <a:solidFill>
                  <a:srgbClr val="F2F2F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GRAGHIC DESIGN  SKILL   </a:t>
            </a:r>
            <a:r>
              <a:rPr lang="en-US" altLang="zh-CN" sz="3600">
                <a:solidFill>
                  <a:srgbClr val="F2F2F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80%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5FAB9F-9211-4DC3-86D5-1059C545D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0100" y="5994400"/>
            <a:ext cx="3168650" cy="646113"/>
          </a:xfrm>
          <a:prstGeom prst="rect">
            <a:avLst/>
          </a:prstGeom>
          <a:solidFill>
            <a:srgbClr val="03104B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>
                <a:solidFill>
                  <a:srgbClr val="F2F2F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CREATIVE ABILITY   </a:t>
            </a:r>
            <a:r>
              <a:rPr lang="en-US" altLang="zh-CN" sz="3600">
                <a:solidFill>
                  <a:srgbClr val="F2F2F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60%</a:t>
            </a:r>
          </a:p>
        </p:txBody>
      </p:sp>
      <p:sp>
        <p:nvSpPr>
          <p:cNvPr id="12295" name="Text Box 10">
            <a:extLst>
              <a:ext uri="{FF2B5EF4-FFF2-40B4-BE49-F238E27FC236}">
                <a16:creationId xmlns:a16="http://schemas.microsoft.com/office/drawing/2014/main" id="{032CF71C-D526-472D-8BCC-64B01F29D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2768600"/>
            <a:ext cx="5543550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</a:t>
            </a:r>
          </a:p>
          <a:p>
            <a:pPr>
              <a:lnSpc>
                <a:spcPct val="150000"/>
              </a:lnSpc>
            </a:pP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296" name="文本框 94">
            <a:extLst>
              <a:ext uri="{FF2B5EF4-FFF2-40B4-BE49-F238E27FC236}">
                <a16:creationId xmlns:a16="http://schemas.microsoft.com/office/drawing/2014/main" id="{DBCEED75-2417-4B1F-9600-A794B251E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138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年度工作概述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DA5D0ED4-7FF4-CD40-E5D5-C6ACA9E709A2}"/>
              </a:ext>
            </a:extLst>
          </p:cNvPr>
          <p:cNvGrpSpPr/>
          <p:nvPr/>
        </p:nvGrpSpPr>
        <p:grpSpPr>
          <a:xfrm>
            <a:off x="293460" y="1806575"/>
            <a:ext cx="11910423" cy="9987523"/>
            <a:chOff x="1961289" y="-906581"/>
            <a:chExt cx="12272062" cy="9943710"/>
          </a:xfrm>
        </p:grpSpPr>
        <p:pic>
          <p:nvPicPr>
            <p:cNvPr id="14355" name="Picture 14354" descr="122-吉林大学-img8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13087" y="-753269"/>
              <a:ext cx="11599863" cy="7249913"/>
            </a:xfrm>
            <a:prstGeom prst="rect">
              <a:avLst/>
            </a:prstGeom>
          </p:spPr>
        </p:pic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7891D05-E558-4851-9759-59A85666BDB0}"/>
                </a:ext>
              </a:extLst>
            </p:cNvPr>
            <p:cNvSpPr/>
            <p:nvPr/>
          </p:nvSpPr>
          <p:spPr>
            <a:xfrm>
              <a:off x="1961289" y="4428741"/>
              <a:ext cx="12272062" cy="4608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76FB7DB-E5C6-85CD-BAF4-4CC9BF5B4DFD}"/>
                </a:ext>
              </a:extLst>
            </p:cNvPr>
            <p:cNvSpPr/>
            <p:nvPr/>
          </p:nvSpPr>
          <p:spPr>
            <a:xfrm>
              <a:off x="2265119" y="-906581"/>
              <a:ext cx="11647831" cy="28860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椭圆 20">
            <a:extLst>
              <a:ext uri="{FF2B5EF4-FFF2-40B4-BE49-F238E27FC236}">
                <a16:creationId xmlns:a16="http://schemas.microsoft.com/office/drawing/2014/main" id="{55E95F25-FD0E-4388-A00B-7255C0167242}"/>
              </a:ext>
            </a:extLst>
          </p:cNvPr>
          <p:cNvSpPr/>
          <p:nvPr/>
        </p:nvSpPr>
        <p:spPr>
          <a:xfrm>
            <a:off x="10245725" y="1960563"/>
            <a:ext cx="1079500" cy="10795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BA1F56C-5E63-4EE1-91C9-E092A5E71839}"/>
              </a:ext>
            </a:extLst>
          </p:cNvPr>
          <p:cNvSpPr/>
          <p:nvPr/>
        </p:nvSpPr>
        <p:spPr>
          <a:xfrm>
            <a:off x="8085138" y="1960563"/>
            <a:ext cx="1081087" cy="10795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4A0AFD9-FD94-46F0-9F60-4144319AEBB8}"/>
              </a:ext>
            </a:extLst>
          </p:cNvPr>
          <p:cNvSpPr/>
          <p:nvPr/>
        </p:nvSpPr>
        <p:spPr>
          <a:xfrm>
            <a:off x="5916613" y="1960563"/>
            <a:ext cx="1081087" cy="10795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26B47C-9506-45EF-89A1-5530AD3601DF}"/>
              </a:ext>
            </a:extLst>
          </p:cNvPr>
          <p:cNvSpPr/>
          <p:nvPr/>
        </p:nvSpPr>
        <p:spPr>
          <a:xfrm>
            <a:off x="3836988" y="1960563"/>
            <a:ext cx="1079500" cy="10795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711F825-3B00-4B29-BC7B-A6EEF8B9596B}"/>
              </a:ext>
            </a:extLst>
          </p:cNvPr>
          <p:cNvSpPr/>
          <p:nvPr/>
        </p:nvSpPr>
        <p:spPr>
          <a:xfrm>
            <a:off x="1604963" y="1960563"/>
            <a:ext cx="1079500" cy="10795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105C862-4859-4267-96D3-E3B47CE54962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202" name="TextBox 9">
            <a:extLst>
              <a:ext uri="{FF2B5EF4-FFF2-40B4-BE49-F238E27FC236}">
                <a16:creationId xmlns:a16="http://schemas.microsoft.com/office/drawing/2014/main" id="{B6B6D449-E842-46F1-AB62-24D1B577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2290763"/>
            <a:ext cx="1741487" cy="461962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Analysis</a:t>
            </a:r>
          </a:p>
        </p:txBody>
      </p:sp>
      <p:sp>
        <p:nvSpPr>
          <p:cNvPr id="8203" name="矩形 10">
            <a:extLst>
              <a:ext uri="{FF2B5EF4-FFF2-40B4-BE49-F238E27FC236}">
                <a16:creationId xmlns:a16="http://schemas.microsoft.com/office/drawing/2014/main" id="{F6562132-5830-4E88-8D8F-98757DF2D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2271713"/>
            <a:ext cx="1406525" cy="461962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Goals</a:t>
            </a:r>
          </a:p>
        </p:txBody>
      </p:sp>
      <p:sp>
        <p:nvSpPr>
          <p:cNvPr id="8204" name="矩形 11">
            <a:extLst>
              <a:ext uri="{FF2B5EF4-FFF2-40B4-BE49-F238E27FC236}">
                <a16:creationId xmlns:a16="http://schemas.microsoft.com/office/drawing/2014/main" id="{0C8EF345-CC02-43D3-83AA-562A16D45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2271713"/>
            <a:ext cx="1741487" cy="461962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Strategy</a:t>
            </a:r>
          </a:p>
        </p:txBody>
      </p:sp>
      <p:sp>
        <p:nvSpPr>
          <p:cNvPr id="8205" name="矩形 12">
            <a:extLst>
              <a:ext uri="{FF2B5EF4-FFF2-40B4-BE49-F238E27FC236}">
                <a16:creationId xmlns:a16="http://schemas.microsoft.com/office/drawing/2014/main" id="{806CD050-FA6E-4CD3-BD51-A770E90A4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2271713"/>
            <a:ext cx="1508125" cy="461962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Budget</a:t>
            </a:r>
          </a:p>
        </p:txBody>
      </p:sp>
      <p:sp>
        <p:nvSpPr>
          <p:cNvPr id="8206" name="矩形 13">
            <a:extLst>
              <a:ext uri="{FF2B5EF4-FFF2-40B4-BE49-F238E27FC236}">
                <a16:creationId xmlns:a16="http://schemas.microsoft.com/office/drawing/2014/main" id="{7EC38D0E-7D81-497D-A7A2-7375C03EB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0" y="2271713"/>
            <a:ext cx="1373188" cy="461962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Adjust</a:t>
            </a:r>
          </a:p>
        </p:txBody>
      </p:sp>
      <p:sp>
        <p:nvSpPr>
          <p:cNvPr id="8207" name="矩形 35">
            <a:extLst>
              <a:ext uri="{FF2B5EF4-FFF2-40B4-BE49-F238E27FC236}">
                <a16:creationId xmlns:a16="http://schemas.microsoft.com/office/drawing/2014/main" id="{443AF563-9D65-475E-BCC3-0DDC889E0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138" y="3184525"/>
            <a:ext cx="2016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8208" name="矩形 38">
            <a:extLst>
              <a:ext uri="{FF2B5EF4-FFF2-40B4-BE49-F238E27FC236}">
                <a16:creationId xmlns:a16="http://schemas.microsoft.com/office/drawing/2014/main" id="{F537EC53-9455-41D6-9149-BB26D1510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3184525"/>
            <a:ext cx="2089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8209" name="矩形 42">
            <a:extLst>
              <a:ext uri="{FF2B5EF4-FFF2-40B4-BE49-F238E27FC236}">
                <a16:creationId xmlns:a16="http://schemas.microsoft.com/office/drawing/2014/main" id="{67E49114-AFA9-40E4-A900-DA6F495C7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338" y="3208338"/>
            <a:ext cx="20875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8210" name="矩形 43">
            <a:extLst>
              <a:ext uri="{FF2B5EF4-FFF2-40B4-BE49-F238E27FC236}">
                <a16:creationId xmlns:a16="http://schemas.microsoft.com/office/drawing/2014/main" id="{72F43B3F-4A15-48D2-AACD-F0C749D56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338" y="3255963"/>
            <a:ext cx="2089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8211" name="矩形 44">
            <a:extLst>
              <a:ext uri="{FF2B5EF4-FFF2-40B4-BE49-F238E27FC236}">
                <a16:creationId xmlns:a16="http://schemas.microsoft.com/office/drawing/2014/main" id="{3D06F88A-6934-4D28-9E4E-B9E5A9E1A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3925" y="3255963"/>
            <a:ext cx="20875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4354" name="文本框 94">
            <a:extLst>
              <a:ext uri="{FF2B5EF4-FFF2-40B4-BE49-F238E27FC236}">
                <a16:creationId xmlns:a16="http://schemas.microsoft.com/office/drawing/2014/main" id="{317944B9-A6E9-452F-AAD5-C879BBFE2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138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年度工作概述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17" grpId="0" animBg="1"/>
      <p:bldP spid="16" grpId="0" animBg="1"/>
      <p:bldP spid="15" grpId="0" animBg="1"/>
      <p:bldP spid="8202" grpId="0" animBg="1"/>
      <p:bldP spid="8203" grpId="0" animBg="1"/>
      <p:bldP spid="8204" grpId="0" animBg="1"/>
      <p:bldP spid="8205" grpId="0" animBg="1"/>
      <p:bldP spid="8206" grpId="0" animBg="1"/>
      <p:bldP spid="8207" grpId="0"/>
      <p:bldP spid="8208" grpId="0"/>
      <p:bldP spid="8209" grpId="0"/>
      <p:bldP spid="8210" grpId="0"/>
      <p:bldP spid="82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7" name="Picture 16396" descr="122-吉林大学-img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093" y="2536825"/>
            <a:ext cx="5184142" cy="3240088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8D7DC456-9582-443C-AF91-FED1666106EF}"/>
              </a:ext>
            </a:extLst>
          </p:cNvPr>
          <p:cNvSpPr/>
          <p:nvPr/>
        </p:nvSpPr>
        <p:spPr>
          <a:xfrm>
            <a:off x="7366000" y="2536825"/>
            <a:ext cx="5348288" cy="324008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96A3656-DDF5-4F16-A8C2-E016F5777D7E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222" name="TextBox 45">
            <a:extLst>
              <a:ext uri="{FF2B5EF4-FFF2-40B4-BE49-F238E27FC236}">
                <a16:creationId xmlns:a16="http://schemas.microsoft.com/office/drawing/2014/main" id="{A178F104-1915-423A-8171-686878E22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4192588"/>
            <a:ext cx="1822450" cy="461962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Cheap Ticket</a:t>
            </a:r>
            <a:endParaRPr lang="id-ID" altLang="zh-CN" sz="24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223" name="TextBox 54">
            <a:extLst>
              <a:ext uri="{FF2B5EF4-FFF2-40B4-BE49-F238E27FC236}">
                <a16:creationId xmlns:a16="http://schemas.microsoft.com/office/drawing/2014/main" id="{5F3EAF79-2ECC-4179-9A84-E68E1411A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988" y="3184525"/>
            <a:ext cx="1465262" cy="461963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Rental Jet </a:t>
            </a:r>
            <a:endParaRPr lang="id-ID" altLang="zh-CN" sz="24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224" name="TextBox 60">
            <a:extLst>
              <a:ext uri="{FF2B5EF4-FFF2-40B4-BE49-F238E27FC236}">
                <a16:creationId xmlns:a16="http://schemas.microsoft.com/office/drawing/2014/main" id="{01178098-F230-439E-B7CE-AA2C273D3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2463800"/>
            <a:ext cx="1844675" cy="461963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Flight &amp; Hotel</a:t>
            </a:r>
            <a:endParaRPr lang="id-ID" altLang="zh-CN" sz="24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225" name="矩形 35">
            <a:extLst>
              <a:ext uri="{FF2B5EF4-FFF2-40B4-BE49-F238E27FC236}">
                <a16:creationId xmlns:a16="http://schemas.microsoft.com/office/drawing/2014/main" id="{B5FCB705-BA31-423C-B9CA-BD3509836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2968625"/>
            <a:ext cx="30241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9226" name="矩形 35">
            <a:extLst>
              <a:ext uri="{FF2B5EF4-FFF2-40B4-BE49-F238E27FC236}">
                <a16:creationId xmlns:a16="http://schemas.microsoft.com/office/drawing/2014/main" id="{F8AF5576-BB34-4182-831E-90B63F937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4695825"/>
            <a:ext cx="30241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9227" name="矩形 35">
            <a:extLst>
              <a:ext uri="{FF2B5EF4-FFF2-40B4-BE49-F238E27FC236}">
                <a16:creationId xmlns:a16="http://schemas.microsoft.com/office/drawing/2014/main" id="{8B54498C-AC50-4816-9AD0-113CC241C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3687763"/>
            <a:ext cx="30241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</a:t>
            </a:r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43E4239-F921-4CFC-87E8-DA820E986DC4}"/>
              </a:ext>
            </a:extLst>
          </p:cNvPr>
          <p:cNvCxnSpPr/>
          <p:nvPr/>
        </p:nvCxnSpPr>
        <p:spPr>
          <a:xfrm>
            <a:off x="7005638" y="1816100"/>
            <a:ext cx="0" cy="4392613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9" name="Text Box 10">
            <a:extLst>
              <a:ext uri="{FF2B5EF4-FFF2-40B4-BE49-F238E27FC236}">
                <a16:creationId xmlns:a16="http://schemas.microsoft.com/office/drawing/2014/main" id="{3182FA3E-63D8-4D4C-889B-3872645E1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3338" y="2840038"/>
            <a:ext cx="4176712" cy="48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</p:txBody>
      </p:sp>
      <p:sp>
        <p:nvSpPr>
          <p:cNvPr id="16396" name="文本框 94">
            <a:extLst>
              <a:ext uri="{FF2B5EF4-FFF2-40B4-BE49-F238E27FC236}">
                <a16:creationId xmlns:a16="http://schemas.microsoft.com/office/drawing/2014/main" id="{A51D7D31-59D1-48B7-B324-09C545A1C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138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年度工作概述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EE638E-4769-2EC4-500B-329391772526}"/>
              </a:ext>
            </a:extLst>
          </p:cNvPr>
          <p:cNvSpPr txBox="1"/>
          <p:nvPr/>
        </p:nvSpPr>
        <p:spPr>
          <a:xfrm>
            <a:off x="7547241" y="3440548"/>
            <a:ext cx="47860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
</a:t>
            </a:r>
            <a:endParaRPr lang="en-US" altLang="zh-CN" sz="1800" dirty="0">
              <a:solidFill>
                <a:srgbClr val="283E4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9222" grpId="0" animBg="1"/>
      <p:bldP spid="9223" grpId="0" animBg="1"/>
      <p:bldP spid="9224" grpId="0" animBg="1"/>
      <p:bldP spid="9225" grpId="0"/>
      <p:bldP spid="9226" grpId="0"/>
      <p:bldP spid="9227" grpId="0"/>
      <p:bldP spid="92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A01937A-9780-4F73-A0E0-3B0D59ADD6E1}"/>
              </a:ext>
            </a:extLst>
          </p:cNvPr>
          <p:cNvSpPr/>
          <p:nvPr/>
        </p:nvSpPr>
        <p:spPr>
          <a:xfrm>
            <a:off x="0" y="0"/>
            <a:ext cx="5781675" cy="7232650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8434" name="文本框 2">
            <a:extLst>
              <a:ext uri="{FF2B5EF4-FFF2-40B4-BE49-F238E27FC236}">
                <a16:creationId xmlns:a16="http://schemas.microsoft.com/office/drawing/2014/main" id="{75FB42BA-4C76-413F-A7CA-F92E2F50328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36850" y="1168400"/>
            <a:ext cx="5924550" cy="553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zh-CN" altLang="en-US" sz="360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435" name="文本框 11">
            <a:extLst>
              <a:ext uri="{FF2B5EF4-FFF2-40B4-BE49-F238E27FC236}">
                <a16:creationId xmlns:a16="http://schemas.microsoft.com/office/drawing/2014/main" id="{963F98DA-8C48-431A-B9CD-273B51CDC15A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97125" y="4624388"/>
            <a:ext cx="3465513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88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</a:t>
            </a:r>
            <a:endParaRPr lang="zh-CN" altLang="en-US" sz="88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6DE998-58EE-4DB7-A123-D58ABD2E91A6}"/>
              </a:ext>
            </a:extLst>
          </p:cNvPr>
          <p:cNvSpPr/>
          <p:nvPr/>
        </p:nvSpPr>
        <p:spPr>
          <a:xfrm>
            <a:off x="6934200" y="2679700"/>
            <a:ext cx="4751388" cy="1077913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>
              <a:buFontTx/>
              <a:buNone/>
              <a:defRPr/>
            </a:pPr>
            <a:endParaRPr lang="en-US" altLang="zh-CN" sz="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>
              <a:buFontTx/>
              <a:buNone/>
              <a:defRPr/>
            </a:pPr>
            <a:r>
              <a:rPr lang="zh-CN" alt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工作完成情况</a:t>
            </a:r>
          </a:p>
          <a:p>
            <a:pPr algn="ctr">
              <a:buFontTx/>
              <a:buNone/>
              <a:defRPr/>
            </a:pPr>
            <a:endParaRPr lang="zh-CN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EABE3D4-8161-4F49-A3FD-94250362BF95}"/>
              </a:ext>
            </a:extLst>
          </p:cNvPr>
          <p:cNvSpPr txBox="1"/>
          <p:nvPr/>
        </p:nvSpPr>
        <p:spPr>
          <a:xfrm>
            <a:off x="7731125" y="3757613"/>
            <a:ext cx="2820988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0B350-5FFF-42DF-8844-239991CD557F}"/>
              </a:ext>
            </a:extLst>
          </p:cNvPr>
          <p:cNvSpPr txBox="1"/>
          <p:nvPr/>
        </p:nvSpPr>
        <p:spPr>
          <a:xfrm>
            <a:off x="7726363" y="4686300"/>
            <a:ext cx="281940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203C2833-A157-483C-9BD7-FCC982C695DE}"/>
              </a:ext>
            </a:extLst>
          </p:cNvPr>
          <p:cNvSpPr txBox="1"/>
          <p:nvPr/>
        </p:nvSpPr>
        <p:spPr>
          <a:xfrm>
            <a:off x="7731125" y="4214813"/>
            <a:ext cx="2820988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63F12531-E580-4013-AFC4-B1C50F4AAA27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18D43E6C-5B16-4387-8B37-E7465EC60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1816100"/>
            <a:ext cx="396081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solidFill>
                  <a:srgbClr val="03104B"/>
                </a:solidFill>
                <a:latin typeface="Impact" panose="020B0806030902050204" pitchFamily="34" charset="0"/>
              </a:rPr>
              <a:t>TOMMY</a:t>
            </a:r>
            <a:endParaRPr lang="zh-CN" altLang="en-US" sz="12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AEE8F8E4-1A95-471A-8E6F-44283EE18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3040063"/>
            <a:ext cx="396081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solidFill>
                  <a:srgbClr val="03104B"/>
                </a:solidFill>
                <a:latin typeface="Impact" panose="020B0806030902050204" pitchFamily="34" charset="0"/>
              </a:rPr>
              <a:t>CHERRY</a:t>
            </a:r>
            <a:endParaRPr lang="zh-CN" altLang="en-US" sz="12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A1A3F1F1-C12F-4A76-964A-41D4FC70E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4337050"/>
            <a:ext cx="396081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solidFill>
                  <a:srgbClr val="03104B"/>
                </a:solidFill>
                <a:latin typeface="Impact" panose="020B0806030902050204" pitchFamily="34" charset="0"/>
              </a:rPr>
              <a:t>LEO</a:t>
            </a:r>
            <a:endParaRPr lang="zh-CN" altLang="en-US" sz="12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D3DE4EFB-5DCD-4782-B2FF-681D53FEC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5487988"/>
            <a:ext cx="396081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solidFill>
                  <a:srgbClr val="03104B"/>
                </a:solidFill>
                <a:latin typeface="Impact" panose="020B0806030902050204" pitchFamily="34" charset="0"/>
              </a:rPr>
              <a:t>PAUL</a:t>
            </a:r>
            <a:endParaRPr lang="zh-CN" altLang="en-US" sz="12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487" name="文本框 94">
            <a:extLst>
              <a:ext uri="{FF2B5EF4-FFF2-40B4-BE49-F238E27FC236}">
                <a16:creationId xmlns:a16="http://schemas.microsoft.com/office/drawing/2014/main" id="{DC61CCF2-056C-4B6A-8099-AB6FD6306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</a:p>
        </p:txBody>
      </p:sp>
      <p:pic>
        <p:nvPicPr>
          <p:cNvPr id="20488" name="Picture 20487" descr="122-吉林大学-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675" y="1808833"/>
            <a:ext cx="7500499" cy="468781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B160FCC-3B21-0EB4-2906-607E385E501C}"/>
              </a:ext>
            </a:extLst>
          </p:cNvPr>
          <p:cNvSpPr txBox="1"/>
          <p:nvPr/>
        </p:nvSpPr>
        <p:spPr>
          <a:xfrm>
            <a:off x="575779" y="2048977"/>
            <a:ext cx="39819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               请替换文字内容，添加相关标题，修改文字内容，也可以直接复制你的内容到此。请替换文字内容，添加相关标题，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BBAC3B-5039-44C7-0831-40F3037CC1C2}"/>
              </a:ext>
            </a:extLst>
          </p:cNvPr>
          <p:cNvSpPr txBox="1"/>
          <p:nvPr/>
        </p:nvSpPr>
        <p:spPr>
          <a:xfrm>
            <a:off x="575779" y="3246993"/>
            <a:ext cx="39819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                请替换文字内容，添加相关标题，修改文字内容，也可以直接复制你的内容到此。请替换文字内容，添加相关标题，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1052E1-110A-6D29-3622-9E0758889FDA}"/>
              </a:ext>
            </a:extLst>
          </p:cNvPr>
          <p:cNvSpPr txBox="1"/>
          <p:nvPr/>
        </p:nvSpPr>
        <p:spPr>
          <a:xfrm>
            <a:off x="575780" y="4576971"/>
            <a:ext cx="41343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     请替换文字内容，添加相关标题，修改文字内容，也可以直接复制你的内容到此。请替换文字内容，添加相关标题，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83D8FA-09D4-C0C4-641C-63EF7382C283}"/>
              </a:ext>
            </a:extLst>
          </p:cNvPr>
          <p:cNvSpPr txBox="1"/>
          <p:nvPr/>
        </p:nvSpPr>
        <p:spPr>
          <a:xfrm>
            <a:off x="596900" y="5774297"/>
            <a:ext cx="41132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         请替换文字内容，添加相关标题，修改文字内容，也可以直接复制你的内容到此。请替换文字内容，添加相关标题，</a:t>
            </a:r>
            <a:endParaRPr lang="zh-CN" altLang="en-US" sz="1400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66DB0C31-1055-4E36-85A1-4AFA80A27F2D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4D4C6F-F096-4971-9980-82ADA94B101E}"/>
              </a:ext>
            </a:extLst>
          </p:cNvPr>
          <p:cNvSpPr/>
          <p:nvPr/>
        </p:nvSpPr>
        <p:spPr>
          <a:xfrm>
            <a:off x="8013700" y="0"/>
            <a:ext cx="2232025" cy="7232650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6940F8-E462-4B52-98F8-00F4A7051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438" y="1312863"/>
            <a:ext cx="1392237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Recovery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0E70B-60D9-4E8A-BB89-DF8F4D720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2608263"/>
            <a:ext cx="21129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Accumulation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CF5F5C-544B-4CFB-B75C-04B12FFD3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0025" y="3903663"/>
            <a:ext cx="139223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Bullish</a:t>
            </a:r>
          </a:p>
        </p:txBody>
      </p:sp>
      <p:sp>
        <p:nvSpPr>
          <p:cNvPr id="12297" name="矩形 31">
            <a:extLst>
              <a:ext uri="{FF2B5EF4-FFF2-40B4-BE49-F238E27FC236}">
                <a16:creationId xmlns:a16="http://schemas.microsoft.com/office/drawing/2014/main" id="{4CA5F4D9-651C-4B2D-B10E-D10C7C41B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743075"/>
            <a:ext cx="2089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</a:t>
            </a:r>
            <a:endParaRPr lang="zh-CN" altLang="en-US"/>
          </a:p>
        </p:txBody>
      </p:sp>
      <p:sp>
        <p:nvSpPr>
          <p:cNvPr id="12298" name="矩形 32">
            <a:extLst>
              <a:ext uri="{FF2B5EF4-FFF2-40B4-BE49-F238E27FC236}">
                <a16:creationId xmlns:a16="http://schemas.microsoft.com/office/drawing/2014/main" id="{7E86210F-D8CA-4A3E-BE52-5CB15110B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3114675"/>
            <a:ext cx="2089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</a:t>
            </a:r>
            <a:endParaRPr lang="zh-CN" altLang="en-US"/>
          </a:p>
        </p:txBody>
      </p:sp>
      <p:sp>
        <p:nvSpPr>
          <p:cNvPr id="12299" name="矩形 33">
            <a:extLst>
              <a:ext uri="{FF2B5EF4-FFF2-40B4-BE49-F238E27FC236}">
                <a16:creationId xmlns:a16="http://schemas.microsoft.com/office/drawing/2014/main" id="{3151C00A-ED58-4472-9E54-D15B0E291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4338638"/>
            <a:ext cx="2089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</a:t>
            </a:r>
            <a:endParaRPr lang="zh-CN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981815-5D63-4905-BFB1-B80405B1F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0025" y="5129213"/>
            <a:ext cx="13922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Warning</a:t>
            </a:r>
          </a:p>
        </p:txBody>
      </p:sp>
      <p:sp>
        <p:nvSpPr>
          <p:cNvPr id="12301" name="矩形 34">
            <a:extLst>
              <a:ext uri="{FF2B5EF4-FFF2-40B4-BE49-F238E27FC236}">
                <a16:creationId xmlns:a16="http://schemas.microsoft.com/office/drawing/2014/main" id="{AACA7732-4647-4FD2-ABEB-324443CAA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5634038"/>
            <a:ext cx="20875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</a:t>
            </a:r>
            <a:endParaRPr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03DFCB-B405-4020-86E1-49C86C46D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5888" y="1960563"/>
            <a:ext cx="20177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Distribution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00D109-1031-40A5-BC28-1505361DC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5888" y="3184525"/>
            <a:ext cx="1392237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Bearish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0A2433-AE5E-484A-9C04-A5A4DAFBD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2075" y="4337050"/>
            <a:ext cx="13922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Trust</a:t>
            </a:r>
          </a:p>
        </p:txBody>
      </p:sp>
      <p:sp>
        <p:nvSpPr>
          <p:cNvPr id="12305" name="矩形 35">
            <a:extLst>
              <a:ext uri="{FF2B5EF4-FFF2-40B4-BE49-F238E27FC236}">
                <a16:creationId xmlns:a16="http://schemas.microsoft.com/office/drawing/2014/main" id="{4349AF4B-4ADF-49B7-B665-BAFEDF6C8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5725" y="2463800"/>
            <a:ext cx="2087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2306" name="矩形 36">
            <a:extLst>
              <a:ext uri="{FF2B5EF4-FFF2-40B4-BE49-F238E27FC236}">
                <a16:creationId xmlns:a16="http://schemas.microsoft.com/office/drawing/2014/main" id="{73DC0F22-B0B9-4798-99F1-3C933A5F6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5725" y="3602038"/>
            <a:ext cx="2087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2307" name="矩形 38">
            <a:extLst>
              <a:ext uri="{FF2B5EF4-FFF2-40B4-BE49-F238E27FC236}">
                <a16:creationId xmlns:a16="http://schemas.microsoft.com/office/drawing/2014/main" id="{59A7484B-ABC0-4E56-91CA-C0E70E561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5725" y="4768850"/>
            <a:ext cx="2087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pic>
        <p:nvPicPr>
          <p:cNvPr id="12308" name="Picture 3">
            <a:extLst>
              <a:ext uri="{FF2B5EF4-FFF2-40B4-BE49-F238E27FC236}">
                <a16:creationId xmlns:a16="http://schemas.microsoft.com/office/drawing/2014/main" id="{E3AAB5AB-F6F0-486E-914B-D5D6164D6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DFDFDF"/>
              </a:clrFrom>
              <a:clrTo>
                <a:srgbClr val="DFDFD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138" y="2679700"/>
            <a:ext cx="215265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7" name="文本框 94">
            <a:extLst>
              <a:ext uri="{FF2B5EF4-FFF2-40B4-BE49-F238E27FC236}">
                <a16:creationId xmlns:a16="http://schemas.microsoft.com/office/drawing/2014/main" id="{FEB3AF11-36FC-4CDA-A66E-6652B06AD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</a:p>
        </p:txBody>
      </p:sp>
      <p:pic>
        <p:nvPicPr>
          <p:cNvPr id="22548" name="Picture 22547" descr="122-吉林大学-img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99617" y="1430139"/>
            <a:ext cx="7866323" cy="4916451"/>
          </a:xfrm>
          <a:prstGeom prst="rect">
            <a:avLst/>
          </a:prstGeom>
        </p:spPr>
      </p:pic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8" grpId="0"/>
      <p:bldP spid="19" grpId="0"/>
      <p:bldP spid="12297" grpId="0"/>
      <p:bldP spid="12298" grpId="0"/>
      <p:bldP spid="12299" grpId="0"/>
      <p:bldP spid="23" grpId="0"/>
      <p:bldP spid="12301" grpId="0"/>
      <p:bldP spid="25" grpId="0"/>
      <p:bldP spid="26" grpId="0"/>
      <p:bldP spid="27" grpId="0"/>
      <p:bldP spid="12305" grpId="0"/>
      <p:bldP spid="12306" grpId="0"/>
      <p:bldP spid="1230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E5CF3708-6F89-4CD7-A779-C75642C8AB7E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CD91F54-B295-4A99-9A72-D95D2C4F0E88}"/>
              </a:ext>
            </a:extLst>
          </p:cNvPr>
          <p:cNvCxnSpPr/>
          <p:nvPr/>
        </p:nvCxnSpPr>
        <p:spPr>
          <a:xfrm>
            <a:off x="1749425" y="4516438"/>
            <a:ext cx="9936163" cy="0"/>
          </a:xfrm>
          <a:prstGeom prst="line">
            <a:avLst/>
          </a:prstGeom>
          <a:ln w="25400">
            <a:solidFill>
              <a:srgbClr val="0310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8CC79F2-C6CB-4EEC-A79A-5D1579F14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888" y="2608263"/>
            <a:ext cx="11477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Jewelry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11197-3AD0-4C02-8E40-629239488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175" y="2614613"/>
            <a:ext cx="1082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Gadget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540553-C419-44DD-9CA2-686691583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0" y="2614613"/>
            <a:ext cx="781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Food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051FE7-E3E5-42E7-83C7-ED9F04A00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913" y="2614613"/>
            <a:ext cx="1611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Electronics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5D44DC-2608-4E34-B8BE-65ED4EC5C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6900" y="2614613"/>
            <a:ext cx="974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House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48295EB-7EF1-4EEE-A643-A86C929CF3ED}"/>
              </a:ext>
            </a:extLst>
          </p:cNvPr>
          <p:cNvSpPr/>
          <p:nvPr/>
        </p:nvSpPr>
        <p:spPr>
          <a:xfrm>
            <a:off x="2613025" y="4227513"/>
            <a:ext cx="647700" cy="6477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3323" name="矩形 58">
            <a:extLst>
              <a:ext uri="{FF2B5EF4-FFF2-40B4-BE49-F238E27FC236}">
                <a16:creationId xmlns:a16="http://schemas.microsoft.com/office/drawing/2014/main" id="{96D3A719-9CFB-44CE-A74E-BBEB997FF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25" y="3027363"/>
            <a:ext cx="1152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11EB9132-7EA5-4230-B509-F89190CDDBFB}"/>
              </a:ext>
            </a:extLst>
          </p:cNvPr>
          <p:cNvSpPr/>
          <p:nvPr/>
        </p:nvSpPr>
        <p:spPr>
          <a:xfrm>
            <a:off x="4413250" y="4227513"/>
            <a:ext cx="647700" cy="6477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44CF308E-106B-4F92-877B-CB23FFC7D6AB}"/>
              </a:ext>
            </a:extLst>
          </p:cNvPr>
          <p:cNvSpPr/>
          <p:nvPr/>
        </p:nvSpPr>
        <p:spPr>
          <a:xfrm>
            <a:off x="6213475" y="4227513"/>
            <a:ext cx="647700" cy="6477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0D21521E-E8BF-4381-81CE-144866A16E9A}"/>
              </a:ext>
            </a:extLst>
          </p:cNvPr>
          <p:cNvSpPr/>
          <p:nvPr/>
        </p:nvSpPr>
        <p:spPr>
          <a:xfrm>
            <a:off x="8013700" y="4227513"/>
            <a:ext cx="647700" cy="6477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05B192CB-00EC-4C64-AFD7-90975BAC5006}"/>
              </a:ext>
            </a:extLst>
          </p:cNvPr>
          <p:cNvSpPr/>
          <p:nvPr/>
        </p:nvSpPr>
        <p:spPr>
          <a:xfrm>
            <a:off x="9742488" y="4227513"/>
            <a:ext cx="647700" cy="647700"/>
          </a:xfrm>
          <a:prstGeom prst="ellipse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CAF945A5-0D7B-4B75-856F-B62BBCF203C0}"/>
              </a:ext>
            </a:extLst>
          </p:cNvPr>
          <p:cNvCxnSpPr/>
          <p:nvPr/>
        </p:nvCxnSpPr>
        <p:spPr>
          <a:xfrm>
            <a:off x="1749425" y="4659313"/>
            <a:ext cx="9936163" cy="0"/>
          </a:xfrm>
          <a:prstGeom prst="line">
            <a:avLst/>
          </a:prstGeom>
          <a:ln w="25400">
            <a:solidFill>
              <a:srgbClr val="0310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9" name="矩形 58">
            <a:extLst>
              <a:ext uri="{FF2B5EF4-FFF2-40B4-BE49-F238E27FC236}">
                <a16:creationId xmlns:a16="http://schemas.microsoft.com/office/drawing/2014/main" id="{874ED97C-CFB7-4BD7-A59E-1D5CD3A0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3027363"/>
            <a:ext cx="1152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3330" name="矩形 58">
            <a:extLst>
              <a:ext uri="{FF2B5EF4-FFF2-40B4-BE49-F238E27FC236}">
                <a16:creationId xmlns:a16="http://schemas.microsoft.com/office/drawing/2014/main" id="{389B7878-C999-44F4-91F3-12F77821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575" y="3027363"/>
            <a:ext cx="1152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3331" name="矩形 58">
            <a:extLst>
              <a:ext uri="{FF2B5EF4-FFF2-40B4-BE49-F238E27FC236}">
                <a16:creationId xmlns:a16="http://schemas.microsoft.com/office/drawing/2014/main" id="{AE612AD4-B9F7-4E75-A361-1AC59DE58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4775" y="3027363"/>
            <a:ext cx="1152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3332" name="矩形 58">
            <a:extLst>
              <a:ext uri="{FF2B5EF4-FFF2-40B4-BE49-F238E27FC236}">
                <a16:creationId xmlns:a16="http://schemas.microsoft.com/office/drawing/2014/main" id="{3DA13A59-0685-40BD-9F98-C8EBFF222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3563" y="3027363"/>
            <a:ext cx="1152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24595" name="文本框 94">
            <a:extLst>
              <a:ext uri="{FF2B5EF4-FFF2-40B4-BE49-F238E27FC236}">
                <a16:creationId xmlns:a16="http://schemas.microsoft.com/office/drawing/2014/main" id="{B34507FB-5FB9-45DC-95C2-A31A5E63E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9" grpId="0"/>
      <p:bldP spid="40" grpId="0"/>
      <p:bldP spid="41" grpId="0" animBg="1"/>
      <p:bldP spid="13323" grpId="0"/>
      <p:bldP spid="55" grpId="0" animBg="1"/>
      <p:bldP spid="56" grpId="0" animBg="1"/>
      <p:bldP spid="59" grpId="0" animBg="1"/>
      <p:bldP spid="60" grpId="0" animBg="1"/>
      <p:bldP spid="13329" grpId="0"/>
      <p:bldP spid="13330" grpId="0"/>
      <p:bldP spid="13331" grpId="0"/>
      <p:bldP spid="133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A052828F-9316-4BB6-8631-5EBF3465E081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9F38E267-CB7E-4A09-9298-CACDB0BE9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2679700"/>
            <a:ext cx="1354138" cy="936625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35" tIns="48218" rIns="96435" bIns="48218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5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4341" name="Content Placeholder 2">
            <a:extLst>
              <a:ext uri="{FF2B5EF4-FFF2-40B4-BE49-F238E27FC236}">
                <a16:creationId xmlns:a16="http://schemas.microsoft.com/office/drawing/2014/main" id="{1BE343F7-722B-4001-B429-1597A11E3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975" y="2679700"/>
            <a:ext cx="1355725" cy="936625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35" tIns="48218" rIns="96435" bIns="48218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5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14342" name="Content Placeholder 2">
            <a:extLst>
              <a:ext uri="{FF2B5EF4-FFF2-40B4-BE49-F238E27FC236}">
                <a16:creationId xmlns:a16="http://schemas.microsoft.com/office/drawing/2014/main" id="{61625679-B594-4E2A-B3D1-752229D3B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275" y="3832225"/>
            <a:ext cx="1354138" cy="936625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35" tIns="48218" rIns="96435" bIns="48218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5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14343" name="Content Placeholder 2">
            <a:extLst>
              <a:ext uri="{FF2B5EF4-FFF2-40B4-BE49-F238E27FC236}">
                <a16:creationId xmlns:a16="http://schemas.microsoft.com/office/drawing/2014/main" id="{624340D7-42B7-4EF7-A24A-15EC8A6C6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75" y="3832225"/>
            <a:ext cx="1354138" cy="936625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35" tIns="48218" rIns="96435" bIns="48218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5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F7B3B7-4E0E-4E62-ABC7-6830F13B1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063" y="2536825"/>
            <a:ext cx="2227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GB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List Offer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EFDEF8-2ED9-4933-AD99-F87656F45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738" y="4121150"/>
            <a:ext cx="2228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Overview</a:t>
            </a:r>
          </a:p>
        </p:txBody>
      </p:sp>
      <p:sp>
        <p:nvSpPr>
          <p:cNvPr id="14346" name="矩形 84">
            <a:extLst>
              <a:ext uri="{FF2B5EF4-FFF2-40B4-BE49-F238E27FC236}">
                <a16:creationId xmlns:a16="http://schemas.microsoft.com/office/drawing/2014/main" id="{AA424CCD-E8F8-4AF1-B47C-E1BB6A87E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25" y="2895600"/>
            <a:ext cx="20875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4347" name="矩形 86">
            <a:extLst>
              <a:ext uri="{FF2B5EF4-FFF2-40B4-BE49-F238E27FC236}">
                <a16:creationId xmlns:a16="http://schemas.microsoft.com/office/drawing/2014/main" id="{83B5EC52-F4A1-43BA-95EA-3988BCB34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25" y="4481513"/>
            <a:ext cx="2087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73AF15-A8CD-47D7-A1E9-4A5A961A9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1700" y="4254500"/>
            <a:ext cx="2227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GB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Compare Result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68E5BC-8F99-4D21-AE84-B9648BE59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600" y="2540000"/>
            <a:ext cx="2228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Collect Result</a:t>
            </a:r>
          </a:p>
        </p:txBody>
      </p:sp>
      <p:sp>
        <p:nvSpPr>
          <p:cNvPr id="14350" name="矩形 85">
            <a:extLst>
              <a:ext uri="{FF2B5EF4-FFF2-40B4-BE49-F238E27FC236}">
                <a16:creationId xmlns:a16="http://schemas.microsoft.com/office/drawing/2014/main" id="{B12CFA99-26C0-490F-9F16-066AC1582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6163" y="2895600"/>
            <a:ext cx="20875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4351" name="矩形 87">
            <a:extLst>
              <a:ext uri="{FF2B5EF4-FFF2-40B4-BE49-F238E27FC236}">
                <a16:creationId xmlns:a16="http://schemas.microsoft.com/office/drawing/2014/main" id="{949B79BB-6372-410C-92A7-6FB9771A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6163" y="4624388"/>
            <a:ext cx="20875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cxnSp>
        <p:nvCxnSpPr>
          <p:cNvPr id="42" name="肘形连接符 41">
            <a:extLst>
              <a:ext uri="{FF2B5EF4-FFF2-40B4-BE49-F238E27FC236}">
                <a16:creationId xmlns:a16="http://schemas.microsoft.com/office/drawing/2014/main" id="{481FDE10-78B4-4CC0-A296-989886F1CB18}"/>
              </a:ext>
            </a:extLst>
          </p:cNvPr>
          <p:cNvCxnSpPr/>
          <p:nvPr/>
        </p:nvCxnSpPr>
        <p:spPr>
          <a:xfrm rot="10800000" flipV="1">
            <a:off x="2468563" y="2968625"/>
            <a:ext cx="2665412" cy="647700"/>
          </a:xfrm>
          <a:prstGeom prst="bentConnector3">
            <a:avLst>
              <a:gd name="adj1" fmla="val 227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BB90FE83-C8D6-4A9A-A94A-3A5491802A10}"/>
              </a:ext>
            </a:extLst>
          </p:cNvPr>
          <p:cNvCxnSpPr/>
          <p:nvPr/>
        </p:nvCxnSpPr>
        <p:spPr>
          <a:xfrm rot="10800000" flipV="1">
            <a:off x="2468563" y="4552950"/>
            <a:ext cx="2665412" cy="647700"/>
          </a:xfrm>
          <a:prstGeom prst="bentConnector3">
            <a:avLst>
              <a:gd name="adj1" fmla="val 227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连接符 53">
            <a:extLst>
              <a:ext uri="{FF2B5EF4-FFF2-40B4-BE49-F238E27FC236}">
                <a16:creationId xmlns:a16="http://schemas.microsoft.com/office/drawing/2014/main" id="{2FED7439-5924-451A-9752-F3ABBD80FED2}"/>
              </a:ext>
            </a:extLst>
          </p:cNvPr>
          <p:cNvCxnSpPr/>
          <p:nvPr/>
        </p:nvCxnSpPr>
        <p:spPr>
          <a:xfrm>
            <a:off x="8013700" y="2968625"/>
            <a:ext cx="2592388" cy="719138"/>
          </a:xfrm>
          <a:prstGeom prst="bentConnector3">
            <a:avLst>
              <a:gd name="adj1" fmla="val 2202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>
            <a:extLst>
              <a:ext uri="{FF2B5EF4-FFF2-40B4-BE49-F238E27FC236}">
                <a16:creationId xmlns:a16="http://schemas.microsoft.com/office/drawing/2014/main" id="{06EDD06B-12D1-4AB0-9663-335C9FC8CA4C}"/>
              </a:ext>
            </a:extLst>
          </p:cNvPr>
          <p:cNvCxnSpPr/>
          <p:nvPr/>
        </p:nvCxnSpPr>
        <p:spPr>
          <a:xfrm>
            <a:off x="8013700" y="4552950"/>
            <a:ext cx="2592388" cy="719138"/>
          </a:xfrm>
          <a:prstGeom prst="bentConnector3">
            <a:avLst>
              <a:gd name="adj1" fmla="val 2202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42" name="文本框 94">
            <a:extLst>
              <a:ext uri="{FF2B5EF4-FFF2-40B4-BE49-F238E27FC236}">
                <a16:creationId xmlns:a16="http://schemas.microsoft.com/office/drawing/2014/main" id="{61DD1741-C722-4328-B997-C064C7DFE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  <p:bldP spid="14341" grpId="0" animBg="1"/>
      <p:bldP spid="14342" grpId="0" animBg="1"/>
      <p:bldP spid="14343" grpId="0" animBg="1"/>
      <p:bldP spid="25" grpId="0"/>
      <p:bldP spid="26" grpId="0"/>
      <p:bldP spid="14346" grpId="0"/>
      <p:bldP spid="14347" grpId="0"/>
      <p:bldP spid="29" grpId="0"/>
      <p:bldP spid="30" grpId="0"/>
      <p:bldP spid="14350" grpId="0"/>
      <p:bldP spid="143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505B8A81-49DE-4B01-AD53-3FC01B28AF25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FF276B-2A59-46EF-BC94-CCE0036F47F2}"/>
              </a:ext>
            </a:extLst>
          </p:cNvPr>
          <p:cNvSpPr/>
          <p:nvPr/>
        </p:nvSpPr>
        <p:spPr>
          <a:xfrm>
            <a:off x="5492750" y="1168400"/>
            <a:ext cx="6624638" cy="4464050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1C6C17-471B-4813-BE03-461361A36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463" y="1312863"/>
            <a:ext cx="13922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Recovery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DCCBF5-AC42-47FE-9A1A-7711BB4E5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2608263"/>
            <a:ext cx="22082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Accumulation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68A9D3-89F7-4651-B7FB-2E0D172A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3832225"/>
            <a:ext cx="13922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Bullish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EDFF81-1154-4563-B4D5-2331F055F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188" y="1312863"/>
            <a:ext cx="13922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Warning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9216F4-EC82-4155-A18E-2B80FD65F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188" y="2608263"/>
            <a:ext cx="17700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Distribution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DDFA1C-7C62-4406-A56D-702594D6C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188" y="3976688"/>
            <a:ext cx="13922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Bearish</a:t>
            </a:r>
          </a:p>
        </p:txBody>
      </p:sp>
      <p:sp>
        <p:nvSpPr>
          <p:cNvPr id="15371" name="矩形 27">
            <a:extLst>
              <a:ext uri="{FF2B5EF4-FFF2-40B4-BE49-F238E27FC236}">
                <a16:creationId xmlns:a16="http://schemas.microsoft.com/office/drawing/2014/main" id="{4A03A834-1B40-4D98-AC7E-D0A340FFA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1816100"/>
            <a:ext cx="2089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5372" name="矩形 28">
            <a:extLst>
              <a:ext uri="{FF2B5EF4-FFF2-40B4-BE49-F238E27FC236}">
                <a16:creationId xmlns:a16="http://schemas.microsoft.com/office/drawing/2014/main" id="{309DF31E-B5F3-4D7C-8969-75563278B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3114675"/>
            <a:ext cx="2089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5373" name="矩形 29">
            <a:extLst>
              <a:ext uri="{FF2B5EF4-FFF2-40B4-BE49-F238E27FC236}">
                <a16:creationId xmlns:a16="http://schemas.microsoft.com/office/drawing/2014/main" id="{4981D3A6-A177-42BA-BB2B-0E0751F8C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4338638"/>
            <a:ext cx="2089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5374" name="矩形 30">
            <a:extLst>
              <a:ext uri="{FF2B5EF4-FFF2-40B4-BE49-F238E27FC236}">
                <a16:creationId xmlns:a16="http://schemas.microsoft.com/office/drawing/2014/main" id="{59193DBD-A918-496E-9690-2BB67DFA7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8025" y="1817688"/>
            <a:ext cx="2087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5375" name="矩形 31">
            <a:extLst>
              <a:ext uri="{FF2B5EF4-FFF2-40B4-BE49-F238E27FC236}">
                <a16:creationId xmlns:a16="http://schemas.microsoft.com/office/drawing/2014/main" id="{3A489092-6CE3-40D2-96D4-EE64C34FB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8025" y="3114675"/>
            <a:ext cx="2087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15376" name="矩形 32">
            <a:extLst>
              <a:ext uri="{FF2B5EF4-FFF2-40B4-BE49-F238E27FC236}">
                <a16:creationId xmlns:a16="http://schemas.microsoft.com/office/drawing/2014/main" id="{2641C154-6D66-475A-8DB8-75C962DBC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8025" y="4481513"/>
            <a:ext cx="2087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5F783158-55E1-4248-90EB-D8D10E5B7E52}"/>
              </a:ext>
            </a:extLst>
          </p:cNvPr>
          <p:cNvSpPr/>
          <p:nvPr/>
        </p:nvSpPr>
        <p:spPr>
          <a:xfrm>
            <a:off x="5973763" y="1671638"/>
            <a:ext cx="647700" cy="647700"/>
          </a:xfrm>
          <a:prstGeom prst="ellipse">
            <a:avLst/>
          </a:prstGeom>
          <a:solidFill>
            <a:srgbClr val="03104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latin typeface="Impact" panose="020B0806030902050204" pitchFamily="34" charset="0"/>
              </a:rPr>
              <a:t>01</a:t>
            </a:r>
            <a:endParaRPr lang="zh-CN" altLang="en-US" sz="20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A9B5370-ED2E-4473-9C8D-9F3F755CAA35}"/>
              </a:ext>
            </a:extLst>
          </p:cNvPr>
          <p:cNvSpPr/>
          <p:nvPr/>
        </p:nvSpPr>
        <p:spPr>
          <a:xfrm>
            <a:off x="5973763" y="2968625"/>
            <a:ext cx="647700" cy="647700"/>
          </a:xfrm>
          <a:prstGeom prst="ellipse">
            <a:avLst/>
          </a:prstGeom>
          <a:solidFill>
            <a:srgbClr val="03104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latin typeface="Impact" panose="020B0806030902050204" pitchFamily="34" charset="0"/>
              </a:rPr>
              <a:t>02</a:t>
            </a:r>
            <a:endParaRPr lang="zh-CN" altLang="en-US" sz="20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FFF2631-A13A-47A8-B093-98747755ACAD}"/>
              </a:ext>
            </a:extLst>
          </p:cNvPr>
          <p:cNvSpPr/>
          <p:nvPr/>
        </p:nvSpPr>
        <p:spPr>
          <a:xfrm>
            <a:off x="5973763" y="4192588"/>
            <a:ext cx="647700" cy="647700"/>
          </a:xfrm>
          <a:prstGeom prst="ellipse">
            <a:avLst/>
          </a:prstGeom>
          <a:solidFill>
            <a:srgbClr val="03104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latin typeface="Impact" panose="020B0806030902050204" pitchFamily="34" charset="0"/>
              </a:rPr>
              <a:t>03</a:t>
            </a:r>
            <a:endParaRPr lang="zh-CN" altLang="en-US" sz="20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07F236DD-3DE4-4855-B178-64ACC626C2B6}"/>
              </a:ext>
            </a:extLst>
          </p:cNvPr>
          <p:cNvSpPr/>
          <p:nvPr/>
        </p:nvSpPr>
        <p:spPr>
          <a:xfrm>
            <a:off x="8950325" y="1681163"/>
            <a:ext cx="647700" cy="647700"/>
          </a:xfrm>
          <a:prstGeom prst="ellipse">
            <a:avLst/>
          </a:prstGeom>
          <a:solidFill>
            <a:srgbClr val="03104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latin typeface="Impact" panose="020B0806030902050204" pitchFamily="34" charset="0"/>
              </a:rPr>
              <a:t>04</a:t>
            </a:r>
            <a:endParaRPr lang="zh-CN" altLang="en-US" sz="20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CCAEA758-911A-4640-9D85-05F94F4109F0}"/>
              </a:ext>
            </a:extLst>
          </p:cNvPr>
          <p:cNvSpPr/>
          <p:nvPr/>
        </p:nvSpPr>
        <p:spPr>
          <a:xfrm>
            <a:off x="8950325" y="2970213"/>
            <a:ext cx="647700" cy="647700"/>
          </a:xfrm>
          <a:prstGeom prst="ellipse">
            <a:avLst/>
          </a:prstGeom>
          <a:solidFill>
            <a:srgbClr val="03104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latin typeface="Impact" panose="020B0806030902050204" pitchFamily="34" charset="0"/>
              </a:rPr>
              <a:t>05</a:t>
            </a:r>
            <a:endParaRPr lang="zh-CN" altLang="en-US" sz="20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4585E0EA-8E56-4868-BAC4-D613E127958A}"/>
              </a:ext>
            </a:extLst>
          </p:cNvPr>
          <p:cNvSpPr/>
          <p:nvPr/>
        </p:nvSpPr>
        <p:spPr>
          <a:xfrm>
            <a:off x="8950325" y="4264025"/>
            <a:ext cx="647700" cy="647700"/>
          </a:xfrm>
          <a:prstGeom prst="ellipse">
            <a:avLst/>
          </a:prstGeom>
          <a:solidFill>
            <a:srgbClr val="03104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latin typeface="Impact" panose="020B0806030902050204" pitchFamily="34" charset="0"/>
              </a:rPr>
              <a:t>06</a:t>
            </a:r>
            <a:endParaRPr lang="zh-CN" altLang="en-US" sz="20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pic>
        <p:nvPicPr>
          <p:cNvPr id="15383" name="Picture 24" descr="https://visualhunt.com/photos/l/1/studio-shot-of-young-man-working-on-laptop.jpg">
            <a:extLst>
              <a:ext uri="{FF2B5EF4-FFF2-40B4-BE49-F238E27FC236}">
                <a16:creationId xmlns:a16="http://schemas.microsoft.com/office/drawing/2014/main" id="{00B7CAED-DCDB-4B2F-AEE6-5513BB3D2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3184525"/>
            <a:ext cx="762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4" name="文本框 94">
            <a:extLst>
              <a:ext uri="{FF2B5EF4-FFF2-40B4-BE49-F238E27FC236}">
                <a16:creationId xmlns:a16="http://schemas.microsoft.com/office/drawing/2014/main" id="{B8A089D0-0DF3-49B8-B8C4-2101690FF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1" grpId="0"/>
      <p:bldP spid="34" grpId="0"/>
      <p:bldP spid="35" grpId="0"/>
      <p:bldP spid="36" grpId="0"/>
      <p:bldP spid="37" grpId="0"/>
      <p:bldP spid="39" grpId="0"/>
      <p:bldP spid="15371" grpId="0"/>
      <p:bldP spid="15372" grpId="0"/>
      <p:bldP spid="15373" grpId="0"/>
      <p:bldP spid="15374" grpId="0"/>
      <p:bldP spid="15375" grpId="0"/>
      <p:bldP spid="15376" grpId="0"/>
      <p:bldP spid="48" grpId="0" animBg="1"/>
      <p:bldP spid="49" grpId="0" animBg="1"/>
      <p:bldP spid="50" grpId="0" animBg="1"/>
      <p:bldP spid="51" grpId="0" animBg="1"/>
      <p:bldP spid="52" grpId="0" animBg="1"/>
      <p:bldP spid="5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19ACA58-3A4C-4BF1-80B9-B24BE3E39742}"/>
              </a:ext>
            </a:extLst>
          </p:cNvPr>
          <p:cNvSpPr/>
          <p:nvPr/>
        </p:nvSpPr>
        <p:spPr>
          <a:xfrm>
            <a:off x="0" y="0"/>
            <a:ext cx="5781675" cy="7232650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0722" name="文本框 2">
            <a:extLst>
              <a:ext uri="{FF2B5EF4-FFF2-40B4-BE49-F238E27FC236}">
                <a16:creationId xmlns:a16="http://schemas.microsoft.com/office/drawing/2014/main" id="{FB99A04B-15DD-4B2D-9D88-EF03446DD2D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36850" y="1168400"/>
            <a:ext cx="5924550" cy="553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lang="zh-CN" altLang="en-US" sz="360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723" name="文本框 11">
            <a:extLst>
              <a:ext uri="{FF2B5EF4-FFF2-40B4-BE49-F238E27FC236}">
                <a16:creationId xmlns:a16="http://schemas.microsoft.com/office/drawing/2014/main" id="{A67D8571-671A-4F04-8E07-A78224EE46E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52663" y="4624388"/>
            <a:ext cx="3465512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88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</a:t>
            </a:r>
            <a:endParaRPr lang="zh-CN" altLang="en-US" sz="88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A6C8E4-1B2E-429F-A275-70A8DDF9B0C3}"/>
              </a:ext>
            </a:extLst>
          </p:cNvPr>
          <p:cNvSpPr/>
          <p:nvPr/>
        </p:nvSpPr>
        <p:spPr>
          <a:xfrm>
            <a:off x="6934200" y="2752725"/>
            <a:ext cx="4751388" cy="1077913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>
              <a:buFontTx/>
              <a:buNone/>
              <a:defRPr/>
            </a:pPr>
            <a:endParaRPr lang="en-US" altLang="zh-CN" sz="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>
              <a:buFontTx/>
              <a:buNone/>
              <a:defRPr/>
            </a:pPr>
            <a:r>
              <a:rPr lang="zh-CN" alt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成功项目展示</a:t>
            </a:r>
          </a:p>
          <a:p>
            <a:pPr algn="ctr">
              <a:buFontTx/>
              <a:buNone/>
              <a:defRPr/>
            </a:pPr>
            <a:endParaRPr lang="zh-CN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886D7FC-7387-4117-9001-4FE7404D4DC9}"/>
              </a:ext>
            </a:extLst>
          </p:cNvPr>
          <p:cNvSpPr txBox="1"/>
          <p:nvPr/>
        </p:nvSpPr>
        <p:spPr>
          <a:xfrm>
            <a:off x="7731125" y="3829050"/>
            <a:ext cx="282098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3CC978-83AB-46DB-81D9-631284A2ED44}"/>
              </a:ext>
            </a:extLst>
          </p:cNvPr>
          <p:cNvSpPr txBox="1"/>
          <p:nvPr/>
        </p:nvSpPr>
        <p:spPr>
          <a:xfrm>
            <a:off x="7726363" y="4757738"/>
            <a:ext cx="281940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0B24D19B-48FA-4B7A-A1D8-9D36B319AF48}"/>
              </a:ext>
            </a:extLst>
          </p:cNvPr>
          <p:cNvSpPr txBox="1"/>
          <p:nvPr/>
        </p:nvSpPr>
        <p:spPr>
          <a:xfrm>
            <a:off x="7731125" y="4286250"/>
            <a:ext cx="282098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4" name="Picture 32773" descr="122-吉林大学-img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40" y="376237"/>
            <a:ext cx="11981697" cy="7488559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21DEAC77-A697-4780-A3DB-C336E87D756C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69A3C3-89C5-4003-B245-296295498B1F}"/>
              </a:ext>
            </a:extLst>
          </p:cNvPr>
          <p:cNvSpPr/>
          <p:nvPr/>
        </p:nvSpPr>
        <p:spPr>
          <a:xfrm>
            <a:off x="381000" y="5416550"/>
            <a:ext cx="12025313" cy="1816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563887C2-D106-461B-A5A2-58BD70DEB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5614988"/>
            <a:ext cx="1144905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请替换文字内容，添加相关标题，修改文字内容，也可以直接复制你的内容到此。请替换文字内容，添加相关标题，请替换文字内容，添加相关标题，修改文字内容，也可以直接复制你的内容到此。请替换文字内容，添加相关标题，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32773" name="文本框 94">
            <a:extLst>
              <a:ext uri="{FF2B5EF4-FFF2-40B4-BE49-F238E27FC236}">
                <a16:creationId xmlns:a16="http://schemas.microsoft.com/office/drawing/2014/main" id="{3861E66F-9B6C-463D-BB65-4143174C5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AA106EEF-FAE8-F930-7255-01B79E7665AC}"/>
              </a:ext>
            </a:extLst>
          </p:cNvPr>
          <p:cNvGrpSpPr/>
          <p:nvPr/>
        </p:nvGrpSpPr>
        <p:grpSpPr>
          <a:xfrm>
            <a:off x="-2526397" y="447971"/>
            <a:ext cx="10959054" cy="6784679"/>
            <a:chOff x="-1120976" y="-242889"/>
            <a:chExt cx="12561281" cy="7514334"/>
          </a:xfrm>
        </p:grpSpPr>
        <p:pic>
          <p:nvPicPr>
            <p:cNvPr id="34825" name="Picture 34824" descr="122-吉林大学-img7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754" y="855675"/>
              <a:ext cx="9025551" cy="5640968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79A8456-DE50-86DD-EC5C-800BFBA1869D}"/>
                </a:ext>
              </a:extLst>
            </p:cNvPr>
            <p:cNvSpPr/>
            <p:nvPr/>
          </p:nvSpPr>
          <p:spPr>
            <a:xfrm rot="16200000">
              <a:off x="5298522" y="1129660"/>
              <a:ext cx="7514332" cy="4769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0A1F3EA-6D5D-0CB9-875F-02563D47A063}"/>
                </a:ext>
              </a:extLst>
            </p:cNvPr>
            <p:cNvSpPr/>
            <p:nvPr/>
          </p:nvSpPr>
          <p:spPr>
            <a:xfrm rot="16200000">
              <a:off x="-2887876" y="1926317"/>
              <a:ext cx="7112028" cy="3578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七角星 5">
            <a:extLst>
              <a:ext uri="{FF2B5EF4-FFF2-40B4-BE49-F238E27FC236}">
                <a16:creationId xmlns:a16="http://schemas.microsoft.com/office/drawing/2014/main" id="{145D1D8D-7611-49D9-8402-69924F4807B6}"/>
              </a:ext>
            </a:extLst>
          </p:cNvPr>
          <p:cNvSpPr/>
          <p:nvPr/>
        </p:nvSpPr>
        <p:spPr>
          <a:xfrm>
            <a:off x="4989513" y="2608263"/>
            <a:ext cx="2519362" cy="2447925"/>
          </a:xfrm>
          <a:prstGeom prst="star7">
            <a:avLst>
              <a:gd name="adj" fmla="val 32765"/>
              <a:gd name="hf" fmla="val 102572"/>
              <a:gd name="vf" fmla="val 105210"/>
            </a:avLst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8E8ADEF-C812-40D1-8887-F53BDBEF38B1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1CC9E30-26B8-41CB-8DA6-43DB4E88A116}"/>
              </a:ext>
            </a:extLst>
          </p:cNvPr>
          <p:cNvSpPr/>
          <p:nvPr/>
        </p:nvSpPr>
        <p:spPr>
          <a:xfrm>
            <a:off x="5781675" y="3400425"/>
            <a:ext cx="935038" cy="936625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2400" dirty="0">
                <a:solidFill>
                  <a:srgbClr val="03104B"/>
                </a:solidFill>
                <a:latin typeface="Impact" panose="020B0806030902050204" pitchFamily="34" charset="0"/>
              </a:rPr>
              <a:t>KEY</a:t>
            </a:r>
            <a:endParaRPr lang="zh-CN" altLang="en-US" sz="2400" dirty="0">
              <a:solidFill>
                <a:srgbClr val="283E4E"/>
              </a:solidFill>
              <a:latin typeface="Impact" panose="020B0806030902050204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25640035-0722-4BF4-80E3-0B966E96A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038" y="1439863"/>
            <a:ext cx="28082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7EDF77F6-B510-4364-A48F-F585F8FEF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038" y="3095625"/>
            <a:ext cx="28082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4606846D-EB76-4362-892C-137E6FA08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038" y="4895850"/>
            <a:ext cx="28082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pic>
        <p:nvPicPr>
          <p:cNvPr id="18441" name="Picture 2" descr="https://visualhunt.com/photos/l/4/stairs-shopping-mall-shop-shopping-kielce-crown.jpg" hidden="1">
            <a:extLst>
              <a:ext uri="{FF2B5EF4-FFF2-40B4-BE49-F238E27FC236}">
                <a16:creationId xmlns:a16="http://schemas.microsoft.com/office/drawing/2014/main" id="{15B69CFE-5BBC-4D2F-BD59-093448FF6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49" r="4556"/>
          <a:stretch>
            <a:fillRect/>
          </a:stretch>
        </p:blipFill>
        <p:spPr bwMode="auto">
          <a:xfrm>
            <a:off x="596900" y="1492250"/>
            <a:ext cx="3671888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文本框 94">
            <a:extLst>
              <a:ext uri="{FF2B5EF4-FFF2-40B4-BE49-F238E27FC236}">
                <a16:creationId xmlns:a16="http://schemas.microsoft.com/office/drawing/2014/main" id="{AF4708FF-9558-428E-A39E-10D87F0E2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C62436D7-70C1-4EF8-E3F1-6C97A8E9633A}"/>
              </a:ext>
            </a:extLst>
          </p:cNvPr>
          <p:cNvGrpSpPr/>
          <p:nvPr/>
        </p:nvGrpSpPr>
        <p:grpSpPr>
          <a:xfrm>
            <a:off x="946350" y="-328664"/>
            <a:ext cx="10842425" cy="8985549"/>
            <a:chOff x="1976988" y="-753269"/>
            <a:chExt cx="12427602" cy="9951896"/>
          </a:xfrm>
        </p:grpSpPr>
        <p:pic>
          <p:nvPicPr>
            <p:cNvPr id="36880" name="Picture 36879" descr="122-吉林大学-img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3087" y="-753269"/>
              <a:ext cx="11599863" cy="7249913"/>
            </a:xfrm>
            <a:prstGeom prst="rect">
              <a:avLst/>
            </a:prstGeom>
          </p:spPr>
        </p:pic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008EE04-D2AA-A1EC-8673-08C58108C231}"/>
                </a:ext>
              </a:extLst>
            </p:cNvPr>
            <p:cNvSpPr/>
            <p:nvPr/>
          </p:nvSpPr>
          <p:spPr>
            <a:xfrm>
              <a:off x="1976988" y="4590239"/>
              <a:ext cx="12272062" cy="4608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2AB75AE-F1A1-9C54-F47C-04E8B19FBFD5}"/>
                </a:ext>
              </a:extLst>
            </p:cNvPr>
            <p:cNvSpPr/>
            <p:nvPr/>
          </p:nvSpPr>
          <p:spPr>
            <a:xfrm>
              <a:off x="2132528" y="-753269"/>
              <a:ext cx="12272062" cy="17485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458" name="Picture 17" descr="https://visualhunt.com/photos/l/2/architecture-symmetry-building-build-office-work.jpg" hidden="1">
            <a:extLst>
              <a:ext uri="{FF2B5EF4-FFF2-40B4-BE49-F238E27FC236}">
                <a16:creationId xmlns:a16="http://schemas.microsoft.com/office/drawing/2014/main" id="{F8116545-84B1-4302-8064-C9DB501A3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18"/>
          <a:stretch>
            <a:fillRect/>
          </a:stretch>
        </p:blipFill>
        <p:spPr bwMode="auto">
          <a:xfrm>
            <a:off x="1244600" y="1168400"/>
            <a:ext cx="10298113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79B1E462-075A-43E9-B322-8FBFE4279130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5" name="同侧圆角矩形 14">
            <a:extLst>
              <a:ext uri="{FF2B5EF4-FFF2-40B4-BE49-F238E27FC236}">
                <a16:creationId xmlns:a16="http://schemas.microsoft.com/office/drawing/2014/main" id="{06E4C711-89FD-432E-96B0-8DE3644F98FC}"/>
              </a:ext>
            </a:extLst>
          </p:cNvPr>
          <p:cNvSpPr/>
          <p:nvPr/>
        </p:nvSpPr>
        <p:spPr>
          <a:xfrm>
            <a:off x="1244600" y="6137275"/>
            <a:ext cx="2449513" cy="1095375"/>
          </a:xfrm>
          <a:prstGeom prst="round2SameRect">
            <a:avLst>
              <a:gd name="adj1" fmla="val 46182"/>
              <a:gd name="adj2" fmla="val 0"/>
            </a:avLst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9" name="同侧圆角矩形 18">
            <a:extLst>
              <a:ext uri="{FF2B5EF4-FFF2-40B4-BE49-F238E27FC236}">
                <a16:creationId xmlns:a16="http://schemas.microsoft.com/office/drawing/2014/main" id="{4FC6A4F2-FFE8-47AE-9646-42814FD18704}"/>
              </a:ext>
            </a:extLst>
          </p:cNvPr>
          <p:cNvSpPr/>
          <p:nvPr/>
        </p:nvSpPr>
        <p:spPr>
          <a:xfrm>
            <a:off x="3910013" y="6137275"/>
            <a:ext cx="2447925" cy="1095375"/>
          </a:xfrm>
          <a:prstGeom prst="round2SameRect">
            <a:avLst>
              <a:gd name="adj1" fmla="val 46182"/>
              <a:gd name="adj2" fmla="val 0"/>
            </a:avLst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0" name="同侧圆角矩形 19">
            <a:extLst>
              <a:ext uri="{FF2B5EF4-FFF2-40B4-BE49-F238E27FC236}">
                <a16:creationId xmlns:a16="http://schemas.microsoft.com/office/drawing/2014/main" id="{CB605AA3-5010-4EA0-9E76-6E7DB097E71C}"/>
              </a:ext>
            </a:extLst>
          </p:cNvPr>
          <p:cNvSpPr/>
          <p:nvPr/>
        </p:nvSpPr>
        <p:spPr>
          <a:xfrm>
            <a:off x="6573838" y="6137275"/>
            <a:ext cx="2447925" cy="1095375"/>
          </a:xfrm>
          <a:prstGeom prst="round2SameRect">
            <a:avLst>
              <a:gd name="adj1" fmla="val 46182"/>
              <a:gd name="adj2" fmla="val 0"/>
            </a:avLst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1" name="同侧圆角矩形 20">
            <a:extLst>
              <a:ext uri="{FF2B5EF4-FFF2-40B4-BE49-F238E27FC236}">
                <a16:creationId xmlns:a16="http://schemas.microsoft.com/office/drawing/2014/main" id="{56536287-BCE2-4247-8110-03D5CC2E18D5}"/>
              </a:ext>
            </a:extLst>
          </p:cNvPr>
          <p:cNvSpPr/>
          <p:nvPr/>
        </p:nvSpPr>
        <p:spPr>
          <a:xfrm>
            <a:off x="9237663" y="6137275"/>
            <a:ext cx="2447925" cy="1095375"/>
          </a:xfrm>
          <a:prstGeom prst="round2SameRect">
            <a:avLst>
              <a:gd name="adj1" fmla="val 46182"/>
              <a:gd name="adj2" fmla="val 0"/>
            </a:avLst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9465" name="矩形 17">
            <a:extLst>
              <a:ext uri="{FF2B5EF4-FFF2-40B4-BE49-F238E27FC236}">
                <a16:creationId xmlns:a16="http://schemas.microsoft.com/office/drawing/2014/main" id="{22573B10-7FA9-4459-A894-D0F36567A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888" y="6426200"/>
            <a:ext cx="1089025" cy="646113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  <a:ea typeface="方正正粗黑简体"/>
                <a:cs typeface="方正正粗黑简体"/>
                <a:sym typeface="Arial" panose="020B0604020202020204" pitchFamily="34" charset="0"/>
              </a:rPr>
              <a:t>2015</a:t>
            </a:r>
          </a:p>
        </p:txBody>
      </p:sp>
      <p:sp>
        <p:nvSpPr>
          <p:cNvPr id="19466" name="矩形 18">
            <a:extLst>
              <a:ext uri="{FF2B5EF4-FFF2-40B4-BE49-F238E27FC236}">
                <a16:creationId xmlns:a16="http://schemas.microsoft.com/office/drawing/2014/main" id="{7ABE7962-F6B9-4988-A149-443936962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25" y="6426200"/>
            <a:ext cx="1090613" cy="646113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  <a:ea typeface="方正正粗黑简体"/>
                <a:cs typeface="方正正粗黑简体"/>
                <a:sym typeface="Arial" panose="020B0604020202020204" pitchFamily="34" charset="0"/>
              </a:rPr>
              <a:t>2016</a:t>
            </a:r>
          </a:p>
        </p:txBody>
      </p:sp>
      <p:sp>
        <p:nvSpPr>
          <p:cNvPr id="19467" name="矩形 19">
            <a:extLst>
              <a:ext uri="{FF2B5EF4-FFF2-40B4-BE49-F238E27FC236}">
                <a16:creationId xmlns:a16="http://schemas.microsoft.com/office/drawing/2014/main" id="{473FE0E6-FF63-490B-BD82-45135A109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563" y="6426200"/>
            <a:ext cx="1022350" cy="646113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  <a:ea typeface="方正正粗黑简体"/>
                <a:cs typeface="方正正粗黑简体"/>
                <a:sym typeface="Arial" panose="020B0604020202020204" pitchFamily="34" charset="0"/>
              </a:rPr>
              <a:t>2017</a:t>
            </a:r>
          </a:p>
        </p:txBody>
      </p:sp>
      <p:sp>
        <p:nvSpPr>
          <p:cNvPr id="19468" name="矩形 20">
            <a:extLst>
              <a:ext uri="{FF2B5EF4-FFF2-40B4-BE49-F238E27FC236}">
                <a16:creationId xmlns:a16="http://schemas.microsoft.com/office/drawing/2014/main" id="{A6BE0285-5AE4-424B-9968-EB98D5584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363" y="6426200"/>
            <a:ext cx="1085850" cy="646113"/>
          </a:xfrm>
          <a:prstGeom prst="rect">
            <a:avLst/>
          </a:prstGeom>
          <a:solidFill>
            <a:srgbClr val="0310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  <a:ea typeface="方正正粗黑简体"/>
                <a:cs typeface="方正正粗黑简体"/>
                <a:sym typeface="Arial" panose="020B0604020202020204" pitchFamily="34" charset="0"/>
              </a:rPr>
              <a:t>2018</a:t>
            </a: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B7E2DD62-03F8-4203-842F-59BAE712E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25" y="4479925"/>
            <a:ext cx="23764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2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C85078E5-8957-4D51-A074-EBA544707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450" y="4479925"/>
            <a:ext cx="23764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2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C55469D7-F57C-4A24-A7C7-29DC2B8A7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838" y="4479925"/>
            <a:ext cx="2376487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2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4C063278-4BF3-47CE-98E8-D5EA1CABA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7663" y="4479925"/>
            <a:ext cx="2376487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2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点击替换文字内容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</a:p>
        </p:txBody>
      </p:sp>
      <p:sp>
        <p:nvSpPr>
          <p:cNvPr id="36879" name="文本框 94">
            <a:extLst>
              <a:ext uri="{FF2B5EF4-FFF2-40B4-BE49-F238E27FC236}">
                <a16:creationId xmlns:a16="http://schemas.microsoft.com/office/drawing/2014/main" id="{CA84FD5C-6DC1-4165-A297-F74E09B77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0" grpId="0" animBg="1"/>
      <p:bldP spid="21" grpId="0" animBg="1"/>
      <p:bldP spid="19465" grpId="0" animBg="1"/>
      <p:bldP spid="19466" grpId="0" animBg="1"/>
      <p:bldP spid="19467" grpId="0" animBg="1"/>
      <p:bldP spid="19468" grpId="0" animBg="1"/>
      <p:bldP spid="22" grpId="0"/>
      <p:bldP spid="23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525B8DCB-2270-420C-AF8B-7646739CAB74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0484" name="TextBox 25">
            <a:extLst>
              <a:ext uri="{FF2B5EF4-FFF2-40B4-BE49-F238E27FC236}">
                <a16:creationId xmlns:a16="http://schemas.microsoft.com/office/drawing/2014/main" id="{9CF42F76-C82B-49E0-84F0-F95233719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465388"/>
            <a:ext cx="222726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8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Price</a:t>
            </a:r>
          </a:p>
        </p:txBody>
      </p:sp>
      <p:sp>
        <p:nvSpPr>
          <p:cNvPr id="20485" name="TextBox 27">
            <a:extLst>
              <a:ext uri="{FF2B5EF4-FFF2-40B4-BE49-F238E27FC236}">
                <a16:creationId xmlns:a16="http://schemas.microsoft.com/office/drawing/2014/main" id="{647C431B-FD7D-4CAD-9296-D78F7F7A3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788" y="2463800"/>
            <a:ext cx="22272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8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Place</a:t>
            </a:r>
          </a:p>
        </p:txBody>
      </p:sp>
      <p:sp>
        <p:nvSpPr>
          <p:cNvPr id="20486" name="TextBox 29">
            <a:extLst>
              <a:ext uri="{FF2B5EF4-FFF2-40B4-BE49-F238E27FC236}">
                <a16:creationId xmlns:a16="http://schemas.microsoft.com/office/drawing/2014/main" id="{299DA0BA-9B51-403A-9374-3B9B94795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275" y="2463800"/>
            <a:ext cx="22288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8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Product</a:t>
            </a:r>
          </a:p>
        </p:txBody>
      </p:sp>
      <p:sp>
        <p:nvSpPr>
          <p:cNvPr id="20487" name="TextBox 31">
            <a:extLst>
              <a:ext uri="{FF2B5EF4-FFF2-40B4-BE49-F238E27FC236}">
                <a16:creationId xmlns:a16="http://schemas.microsoft.com/office/drawing/2014/main" id="{3B862B0D-D6CC-41F7-9C9E-79B6D000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2463800"/>
            <a:ext cx="22288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8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Promotion</a:t>
            </a:r>
          </a:p>
        </p:txBody>
      </p:sp>
      <p:sp>
        <p:nvSpPr>
          <p:cNvPr id="28" name="流程图: 延期 27">
            <a:extLst>
              <a:ext uri="{FF2B5EF4-FFF2-40B4-BE49-F238E27FC236}">
                <a16:creationId xmlns:a16="http://schemas.microsoft.com/office/drawing/2014/main" id="{0D37478D-8BE0-4366-B80D-16101F38F79C}"/>
              </a:ext>
            </a:extLst>
          </p:cNvPr>
          <p:cNvSpPr/>
          <p:nvPr/>
        </p:nvSpPr>
        <p:spPr>
          <a:xfrm>
            <a:off x="1676400" y="2968625"/>
            <a:ext cx="2016125" cy="2447925"/>
          </a:xfrm>
          <a:prstGeom prst="flowChartDelay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9" name="流程图: 延期 28">
            <a:extLst>
              <a:ext uri="{FF2B5EF4-FFF2-40B4-BE49-F238E27FC236}">
                <a16:creationId xmlns:a16="http://schemas.microsoft.com/office/drawing/2014/main" id="{8030031F-0FAA-4457-81B9-390ED9F304FA}"/>
              </a:ext>
            </a:extLst>
          </p:cNvPr>
          <p:cNvSpPr/>
          <p:nvPr/>
        </p:nvSpPr>
        <p:spPr>
          <a:xfrm>
            <a:off x="4268788" y="2968625"/>
            <a:ext cx="2016125" cy="2447925"/>
          </a:xfrm>
          <a:prstGeom prst="flowChartDelay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0" name="流程图: 延期 29">
            <a:extLst>
              <a:ext uri="{FF2B5EF4-FFF2-40B4-BE49-F238E27FC236}">
                <a16:creationId xmlns:a16="http://schemas.microsoft.com/office/drawing/2014/main" id="{0EE39A69-A341-444E-9619-9E8D7B10C07E}"/>
              </a:ext>
            </a:extLst>
          </p:cNvPr>
          <p:cNvSpPr/>
          <p:nvPr/>
        </p:nvSpPr>
        <p:spPr>
          <a:xfrm>
            <a:off x="6645275" y="2968625"/>
            <a:ext cx="2016125" cy="2447925"/>
          </a:xfrm>
          <a:prstGeom prst="flowChartDelay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1" name="流程图: 延期 30">
            <a:extLst>
              <a:ext uri="{FF2B5EF4-FFF2-40B4-BE49-F238E27FC236}">
                <a16:creationId xmlns:a16="http://schemas.microsoft.com/office/drawing/2014/main" id="{6F5B8FFA-8900-4CF5-983C-5FE64634201C}"/>
              </a:ext>
            </a:extLst>
          </p:cNvPr>
          <p:cNvSpPr/>
          <p:nvPr/>
        </p:nvSpPr>
        <p:spPr>
          <a:xfrm>
            <a:off x="9021763" y="2968625"/>
            <a:ext cx="2016125" cy="2447925"/>
          </a:xfrm>
          <a:prstGeom prst="flowChartDelay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0492" name="矩形 36">
            <a:extLst>
              <a:ext uri="{FF2B5EF4-FFF2-40B4-BE49-F238E27FC236}">
                <a16:creationId xmlns:a16="http://schemas.microsoft.com/office/drawing/2014/main" id="{22ECEA7F-DC22-429B-902C-2B19730A9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00" y="3687763"/>
            <a:ext cx="12969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493" name="矩形 36">
            <a:extLst>
              <a:ext uri="{FF2B5EF4-FFF2-40B4-BE49-F238E27FC236}">
                <a16:creationId xmlns:a16="http://schemas.microsoft.com/office/drawing/2014/main" id="{78EA15DC-DC89-4582-B576-054732B75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8" y="3687763"/>
            <a:ext cx="12969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494" name="矩形 36">
            <a:extLst>
              <a:ext uri="{FF2B5EF4-FFF2-40B4-BE49-F238E27FC236}">
                <a16:creationId xmlns:a16="http://schemas.microsoft.com/office/drawing/2014/main" id="{0423DBAE-313E-4278-97AB-723DBD9BE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3687763"/>
            <a:ext cx="12969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495" name="矩形 36">
            <a:extLst>
              <a:ext uri="{FF2B5EF4-FFF2-40B4-BE49-F238E27FC236}">
                <a16:creationId xmlns:a16="http://schemas.microsoft.com/office/drawing/2014/main" id="{524FCD6A-5A2D-493B-BE56-AABB1375F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9100" y="3687763"/>
            <a:ext cx="12969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8926" name="文本框 94">
            <a:extLst>
              <a:ext uri="{FF2B5EF4-FFF2-40B4-BE49-F238E27FC236}">
                <a16:creationId xmlns:a16="http://schemas.microsoft.com/office/drawing/2014/main" id="{A6123D25-DD0A-40D7-8F34-A7D36E237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5" grpId="0"/>
      <p:bldP spid="20486" grpId="0"/>
      <p:bldP spid="20487" grpId="0"/>
      <p:bldP spid="28" grpId="0" animBg="1"/>
      <p:bldP spid="29" grpId="0" animBg="1"/>
      <p:bldP spid="30" grpId="0" animBg="1"/>
      <p:bldP spid="31" grpId="0" animBg="1"/>
      <p:bldP spid="20492" grpId="0"/>
      <p:bldP spid="20493" grpId="0"/>
      <p:bldP spid="20494" grpId="0"/>
      <p:bldP spid="2049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7319D936-EFF4-486C-A4AE-CF671972D44D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1508" name="TextBox 25">
            <a:extLst>
              <a:ext uri="{FF2B5EF4-FFF2-40B4-BE49-F238E27FC236}">
                <a16:creationId xmlns:a16="http://schemas.microsoft.com/office/drawing/2014/main" id="{E9E99E69-F695-49EA-8655-045B9642F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788" y="3908425"/>
            <a:ext cx="22272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8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Price</a:t>
            </a:r>
          </a:p>
        </p:txBody>
      </p:sp>
      <p:sp>
        <p:nvSpPr>
          <p:cNvPr id="21509" name="TextBox 27">
            <a:extLst>
              <a:ext uri="{FF2B5EF4-FFF2-40B4-BE49-F238E27FC236}">
                <a16:creationId xmlns:a16="http://schemas.microsoft.com/office/drawing/2014/main" id="{E9DD726B-C019-4993-886B-88EBEBC5E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738" y="2249488"/>
            <a:ext cx="22272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8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Place</a:t>
            </a:r>
          </a:p>
        </p:txBody>
      </p:sp>
      <p:sp>
        <p:nvSpPr>
          <p:cNvPr id="21510" name="TextBox 29">
            <a:extLst>
              <a:ext uri="{FF2B5EF4-FFF2-40B4-BE49-F238E27FC236}">
                <a16:creationId xmlns:a16="http://schemas.microsoft.com/office/drawing/2014/main" id="{D2B12A4C-B86A-4A5D-89D0-266EF1599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713" y="4479925"/>
            <a:ext cx="22288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8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Product</a:t>
            </a:r>
          </a:p>
        </p:txBody>
      </p:sp>
      <p:sp>
        <p:nvSpPr>
          <p:cNvPr id="21511" name="TextBox 31">
            <a:extLst>
              <a:ext uri="{FF2B5EF4-FFF2-40B4-BE49-F238E27FC236}">
                <a16:creationId xmlns:a16="http://schemas.microsoft.com/office/drawing/2014/main" id="{7E189DB7-99A0-4493-AF08-20A662A9B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863" y="2609850"/>
            <a:ext cx="22288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8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Promotion</a:t>
            </a:r>
          </a:p>
        </p:txBody>
      </p:sp>
      <p:sp>
        <p:nvSpPr>
          <p:cNvPr id="22" name="流程图: 联系 21">
            <a:extLst>
              <a:ext uri="{FF2B5EF4-FFF2-40B4-BE49-F238E27FC236}">
                <a16:creationId xmlns:a16="http://schemas.microsoft.com/office/drawing/2014/main" id="{0A471027-AEE4-4C21-AE3B-B0058B544094}"/>
              </a:ext>
            </a:extLst>
          </p:cNvPr>
          <p:cNvSpPr/>
          <p:nvPr/>
        </p:nvSpPr>
        <p:spPr>
          <a:xfrm>
            <a:off x="1897063" y="3041650"/>
            <a:ext cx="2233612" cy="2232025"/>
          </a:xfrm>
          <a:prstGeom prst="flowChartConnector">
            <a:avLst/>
          </a:prstGeom>
          <a:noFill/>
          <a:ln w="28575">
            <a:solidFill>
              <a:srgbClr val="031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7" name="流程图: 联系 36">
            <a:extLst>
              <a:ext uri="{FF2B5EF4-FFF2-40B4-BE49-F238E27FC236}">
                <a16:creationId xmlns:a16="http://schemas.microsoft.com/office/drawing/2014/main" id="{72A2BB58-06D8-476E-9D15-085E6C787C5D}"/>
              </a:ext>
            </a:extLst>
          </p:cNvPr>
          <p:cNvSpPr/>
          <p:nvPr/>
        </p:nvSpPr>
        <p:spPr>
          <a:xfrm>
            <a:off x="2114550" y="3267075"/>
            <a:ext cx="1790700" cy="1790700"/>
          </a:xfrm>
          <a:prstGeom prst="flowChartConnector">
            <a:avLst/>
          </a:prstGeom>
          <a:noFill/>
          <a:ln w="28575">
            <a:solidFill>
              <a:srgbClr val="031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9" name="流程图: 联系 38">
            <a:extLst>
              <a:ext uri="{FF2B5EF4-FFF2-40B4-BE49-F238E27FC236}">
                <a16:creationId xmlns:a16="http://schemas.microsoft.com/office/drawing/2014/main" id="{A52AF0FF-5408-464B-A22E-AF7B323D2F79}"/>
              </a:ext>
            </a:extLst>
          </p:cNvPr>
          <p:cNvSpPr/>
          <p:nvPr/>
        </p:nvSpPr>
        <p:spPr>
          <a:xfrm>
            <a:off x="4418013" y="1385888"/>
            <a:ext cx="2232025" cy="2232025"/>
          </a:xfrm>
          <a:prstGeom prst="flowChartConnector">
            <a:avLst/>
          </a:prstGeom>
          <a:noFill/>
          <a:ln w="28575">
            <a:solidFill>
              <a:srgbClr val="031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40" name="流程图: 联系 39">
            <a:extLst>
              <a:ext uri="{FF2B5EF4-FFF2-40B4-BE49-F238E27FC236}">
                <a16:creationId xmlns:a16="http://schemas.microsoft.com/office/drawing/2014/main" id="{F039E005-598C-4C2B-8638-3B72FEE64E80}"/>
              </a:ext>
            </a:extLst>
          </p:cNvPr>
          <p:cNvSpPr/>
          <p:nvPr/>
        </p:nvSpPr>
        <p:spPr>
          <a:xfrm>
            <a:off x="4633913" y="1609725"/>
            <a:ext cx="1792287" cy="1792288"/>
          </a:xfrm>
          <a:prstGeom prst="flowChartConnector">
            <a:avLst/>
          </a:prstGeom>
          <a:noFill/>
          <a:ln w="28575">
            <a:solidFill>
              <a:srgbClr val="031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41" name="流程图: 联系 40">
            <a:extLst>
              <a:ext uri="{FF2B5EF4-FFF2-40B4-BE49-F238E27FC236}">
                <a16:creationId xmlns:a16="http://schemas.microsoft.com/office/drawing/2014/main" id="{CB6D71C7-3BE3-4B4F-9698-03CEA07051EB}"/>
              </a:ext>
            </a:extLst>
          </p:cNvPr>
          <p:cNvSpPr/>
          <p:nvPr/>
        </p:nvSpPr>
        <p:spPr>
          <a:xfrm>
            <a:off x="6721475" y="3616325"/>
            <a:ext cx="2232025" cy="2232025"/>
          </a:xfrm>
          <a:prstGeom prst="flowChartConnector">
            <a:avLst/>
          </a:prstGeom>
          <a:noFill/>
          <a:ln w="28575">
            <a:solidFill>
              <a:srgbClr val="031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42" name="流程图: 联系 41">
            <a:extLst>
              <a:ext uri="{FF2B5EF4-FFF2-40B4-BE49-F238E27FC236}">
                <a16:creationId xmlns:a16="http://schemas.microsoft.com/office/drawing/2014/main" id="{F10B56EA-1EBB-4C2F-8F57-EA1545784476}"/>
              </a:ext>
            </a:extLst>
          </p:cNvPr>
          <p:cNvSpPr/>
          <p:nvPr/>
        </p:nvSpPr>
        <p:spPr>
          <a:xfrm>
            <a:off x="6937375" y="3840163"/>
            <a:ext cx="1790700" cy="1792287"/>
          </a:xfrm>
          <a:prstGeom prst="flowChartConnector">
            <a:avLst/>
          </a:prstGeom>
          <a:noFill/>
          <a:ln w="28575">
            <a:solidFill>
              <a:srgbClr val="031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43" name="流程图: 联系 42">
            <a:extLst>
              <a:ext uri="{FF2B5EF4-FFF2-40B4-BE49-F238E27FC236}">
                <a16:creationId xmlns:a16="http://schemas.microsoft.com/office/drawing/2014/main" id="{990398EF-24DA-48F0-BDB4-63B31C4319EE}"/>
              </a:ext>
            </a:extLst>
          </p:cNvPr>
          <p:cNvSpPr/>
          <p:nvPr/>
        </p:nvSpPr>
        <p:spPr>
          <a:xfrm>
            <a:off x="8950325" y="1746250"/>
            <a:ext cx="2232025" cy="2232025"/>
          </a:xfrm>
          <a:prstGeom prst="flowChartConnector">
            <a:avLst/>
          </a:prstGeom>
          <a:noFill/>
          <a:ln w="28575">
            <a:solidFill>
              <a:srgbClr val="031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44" name="流程图: 联系 43">
            <a:extLst>
              <a:ext uri="{FF2B5EF4-FFF2-40B4-BE49-F238E27FC236}">
                <a16:creationId xmlns:a16="http://schemas.microsoft.com/office/drawing/2014/main" id="{DD21DBA4-956D-488B-A0D2-89A7D6CFFEEB}"/>
              </a:ext>
            </a:extLst>
          </p:cNvPr>
          <p:cNvSpPr/>
          <p:nvPr/>
        </p:nvSpPr>
        <p:spPr>
          <a:xfrm>
            <a:off x="9166225" y="1970088"/>
            <a:ext cx="1790700" cy="1792287"/>
          </a:xfrm>
          <a:prstGeom prst="flowChartConnector">
            <a:avLst/>
          </a:prstGeom>
          <a:noFill/>
          <a:ln w="28575">
            <a:solidFill>
              <a:srgbClr val="031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1520" name="矩形 28">
            <a:extLst>
              <a:ext uri="{FF2B5EF4-FFF2-40B4-BE49-F238E27FC236}">
                <a16:creationId xmlns:a16="http://schemas.microsoft.com/office/drawing/2014/main" id="{A667F3BB-B600-4F93-A7C1-7A498494D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5419725"/>
            <a:ext cx="2087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21521" name="矩形 28">
            <a:extLst>
              <a:ext uri="{FF2B5EF4-FFF2-40B4-BE49-F238E27FC236}">
                <a16:creationId xmlns:a16="http://schemas.microsoft.com/office/drawing/2014/main" id="{AA3053D3-2F0D-419B-8CDD-5E0633A10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8" y="3687763"/>
            <a:ext cx="2089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21522" name="矩形 28">
            <a:extLst>
              <a:ext uri="{FF2B5EF4-FFF2-40B4-BE49-F238E27FC236}">
                <a16:creationId xmlns:a16="http://schemas.microsoft.com/office/drawing/2014/main" id="{8179D185-774A-49DE-95C3-EBEEE334A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5919788"/>
            <a:ext cx="20891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21523" name="矩形 28">
            <a:extLst>
              <a:ext uri="{FF2B5EF4-FFF2-40B4-BE49-F238E27FC236}">
                <a16:creationId xmlns:a16="http://schemas.microsoft.com/office/drawing/2014/main" id="{B6DADFF2-7F76-4D10-A7F2-B8ED8F529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3200" y="4051300"/>
            <a:ext cx="2089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40978" name="文本框 94">
            <a:extLst>
              <a:ext uri="{FF2B5EF4-FFF2-40B4-BE49-F238E27FC236}">
                <a16:creationId xmlns:a16="http://schemas.microsoft.com/office/drawing/2014/main" id="{58AFC045-A65F-4EBB-83B5-AECF1E848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9" grpId="0"/>
      <p:bldP spid="21510" grpId="0"/>
      <p:bldP spid="21511" grpId="0"/>
      <p:bldP spid="22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21520" grpId="0"/>
      <p:bldP spid="21521" grpId="0"/>
      <p:bldP spid="21522" grpId="0"/>
      <p:bldP spid="215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37FDB51-6177-4C62-AAC0-1DF60DFC1680}"/>
              </a:ext>
            </a:extLst>
          </p:cNvPr>
          <p:cNvSpPr/>
          <p:nvPr/>
        </p:nvSpPr>
        <p:spPr>
          <a:xfrm>
            <a:off x="0" y="0"/>
            <a:ext cx="5781675" cy="7232650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43010" name="文本框 2">
            <a:extLst>
              <a:ext uri="{FF2B5EF4-FFF2-40B4-BE49-F238E27FC236}">
                <a16:creationId xmlns:a16="http://schemas.microsoft.com/office/drawing/2014/main" id="{007D8165-C3F6-422E-96FB-62B93FC8571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36850" y="1168400"/>
            <a:ext cx="5924550" cy="553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  <a:endParaRPr lang="zh-CN" altLang="en-US" sz="360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011" name="文本框 11">
            <a:extLst>
              <a:ext uri="{FF2B5EF4-FFF2-40B4-BE49-F238E27FC236}">
                <a16:creationId xmlns:a16="http://schemas.microsoft.com/office/drawing/2014/main" id="{87564486-69E9-4C38-A6AB-FDDF2295D37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52663" y="4624388"/>
            <a:ext cx="3465512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88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</a:t>
            </a:r>
            <a:endParaRPr lang="zh-CN" altLang="en-US" sz="880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0179EE-BB43-4CAD-9286-9E8D0498D28D}"/>
              </a:ext>
            </a:extLst>
          </p:cNvPr>
          <p:cNvSpPr/>
          <p:nvPr/>
        </p:nvSpPr>
        <p:spPr>
          <a:xfrm>
            <a:off x="6934200" y="2752725"/>
            <a:ext cx="4751388" cy="1077913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>
              <a:buFontTx/>
              <a:buNone/>
              <a:defRPr/>
            </a:pPr>
            <a:endParaRPr lang="en-US" altLang="zh-CN" sz="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>
              <a:buFontTx/>
              <a:buNone/>
              <a:defRPr/>
            </a:pPr>
            <a:r>
              <a:rPr lang="zh-CN" alt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明年工作计划</a:t>
            </a:r>
          </a:p>
          <a:p>
            <a:pPr algn="ctr">
              <a:buFontTx/>
              <a:buNone/>
              <a:defRPr/>
            </a:pPr>
            <a:endParaRPr lang="zh-CN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0313154-4382-4730-8CF8-ED2B7181FEF8}"/>
              </a:ext>
            </a:extLst>
          </p:cNvPr>
          <p:cNvSpPr txBox="1"/>
          <p:nvPr/>
        </p:nvSpPr>
        <p:spPr>
          <a:xfrm>
            <a:off x="7731125" y="3829050"/>
            <a:ext cx="282098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30A0E-24A4-406E-8DFF-875FC7E6AF36}"/>
              </a:ext>
            </a:extLst>
          </p:cNvPr>
          <p:cNvSpPr txBox="1"/>
          <p:nvPr/>
        </p:nvSpPr>
        <p:spPr>
          <a:xfrm>
            <a:off x="7726363" y="4757738"/>
            <a:ext cx="281940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CFFA6C63-7BEE-42DA-AEF9-E082FB4B68F5}"/>
              </a:ext>
            </a:extLst>
          </p:cNvPr>
          <p:cNvSpPr txBox="1"/>
          <p:nvPr/>
        </p:nvSpPr>
        <p:spPr>
          <a:xfrm>
            <a:off x="7731125" y="4286250"/>
            <a:ext cx="282098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846215C-1749-9A02-5958-2905983914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543" y="756246"/>
            <a:ext cx="2867824" cy="153292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E2298F7B-721E-14BB-BC26-B58712996C79}"/>
              </a:ext>
            </a:extLst>
          </p:cNvPr>
          <p:cNvGrpSpPr/>
          <p:nvPr/>
        </p:nvGrpSpPr>
        <p:grpSpPr>
          <a:xfrm>
            <a:off x="254449" y="-2466850"/>
            <a:ext cx="12310957" cy="12197565"/>
            <a:chOff x="1976987" y="-3226592"/>
            <a:chExt cx="12310957" cy="12197565"/>
          </a:xfrm>
        </p:grpSpPr>
        <p:pic>
          <p:nvPicPr>
            <p:cNvPr id="45062" name="Picture 45061" descr="122-吉林大学-img1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3087" y="-753269"/>
              <a:ext cx="11599863" cy="724991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39E068D-9E7A-779D-3410-4642C8A41DC8}"/>
                </a:ext>
              </a:extLst>
            </p:cNvPr>
            <p:cNvSpPr/>
            <p:nvPr/>
          </p:nvSpPr>
          <p:spPr>
            <a:xfrm>
              <a:off x="1976987" y="4362585"/>
              <a:ext cx="12272062" cy="4608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662ED8-905F-CFE3-3BE6-43B44EA5713A}"/>
                </a:ext>
              </a:extLst>
            </p:cNvPr>
            <p:cNvSpPr/>
            <p:nvPr/>
          </p:nvSpPr>
          <p:spPr>
            <a:xfrm>
              <a:off x="2015882" y="-3226592"/>
              <a:ext cx="12272062" cy="4608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3554" name="Picture 2" descr="https://visualhunt.com/photos/l/4/laptop-tablet-home-office-office-notes-work.jpg" hidden="1">
            <a:extLst>
              <a:ext uri="{FF2B5EF4-FFF2-40B4-BE49-F238E27FC236}">
                <a16:creationId xmlns:a16="http://schemas.microsoft.com/office/drawing/2014/main" id="{133532B6-3015-4410-8AB2-D1E3A2EC7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6"/>
          <a:stretch>
            <a:fillRect/>
          </a:stretch>
        </p:blipFill>
        <p:spPr bwMode="auto">
          <a:xfrm>
            <a:off x="596900" y="2079625"/>
            <a:ext cx="11593513" cy="304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2DC1749D-043C-445E-982A-7789969B7433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3" name="TextBox 39">
            <a:extLst>
              <a:ext uri="{FF2B5EF4-FFF2-40B4-BE49-F238E27FC236}">
                <a16:creationId xmlns:a16="http://schemas.microsoft.com/office/drawing/2014/main" id="{12141F6C-EB18-45B9-B6DC-B1B740221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663" y="879475"/>
            <a:ext cx="777875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
ADD RELATED TITLE WORDS</a:t>
            </a:r>
            <a:endParaRPr lang="en-US" altLang="zh-CN" sz="2800" b="1">
              <a:solidFill>
                <a:srgbClr val="283E4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r"/>
            <a:r>
              <a:rPr lang="en-US" altLang="zh-CN" sz="5400">
                <a:solidFill>
                  <a:srgbClr val="03104B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zh-CN" altLang="en-US" sz="5400">
              <a:solidFill>
                <a:srgbClr val="283E4E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58" name="Text Box 10">
            <a:extLst>
              <a:ext uri="{FF2B5EF4-FFF2-40B4-BE49-F238E27FC236}">
                <a16:creationId xmlns:a16="http://schemas.microsoft.com/office/drawing/2014/main" id="{2A04949C-8C7E-4C89-B438-F95BE9D2D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5194300"/>
            <a:ext cx="8712200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请替换文字内容，添加相关标题，修改文字内容，也可以直接复制你的内容到此。请替换文字内容，添加相关标题，请替换文字内容，添加相关标题，修改文字内容，也可以直接复制你的内容到此。</a:t>
            </a:r>
            <a:endParaRPr lang="en-US" altLang="zh-CN">
              <a:solidFill>
                <a:srgbClr val="283E4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061" name="文本框 94">
            <a:extLst>
              <a:ext uri="{FF2B5EF4-FFF2-40B4-BE49-F238E27FC236}">
                <a16:creationId xmlns:a16="http://schemas.microsoft.com/office/drawing/2014/main" id="{00D04209-4E4D-4700-9180-533469E9C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明年工作计划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55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A1F0FED0-9C49-4354-9BAC-F4FED770DA3E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47106" name="文本框 94">
            <a:extLst>
              <a:ext uri="{FF2B5EF4-FFF2-40B4-BE49-F238E27FC236}">
                <a16:creationId xmlns:a16="http://schemas.microsoft.com/office/drawing/2014/main" id="{F1607657-B4E7-4015-980E-50F5ACF21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明年工作计划</a:t>
            </a:r>
          </a:p>
        </p:txBody>
      </p:sp>
      <p:grpSp>
        <p:nvGrpSpPr>
          <p:cNvPr id="2" name="Group 274">
            <a:extLst>
              <a:ext uri="{FF2B5EF4-FFF2-40B4-BE49-F238E27FC236}">
                <a16:creationId xmlns:a16="http://schemas.microsoft.com/office/drawing/2014/main" id="{D0ED31F0-29FA-4B25-B540-AEFA42D22A9E}"/>
              </a:ext>
            </a:extLst>
          </p:cNvPr>
          <p:cNvGrpSpPr/>
          <p:nvPr/>
        </p:nvGrpSpPr>
        <p:grpSpPr>
          <a:xfrm>
            <a:off x="926465" y="2357119"/>
            <a:ext cx="5876925" cy="3077210"/>
            <a:chOff x="538789" y="1131575"/>
            <a:chExt cx="5819028" cy="2895599"/>
          </a:xfrm>
          <a:solidFill>
            <a:srgbClr val="283E4E"/>
          </a:solidFill>
        </p:grpSpPr>
        <p:grpSp>
          <p:nvGrpSpPr>
            <p:cNvPr id="13" name="Group 341">
              <a:extLst>
                <a:ext uri="{FF2B5EF4-FFF2-40B4-BE49-F238E27FC236}">
                  <a16:creationId xmlns:a16="http://schemas.microsoft.com/office/drawing/2014/main" id="{5F6A983C-3537-46F7-B051-098383829E76}"/>
                </a:ext>
              </a:extLst>
            </p:cNvPr>
            <p:cNvGrpSpPr/>
            <p:nvPr/>
          </p:nvGrpSpPr>
          <p:grpSpPr>
            <a:xfrm>
              <a:off x="2984512" y="2355982"/>
              <a:ext cx="1110006" cy="1241414"/>
              <a:chOff x="4097338" y="2217738"/>
              <a:chExt cx="1139825" cy="1274763"/>
            </a:xfrm>
            <a:grpFill/>
          </p:grpSpPr>
          <p:sp>
            <p:nvSpPr>
              <p:cNvPr id="174" name="Freeform 5">
                <a:extLst>
                  <a:ext uri="{FF2B5EF4-FFF2-40B4-BE49-F238E27FC236}">
                    <a16:creationId xmlns:a16="http://schemas.microsoft.com/office/drawing/2014/main" id="{E4D5ABB0-C667-46A0-A82E-2C3F2BBDFEFB}"/>
                  </a:ext>
                </a:extLst>
              </p:cNvPr>
              <p:cNvSpPr/>
              <p:nvPr/>
            </p:nvSpPr>
            <p:spPr bwMode="auto">
              <a:xfrm>
                <a:off x="5102225" y="3086100"/>
                <a:ext cx="120650" cy="233363"/>
              </a:xfrm>
              <a:custGeom>
                <a:avLst/>
                <a:gdLst/>
                <a:ahLst/>
                <a:cxnLst>
                  <a:cxn ang="0">
                    <a:pos x="9" y="114"/>
                  </a:cxn>
                  <a:cxn ang="0">
                    <a:pos x="18" y="94"/>
                  </a:cxn>
                  <a:cxn ang="0">
                    <a:pos x="11" y="71"/>
                  </a:cxn>
                  <a:cxn ang="0">
                    <a:pos x="40" y="43"/>
                  </a:cxn>
                  <a:cxn ang="0">
                    <a:pos x="71" y="13"/>
                  </a:cxn>
                  <a:cxn ang="0">
                    <a:pos x="73" y="0"/>
                  </a:cxn>
                  <a:cxn ang="0">
                    <a:pos x="91" y="42"/>
                  </a:cxn>
                  <a:cxn ang="0">
                    <a:pos x="91" y="49"/>
                  </a:cxn>
                  <a:cxn ang="0">
                    <a:pos x="84" y="47"/>
                  </a:cxn>
                  <a:cxn ang="0">
                    <a:pos x="64" y="126"/>
                  </a:cxn>
                  <a:cxn ang="0">
                    <a:pos x="25" y="175"/>
                  </a:cxn>
                  <a:cxn ang="0">
                    <a:pos x="5" y="151"/>
                  </a:cxn>
                  <a:cxn ang="0">
                    <a:pos x="5" y="140"/>
                  </a:cxn>
                  <a:cxn ang="0">
                    <a:pos x="0" y="122"/>
                  </a:cxn>
                  <a:cxn ang="0">
                    <a:pos x="9" y="114"/>
                  </a:cxn>
                </a:cxnLst>
                <a:rect l="0" t="0" r="r" b="b"/>
                <a:pathLst>
                  <a:path w="91" h="175">
                    <a:moveTo>
                      <a:pt x="9" y="114"/>
                    </a:moveTo>
                    <a:cubicBezTo>
                      <a:pt x="9" y="114"/>
                      <a:pt x="18" y="95"/>
                      <a:pt x="18" y="94"/>
                    </a:cubicBezTo>
                    <a:cubicBezTo>
                      <a:pt x="18" y="89"/>
                      <a:pt x="11" y="78"/>
                      <a:pt x="11" y="71"/>
                    </a:cubicBezTo>
                    <a:cubicBezTo>
                      <a:pt x="11" y="49"/>
                      <a:pt x="27" y="50"/>
                      <a:pt x="40" y="43"/>
                    </a:cubicBezTo>
                    <a:cubicBezTo>
                      <a:pt x="50" y="37"/>
                      <a:pt x="64" y="20"/>
                      <a:pt x="71" y="13"/>
                    </a:cubicBezTo>
                    <a:cubicBezTo>
                      <a:pt x="73" y="11"/>
                      <a:pt x="72" y="4"/>
                      <a:pt x="73" y="0"/>
                    </a:cubicBezTo>
                    <a:cubicBezTo>
                      <a:pt x="88" y="2"/>
                      <a:pt x="87" y="31"/>
                      <a:pt x="91" y="42"/>
                    </a:cubicBezTo>
                    <a:cubicBezTo>
                      <a:pt x="91" y="49"/>
                      <a:pt x="91" y="49"/>
                      <a:pt x="91" y="49"/>
                    </a:cubicBezTo>
                    <a:cubicBezTo>
                      <a:pt x="89" y="48"/>
                      <a:pt x="85" y="47"/>
                      <a:pt x="84" y="47"/>
                    </a:cubicBezTo>
                    <a:cubicBezTo>
                      <a:pt x="84" y="79"/>
                      <a:pt x="74" y="101"/>
                      <a:pt x="64" y="126"/>
                    </a:cubicBezTo>
                    <a:cubicBezTo>
                      <a:pt x="56" y="146"/>
                      <a:pt x="52" y="175"/>
                      <a:pt x="25" y="175"/>
                    </a:cubicBezTo>
                    <a:cubicBezTo>
                      <a:pt x="14" y="175"/>
                      <a:pt x="5" y="163"/>
                      <a:pt x="5" y="151"/>
                    </a:cubicBezTo>
                    <a:cubicBezTo>
                      <a:pt x="5" y="145"/>
                      <a:pt x="6" y="143"/>
                      <a:pt x="5" y="140"/>
                    </a:cubicBezTo>
                    <a:cubicBezTo>
                      <a:pt x="0" y="136"/>
                      <a:pt x="0" y="129"/>
                      <a:pt x="0" y="122"/>
                    </a:cubicBezTo>
                    <a:cubicBezTo>
                      <a:pt x="0" y="121"/>
                      <a:pt x="8" y="114"/>
                      <a:pt x="9" y="1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75" name="Freeform 6">
                <a:extLst>
                  <a:ext uri="{FF2B5EF4-FFF2-40B4-BE49-F238E27FC236}">
                    <a16:creationId xmlns:a16="http://schemas.microsoft.com/office/drawing/2014/main" id="{CEFA561A-02D8-4AA5-909E-61BF17013D70}"/>
                  </a:ext>
                </a:extLst>
              </p:cNvPr>
              <p:cNvSpPr/>
              <p:nvPr/>
            </p:nvSpPr>
            <p:spPr bwMode="auto">
              <a:xfrm>
                <a:off x="4097338" y="2217738"/>
                <a:ext cx="1139825" cy="1274763"/>
              </a:xfrm>
              <a:custGeom>
                <a:avLst/>
                <a:gdLst/>
                <a:ahLst/>
                <a:cxnLst>
                  <a:cxn ang="0">
                    <a:pos x="499" y="66"/>
                  </a:cxn>
                  <a:cxn ang="0">
                    <a:pos x="527" y="81"/>
                  </a:cxn>
                  <a:cxn ang="0">
                    <a:pos x="609" y="86"/>
                  </a:cxn>
                  <a:cxn ang="0">
                    <a:pos x="644" y="89"/>
                  </a:cxn>
                  <a:cxn ang="0">
                    <a:pos x="644" y="136"/>
                  </a:cxn>
                  <a:cxn ang="0">
                    <a:pos x="620" y="115"/>
                  </a:cxn>
                  <a:cxn ang="0">
                    <a:pos x="679" y="223"/>
                  </a:cxn>
                  <a:cxn ang="0">
                    <a:pos x="699" y="267"/>
                  </a:cxn>
                  <a:cxn ang="0">
                    <a:pos x="730" y="310"/>
                  </a:cxn>
                  <a:cxn ang="0">
                    <a:pos x="755" y="348"/>
                  </a:cxn>
                  <a:cxn ang="0">
                    <a:pos x="787" y="359"/>
                  </a:cxn>
                  <a:cxn ang="0">
                    <a:pos x="853" y="346"/>
                  </a:cxn>
                  <a:cxn ang="0">
                    <a:pos x="826" y="425"/>
                  </a:cxn>
                  <a:cxn ang="0">
                    <a:pos x="719" y="541"/>
                  </a:cxn>
                  <a:cxn ang="0">
                    <a:pos x="708" y="600"/>
                  </a:cxn>
                  <a:cxn ang="0">
                    <a:pos x="721" y="638"/>
                  </a:cxn>
                  <a:cxn ang="0">
                    <a:pos x="720" y="676"/>
                  </a:cxn>
                  <a:cxn ang="0">
                    <a:pos x="660" y="745"/>
                  </a:cxn>
                  <a:cxn ang="0">
                    <a:pos x="659" y="788"/>
                  </a:cxn>
                  <a:cxn ang="0">
                    <a:pos x="643" y="816"/>
                  </a:cxn>
                  <a:cxn ang="0">
                    <a:pos x="627" y="846"/>
                  </a:cxn>
                  <a:cxn ang="0">
                    <a:pos x="592" y="902"/>
                  </a:cxn>
                  <a:cxn ang="0">
                    <a:pos x="538" y="946"/>
                  </a:cxn>
                  <a:cxn ang="0">
                    <a:pos x="512" y="944"/>
                  </a:cxn>
                  <a:cxn ang="0">
                    <a:pos x="452" y="949"/>
                  </a:cxn>
                  <a:cxn ang="0">
                    <a:pos x="440" y="929"/>
                  </a:cxn>
                  <a:cxn ang="0">
                    <a:pos x="431" y="893"/>
                  </a:cxn>
                  <a:cxn ang="0">
                    <a:pos x="395" y="789"/>
                  </a:cxn>
                  <a:cxn ang="0">
                    <a:pos x="360" y="708"/>
                  </a:cxn>
                  <a:cxn ang="0">
                    <a:pos x="382" y="621"/>
                  </a:cxn>
                  <a:cxn ang="0">
                    <a:pos x="364" y="558"/>
                  </a:cxn>
                  <a:cxn ang="0">
                    <a:pos x="337" y="490"/>
                  </a:cxn>
                  <a:cxn ang="0">
                    <a:pos x="342" y="461"/>
                  </a:cxn>
                  <a:cxn ang="0">
                    <a:pos x="295" y="443"/>
                  </a:cxn>
                  <a:cxn ang="0">
                    <a:pos x="206" y="433"/>
                  </a:cxn>
                  <a:cxn ang="0">
                    <a:pos x="164" y="434"/>
                  </a:cxn>
                  <a:cxn ang="0">
                    <a:pos x="109" y="439"/>
                  </a:cxn>
                  <a:cxn ang="0">
                    <a:pos x="40" y="369"/>
                  </a:cxn>
                  <a:cxn ang="0">
                    <a:pos x="7" y="338"/>
                  </a:cxn>
                  <a:cxn ang="0">
                    <a:pos x="7" y="324"/>
                  </a:cxn>
                  <a:cxn ang="0">
                    <a:pos x="18" y="269"/>
                  </a:cxn>
                  <a:cxn ang="0">
                    <a:pos x="22" y="199"/>
                  </a:cxn>
                  <a:cxn ang="0">
                    <a:pos x="77" y="132"/>
                  </a:cxn>
                  <a:cxn ang="0">
                    <a:pos x="104" y="77"/>
                  </a:cxn>
                  <a:cxn ang="0">
                    <a:pos x="141" y="36"/>
                  </a:cxn>
                  <a:cxn ang="0">
                    <a:pos x="187" y="35"/>
                  </a:cxn>
                  <a:cxn ang="0">
                    <a:pos x="273" y="6"/>
                  </a:cxn>
                  <a:cxn ang="0">
                    <a:pos x="307" y="4"/>
                  </a:cxn>
                  <a:cxn ang="0">
                    <a:pos x="338" y="0"/>
                  </a:cxn>
                  <a:cxn ang="0">
                    <a:pos x="358" y="6"/>
                  </a:cxn>
                  <a:cxn ang="0">
                    <a:pos x="357" y="27"/>
                  </a:cxn>
                  <a:cxn ang="0">
                    <a:pos x="371" y="64"/>
                  </a:cxn>
                  <a:cxn ang="0">
                    <a:pos x="455" y="100"/>
                  </a:cxn>
                  <a:cxn ang="0">
                    <a:pos x="464" y="84"/>
                  </a:cxn>
                  <a:cxn ang="0">
                    <a:pos x="490" y="66"/>
                  </a:cxn>
                </a:cxnLst>
                <a:rect l="0" t="0" r="r" b="b"/>
                <a:pathLst>
                  <a:path w="856" h="957">
                    <a:moveTo>
                      <a:pt x="490" y="66"/>
                    </a:moveTo>
                    <a:cubicBezTo>
                      <a:pt x="499" y="66"/>
                      <a:pt x="499" y="66"/>
                      <a:pt x="499" y="66"/>
                    </a:cubicBezTo>
                    <a:cubicBezTo>
                      <a:pt x="499" y="73"/>
                      <a:pt x="504" y="74"/>
                      <a:pt x="506" y="77"/>
                    </a:cubicBezTo>
                    <a:cubicBezTo>
                      <a:pt x="510" y="82"/>
                      <a:pt x="520" y="78"/>
                      <a:pt x="527" y="81"/>
                    </a:cubicBezTo>
                    <a:cubicBezTo>
                      <a:pt x="541" y="86"/>
                      <a:pt x="561" y="93"/>
                      <a:pt x="576" y="93"/>
                    </a:cubicBezTo>
                    <a:cubicBezTo>
                      <a:pt x="591" y="93"/>
                      <a:pt x="595" y="86"/>
                      <a:pt x="609" y="86"/>
                    </a:cubicBezTo>
                    <a:cubicBezTo>
                      <a:pt x="617" y="86"/>
                      <a:pt x="622" y="92"/>
                      <a:pt x="632" y="92"/>
                    </a:cubicBezTo>
                    <a:cubicBezTo>
                      <a:pt x="638" y="92"/>
                      <a:pt x="638" y="90"/>
                      <a:pt x="644" y="89"/>
                    </a:cubicBezTo>
                    <a:cubicBezTo>
                      <a:pt x="647" y="96"/>
                      <a:pt x="653" y="102"/>
                      <a:pt x="653" y="111"/>
                    </a:cubicBezTo>
                    <a:cubicBezTo>
                      <a:pt x="653" y="115"/>
                      <a:pt x="646" y="131"/>
                      <a:pt x="644" y="136"/>
                    </a:cubicBezTo>
                    <a:cubicBezTo>
                      <a:pt x="635" y="135"/>
                      <a:pt x="627" y="115"/>
                      <a:pt x="620" y="107"/>
                    </a:cubicBezTo>
                    <a:cubicBezTo>
                      <a:pt x="620" y="115"/>
                      <a:pt x="620" y="115"/>
                      <a:pt x="620" y="115"/>
                    </a:cubicBezTo>
                    <a:cubicBezTo>
                      <a:pt x="662" y="189"/>
                      <a:pt x="662" y="189"/>
                      <a:pt x="662" y="189"/>
                    </a:cubicBezTo>
                    <a:cubicBezTo>
                      <a:pt x="659" y="198"/>
                      <a:pt x="673" y="218"/>
                      <a:pt x="679" y="223"/>
                    </a:cubicBezTo>
                    <a:cubicBezTo>
                      <a:pt x="679" y="246"/>
                      <a:pt x="679" y="246"/>
                      <a:pt x="679" y="246"/>
                    </a:cubicBezTo>
                    <a:cubicBezTo>
                      <a:pt x="684" y="258"/>
                      <a:pt x="692" y="258"/>
                      <a:pt x="699" y="267"/>
                    </a:cubicBezTo>
                    <a:cubicBezTo>
                      <a:pt x="707" y="278"/>
                      <a:pt x="702" y="289"/>
                      <a:pt x="710" y="297"/>
                    </a:cubicBezTo>
                    <a:cubicBezTo>
                      <a:pt x="717" y="304"/>
                      <a:pt x="722" y="305"/>
                      <a:pt x="730" y="310"/>
                    </a:cubicBezTo>
                    <a:cubicBezTo>
                      <a:pt x="737" y="316"/>
                      <a:pt x="741" y="334"/>
                      <a:pt x="755" y="334"/>
                    </a:cubicBezTo>
                    <a:cubicBezTo>
                      <a:pt x="755" y="341"/>
                      <a:pt x="759" y="343"/>
                      <a:pt x="755" y="348"/>
                    </a:cubicBezTo>
                    <a:cubicBezTo>
                      <a:pt x="761" y="352"/>
                      <a:pt x="767" y="366"/>
                      <a:pt x="774" y="366"/>
                    </a:cubicBezTo>
                    <a:cubicBezTo>
                      <a:pt x="781" y="366"/>
                      <a:pt x="782" y="361"/>
                      <a:pt x="787" y="359"/>
                    </a:cubicBezTo>
                    <a:cubicBezTo>
                      <a:pt x="794" y="357"/>
                      <a:pt x="798" y="360"/>
                      <a:pt x="805" y="359"/>
                    </a:cubicBezTo>
                    <a:cubicBezTo>
                      <a:pt x="822" y="356"/>
                      <a:pt x="838" y="350"/>
                      <a:pt x="853" y="346"/>
                    </a:cubicBezTo>
                    <a:cubicBezTo>
                      <a:pt x="855" y="348"/>
                      <a:pt x="856" y="350"/>
                      <a:pt x="856" y="352"/>
                    </a:cubicBezTo>
                    <a:cubicBezTo>
                      <a:pt x="856" y="377"/>
                      <a:pt x="837" y="410"/>
                      <a:pt x="826" y="425"/>
                    </a:cubicBezTo>
                    <a:cubicBezTo>
                      <a:pt x="812" y="443"/>
                      <a:pt x="807" y="459"/>
                      <a:pt x="790" y="471"/>
                    </a:cubicBezTo>
                    <a:cubicBezTo>
                      <a:pt x="761" y="494"/>
                      <a:pt x="730" y="501"/>
                      <a:pt x="719" y="541"/>
                    </a:cubicBezTo>
                    <a:cubicBezTo>
                      <a:pt x="716" y="552"/>
                      <a:pt x="704" y="555"/>
                      <a:pt x="704" y="567"/>
                    </a:cubicBezTo>
                    <a:cubicBezTo>
                      <a:pt x="704" y="581"/>
                      <a:pt x="708" y="587"/>
                      <a:pt x="708" y="600"/>
                    </a:cubicBezTo>
                    <a:cubicBezTo>
                      <a:pt x="708" y="615"/>
                      <a:pt x="724" y="623"/>
                      <a:pt x="724" y="631"/>
                    </a:cubicBezTo>
                    <a:cubicBezTo>
                      <a:pt x="724" y="634"/>
                      <a:pt x="722" y="637"/>
                      <a:pt x="721" y="638"/>
                    </a:cubicBezTo>
                    <a:cubicBezTo>
                      <a:pt x="721" y="649"/>
                      <a:pt x="721" y="649"/>
                      <a:pt x="721" y="649"/>
                    </a:cubicBezTo>
                    <a:cubicBezTo>
                      <a:pt x="721" y="656"/>
                      <a:pt x="720" y="664"/>
                      <a:pt x="720" y="676"/>
                    </a:cubicBezTo>
                    <a:cubicBezTo>
                      <a:pt x="722" y="679"/>
                      <a:pt x="723" y="682"/>
                      <a:pt x="723" y="685"/>
                    </a:cubicBezTo>
                    <a:cubicBezTo>
                      <a:pt x="723" y="720"/>
                      <a:pt x="665" y="716"/>
                      <a:pt x="660" y="745"/>
                    </a:cubicBezTo>
                    <a:cubicBezTo>
                      <a:pt x="654" y="746"/>
                      <a:pt x="647" y="753"/>
                      <a:pt x="647" y="758"/>
                    </a:cubicBezTo>
                    <a:cubicBezTo>
                      <a:pt x="647" y="768"/>
                      <a:pt x="659" y="774"/>
                      <a:pt x="659" y="788"/>
                    </a:cubicBezTo>
                    <a:cubicBezTo>
                      <a:pt x="659" y="795"/>
                      <a:pt x="658" y="809"/>
                      <a:pt x="656" y="813"/>
                    </a:cubicBezTo>
                    <a:cubicBezTo>
                      <a:pt x="653" y="817"/>
                      <a:pt x="646" y="815"/>
                      <a:pt x="643" y="816"/>
                    </a:cubicBezTo>
                    <a:cubicBezTo>
                      <a:pt x="632" y="822"/>
                      <a:pt x="626" y="826"/>
                      <a:pt x="621" y="837"/>
                    </a:cubicBezTo>
                    <a:cubicBezTo>
                      <a:pt x="624" y="839"/>
                      <a:pt x="627" y="842"/>
                      <a:pt x="627" y="846"/>
                    </a:cubicBezTo>
                    <a:cubicBezTo>
                      <a:pt x="627" y="859"/>
                      <a:pt x="615" y="868"/>
                      <a:pt x="610" y="874"/>
                    </a:cubicBezTo>
                    <a:cubicBezTo>
                      <a:pt x="600" y="883"/>
                      <a:pt x="599" y="893"/>
                      <a:pt x="592" y="902"/>
                    </a:cubicBezTo>
                    <a:cubicBezTo>
                      <a:pt x="581" y="916"/>
                      <a:pt x="576" y="929"/>
                      <a:pt x="558" y="938"/>
                    </a:cubicBezTo>
                    <a:cubicBezTo>
                      <a:pt x="550" y="941"/>
                      <a:pt x="539" y="938"/>
                      <a:pt x="538" y="946"/>
                    </a:cubicBezTo>
                    <a:cubicBezTo>
                      <a:pt x="532" y="946"/>
                      <a:pt x="529" y="949"/>
                      <a:pt x="525" y="949"/>
                    </a:cubicBezTo>
                    <a:cubicBezTo>
                      <a:pt x="520" y="949"/>
                      <a:pt x="517" y="944"/>
                      <a:pt x="512" y="944"/>
                    </a:cubicBezTo>
                    <a:cubicBezTo>
                      <a:pt x="494" y="944"/>
                      <a:pt x="483" y="957"/>
                      <a:pt x="466" y="957"/>
                    </a:cubicBezTo>
                    <a:cubicBezTo>
                      <a:pt x="459" y="957"/>
                      <a:pt x="455" y="953"/>
                      <a:pt x="452" y="949"/>
                    </a:cubicBezTo>
                    <a:cubicBezTo>
                      <a:pt x="449" y="949"/>
                      <a:pt x="449" y="950"/>
                      <a:pt x="448" y="951"/>
                    </a:cubicBezTo>
                    <a:cubicBezTo>
                      <a:pt x="448" y="942"/>
                      <a:pt x="443" y="932"/>
                      <a:pt x="440" y="929"/>
                    </a:cubicBezTo>
                    <a:cubicBezTo>
                      <a:pt x="443" y="925"/>
                      <a:pt x="445" y="922"/>
                      <a:pt x="445" y="917"/>
                    </a:cubicBezTo>
                    <a:cubicBezTo>
                      <a:pt x="445" y="910"/>
                      <a:pt x="433" y="897"/>
                      <a:pt x="431" y="893"/>
                    </a:cubicBezTo>
                    <a:cubicBezTo>
                      <a:pt x="415" y="866"/>
                      <a:pt x="395" y="840"/>
                      <a:pt x="395" y="801"/>
                    </a:cubicBezTo>
                    <a:cubicBezTo>
                      <a:pt x="395" y="794"/>
                      <a:pt x="395" y="792"/>
                      <a:pt x="395" y="789"/>
                    </a:cubicBezTo>
                    <a:cubicBezTo>
                      <a:pt x="395" y="783"/>
                      <a:pt x="389" y="781"/>
                      <a:pt x="386" y="774"/>
                    </a:cubicBezTo>
                    <a:cubicBezTo>
                      <a:pt x="374" y="754"/>
                      <a:pt x="360" y="737"/>
                      <a:pt x="360" y="708"/>
                    </a:cubicBezTo>
                    <a:cubicBezTo>
                      <a:pt x="360" y="677"/>
                      <a:pt x="388" y="670"/>
                      <a:pt x="388" y="646"/>
                    </a:cubicBezTo>
                    <a:cubicBezTo>
                      <a:pt x="388" y="635"/>
                      <a:pt x="384" y="631"/>
                      <a:pt x="382" y="621"/>
                    </a:cubicBezTo>
                    <a:cubicBezTo>
                      <a:pt x="379" y="602"/>
                      <a:pt x="376" y="596"/>
                      <a:pt x="371" y="585"/>
                    </a:cubicBezTo>
                    <a:cubicBezTo>
                      <a:pt x="368" y="576"/>
                      <a:pt x="370" y="566"/>
                      <a:pt x="364" y="558"/>
                    </a:cubicBezTo>
                    <a:cubicBezTo>
                      <a:pt x="352" y="544"/>
                      <a:pt x="327" y="528"/>
                      <a:pt x="327" y="508"/>
                    </a:cubicBezTo>
                    <a:cubicBezTo>
                      <a:pt x="327" y="503"/>
                      <a:pt x="334" y="492"/>
                      <a:pt x="337" y="490"/>
                    </a:cubicBezTo>
                    <a:cubicBezTo>
                      <a:pt x="336" y="486"/>
                      <a:pt x="337" y="485"/>
                      <a:pt x="337" y="483"/>
                    </a:cubicBezTo>
                    <a:cubicBezTo>
                      <a:pt x="337" y="478"/>
                      <a:pt x="337" y="465"/>
                      <a:pt x="342" y="461"/>
                    </a:cubicBezTo>
                    <a:cubicBezTo>
                      <a:pt x="337" y="451"/>
                      <a:pt x="329" y="443"/>
                      <a:pt x="314" y="443"/>
                    </a:cubicBezTo>
                    <a:cubicBezTo>
                      <a:pt x="306" y="443"/>
                      <a:pt x="299" y="443"/>
                      <a:pt x="295" y="443"/>
                    </a:cubicBezTo>
                    <a:cubicBezTo>
                      <a:pt x="282" y="443"/>
                      <a:pt x="279" y="417"/>
                      <a:pt x="261" y="417"/>
                    </a:cubicBezTo>
                    <a:cubicBezTo>
                      <a:pt x="239" y="417"/>
                      <a:pt x="223" y="427"/>
                      <a:pt x="206" y="433"/>
                    </a:cubicBezTo>
                    <a:cubicBezTo>
                      <a:pt x="199" y="435"/>
                      <a:pt x="197" y="440"/>
                      <a:pt x="191" y="440"/>
                    </a:cubicBezTo>
                    <a:cubicBezTo>
                      <a:pt x="184" y="440"/>
                      <a:pt x="173" y="434"/>
                      <a:pt x="164" y="434"/>
                    </a:cubicBezTo>
                    <a:cubicBezTo>
                      <a:pt x="147" y="434"/>
                      <a:pt x="139" y="443"/>
                      <a:pt x="122" y="443"/>
                    </a:cubicBezTo>
                    <a:cubicBezTo>
                      <a:pt x="117" y="443"/>
                      <a:pt x="111" y="440"/>
                      <a:pt x="109" y="439"/>
                    </a:cubicBezTo>
                    <a:cubicBezTo>
                      <a:pt x="97" y="430"/>
                      <a:pt x="71" y="415"/>
                      <a:pt x="62" y="401"/>
                    </a:cubicBezTo>
                    <a:cubicBezTo>
                      <a:pt x="53" y="388"/>
                      <a:pt x="51" y="377"/>
                      <a:pt x="40" y="369"/>
                    </a:cubicBezTo>
                    <a:cubicBezTo>
                      <a:pt x="37" y="366"/>
                      <a:pt x="13" y="346"/>
                      <a:pt x="13" y="344"/>
                    </a:cubicBezTo>
                    <a:cubicBezTo>
                      <a:pt x="11" y="341"/>
                      <a:pt x="10" y="340"/>
                      <a:pt x="7" y="338"/>
                    </a:cubicBezTo>
                    <a:cubicBezTo>
                      <a:pt x="9" y="338"/>
                      <a:pt x="9" y="338"/>
                      <a:pt x="9" y="338"/>
                    </a:cubicBezTo>
                    <a:cubicBezTo>
                      <a:pt x="9" y="331"/>
                      <a:pt x="7" y="328"/>
                      <a:pt x="7" y="324"/>
                    </a:cubicBezTo>
                    <a:cubicBezTo>
                      <a:pt x="7" y="317"/>
                      <a:pt x="3" y="315"/>
                      <a:pt x="0" y="309"/>
                    </a:cubicBezTo>
                    <a:cubicBezTo>
                      <a:pt x="10" y="304"/>
                      <a:pt x="18" y="280"/>
                      <a:pt x="18" y="269"/>
                    </a:cubicBezTo>
                    <a:cubicBezTo>
                      <a:pt x="18" y="250"/>
                      <a:pt x="10" y="238"/>
                      <a:pt x="10" y="220"/>
                    </a:cubicBezTo>
                    <a:cubicBezTo>
                      <a:pt x="10" y="211"/>
                      <a:pt x="20" y="206"/>
                      <a:pt x="22" y="199"/>
                    </a:cubicBezTo>
                    <a:cubicBezTo>
                      <a:pt x="28" y="182"/>
                      <a:pt x="41" y="158"/>
                      <a:pt x="52" y="144"/>
                    </a:cubicBezTo>
                    <a:cubicBezTo>
                      <a:pt x="58" y="135"/>
                      <a:pt x="69" y="136"/>
                      <a:pt x="77" y="132"/>
                    </a:cubicBezTo>
                    <a:cubicBezTo>
                      <a:pt x="84" y="128"/>
                      <a:pt x="95" y="119"/>
                      <a:pt x="97" y="112"/>
                    </a:cubicBezTo>
                    <a:cubicBezTo>
                      <a:pt x="102" y="96"/>
                      <a:pt x="96" y="89"/>
                      <a:pt x="104" y="77"/>
                    </a:cubicBezTo>
                    <a:cubicBezTo>
                      <a:pt x="116" y="63"/>
                      <a:pt x="131" y="49"/>
                      <a:pt x="142" y="36"/>
                    </a:cubicBezTo>
                    <a:cubicBezTo>
                      <a:pt x="141" y="36"/>
                      <a:pt x="141" y="36"/>
                      <a:pt x="141" y="36"/>
                    </a:cubicBezTo>
                    <a:cubicBezTo>
                      <a:pt x="145" y="31"/>
                      <a:pt x="146" y="27"/>
                      <a:pt x="150" y="24"/>
                    </a:cubicBezTo>
                    <a:cubicBezTo>
                      <a:pt x="161" y="32"/>
                      <a:pt x="172" y="35"/>
                      <a:pt x="187" y="35"/>
                    </a:cubicBezTo>
                    <a:cubicBezTo>
                      <a:pt x="197" y="35"/>
                      <a:pt x="198" y="29"/>
                      <a:pt x="204" y="27"/>
                    </a:cubicBezTo>
                    <a:cubicBezTo>
                      <a:pt x="221" y="18"/>
                      <a:pt x="254" y="6"/>
                      <a:pt x="273" y="6"/>
                    </a:cubicBezTo>
                    <a:cubicBezTo>
                      <a:pt x="280" y="6"/>
                      <a:pt x="285" y="10"/>
                      <a:pt x="289" y="10"/>
                    </a:cubicBezTo>
                    <a:cubicBezTo>
                      <a:pt x="294" y="10"/>
                      <a:pt x="301" y="4"/>
                      <a:pt x="307" y="4"/>
                    </a:cubicBezTo>
                    <a:cubicBezTo>
                      <a:pt x="313" y="4"/>
                      <a:pt x="316" y="7"/>
                      <a:pt x="321" y="7"/>
                    </a:cubicBezTo>
                    <a:cubicBezTo>
                      <a:pt x="329" y="7"/>
                      <a:pt x="330" y="0"/>
                      <a:pt x="338" y="0"/>
                    </a:cubicBezTo>
                    <a:cubicBezTo>
                      <a:pt x="347" y="0"/>
                      <a:pt x="344" y="8"/>
                      <a:pt x="351" y="8"/>
                    </a:cubicBezTo>
                    <a:cubicBezTo>
                      <a:pt x="354" y="8"/>
                      <a:pt x="355" y="6"/>
                      <a:pt x="358" y="6"/>
                    </a:cubicBezTo>
                    <a:cubicBezTo>
                      <a:pt x="358" y="12"/>
                      <a:pt x="351" y="11"/>
                      <a:pt x="351" y="17"/>
                    </a:cubicBezTo>
                    <a:cubicBezTo>
                      <a:pt x="351" y="21"/>
                      <a:pt x="357" y="23"/>
                      <a:pt x="357" y="27"/>
                    </a:cubicBezTo>
                    <a:cubicBezTo>
                      <a:pt x="357" y="33"/>
                      <a:pt x="351" y="37"/>
                      <a:pt x="351" y="44"/>
                    </a:cubicBezTo>
                    <a:cubicBezTo>
                      <a:pt x="351" y="55"/>
                      <a:pt x="363" y="64"/>
                      <a:pt x="371" y="64"/>
                    </a:cubicBezTo>
                    <a:cubicBezTo>
                      <a:pt x="377" y="64"/>
                      <a:pt x="380" y="64"/>
                      <a:pt x="384" y="64"/>
                    </a:cubicBezTo>
                    <a:cubicBezTo>
                      <a:pt x="412" y="64"/>
                      <a:pt x="423" y="100"/>
                      <a:pt x="455" y="100"/>
                    </a:cubicBezTo>
                    <a:cubicBezTo>
                      <a:pt x="459" y="100"/>
                      <a:pt x="464" y="95"/>
                      <a:pt x="464" y="93"/>
                    </a:cubicBezTo>
                    <a:cubicBezTo>
                      <a:pt x="464" y="90"/>
                      <a:pt x="464" y="87"/>
                      <a:pt x="464" y="84"/>
                    </a:cubicBezTo>
                    <a:cubicBezTo>
                      <a:pt x="464" y="70"/>
                      <a:pt x="475" y="70"/>
                      <a:pt x="488" y="66"/>
                    </a:cubicBezTo>
                    <a:lnTo>
                      <a:pt x="490" y="6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</p:grpSp>
        <p:grpSp>
          <p:nvGrpSpPr>
            <p:cNvPr id="15" name="Group 274">
              <a:extLst>
                <a:ext uri="{FF2B5EF4-FFF2-40B4-BE49-F238E27FC236}">
                  <a16:creationId xmlns:a16="http://schemas.microsoft.com/office/drawing/2014/main" id="{C9C79F13-2A2C-4A31-9A78-71F91AF0AC9A}"/>
                </a:ext>
              </a:extLst>
            </p:cNvPr>
            <p:cNvGrpSpPr/>
            <p:nvPr/>
          </p:nvGrpSpPr>
          <p:grpSpPr>
            <a:xfrm>
              <a:off x="1945621" y="2801220"/>
              <a:ext cx="759070" cy="1225954"/>
              <a:chOff x="3030538" y="2674938"/>
              <a:chExt cx="779463" cy="1258888"/>
            </a:xfrm>
            <a:grpFill/>
          </p:grpSpPr>
          <p:sp>
            <p:nvSpPr>
              <p:cNvPr id="172" name="Freeform 22">
                <a:extLst>
                  <a:ext uri="{FF2B5EF4-FFF2-40B4-BE49-F238E27FC236}">
                    <a16:creationId xmlns:a16="http://schemas.microsoft.com/office/drawing/2014/main" id="{9F4D5731-8537-4F79-83A7-5977E44B0BC4}"/>
                  </a:ext>
                </a:extLst>
              </p:cNvPr>
              <p:cNvSpPr/>
              <p:nvPr/>
            </p:nvSpPr>
            <p:spPr bwMode="auto">
              <a:xfrm>
                <a:off x="3541713" y="2881313"/>
                <a:ext cx="39688" cy="3175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20" y="4"/>
                  </a:cxn>
                  <a:cxn ang="0">
                    <a:pos x="27" y="5"/>
                  </a:cxn>
                  <a:cxn ang="0">
                    <a:pos x="30" y="9"/>
                  </a:cxn>
                  <a:cxn ang="0">
                    <a:pos x="18" y="23"/>
                  </a:cxn>
                  <a:cxn ang="0">
                    <a:pos x="0" y="11"/>
                  </a:cxn>
                  <a:cxn ang="0">
                    <a:pos x="9" y="0"/>
                  </a:cxn>
                  <a:cxn ang="0">
                    <a:pos x="10" y="0"/>
                  </a:cxn>
                </a:cxnLst>
                <a:rect l="0" t="0" r="r" b="b"/>
                <a:pathLst>
                  <a:path w="30" h="23">
                    <a:moveTo>
                      <a:pt x="10" y="0"/>
                    </a:moveTo>
                    <a:cubicBezTo>
                      <a:pt x="13" y="1"/>
                      <a:pt x="16" y="4"/>
                      <a:pt x="20" y="4"/>
                    </a:cubicBezTo>
                    <a:cubicBezTo>
                      <a:pt x="21" y="9"/>
                      <a:pt x="25" y="5"/>
                      <a:pt x="27" y="5"/>
                    </a:cubicBezTo>
                    <a:cubicBezTo>
                      <a:pt x="29" y="5"/>
                      <a:pt x="30" y="8"/>
                      <a:pt x="30" y="9"/>
                    </a:cubicBezTo>
                    <a:cubicBezTo>
                      <a:pt x="30" y="12"/>
                      <a:pt x="23" y="23"/>
                      <a:pt x="18" y="23"/>
                    </a:cubicBezTo>
                    <a:cubicBezTo>
                      <a:pt x="11" y="23"/>
                      <a:pt x="0" y="15"/>
                      <a:pt x="0" y="11"/>
                    </a:cubicBezTo>
                    <a:cubicBezTo>
                      <a:pt x="0" y="4"/>
                      <a:pt x="3" y="0"/>
                      <a:pt x="9" y="0"/>
                    </a:cubicBezTo>
                    <a:cubicBezTo>
                      <a:pt x="9" y="0"/>
                      <a:pt x="10" y="0"/>
                      <a:pt x="1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73" name="Freeform 23">
                <a:extLst>
                  <a:ext uri="{FF2B5EF4-FFF2-40B4-BE49-F238E27FC236}">
                    <a16:creationId xmlns:a16="http://schemas.microsoft.com/office/drawing/2014/main" id="{91829902-7D59-423E-A134-C70019F2419C}"/>
                  </a:ext>
                </a:extLst>
              </p:cNvPr>
              <p:cNvSpPr/>
              <p:nvPr/>
            </p:nvSpPr>
            <p:spPr bwMode="auto">
              <a:xfrm>
                <a:off x="3030538" y="2674938"/>
                <a:ext cx="779463" cy="1258888"/>
              </a:xfrm>
              <a:custGeom>
                <a:avLst/>
                <a:gdLst/>
                <a:ahLst/>
                <a:cxnLst>
                  <a:cxn ang="0">
                    <a:pos x="46" y="91"/>
                  </a:cxn>
                  <a:cxn ang="0">
                    <a:pos x="51" y="51"/>
                  </a:cxn>
                  <a:cxn ang="0">
                    <a:pos x="59" y="46"/>
                  </a:cxn>
                  <a:cxn ang="0">
                    <a:pos x="82" y="18"/>
                  </a:cxn>
                  <a:cxn ang="0">
                    <a:pos x="128" y="6"/>
                  </a:cxn>
                  <a:cxn ang="0">
                    <a:pos x="126" y="42"/>
                  </a:cxn>
                  <a:cxn ang="0">
                    <a:pos x="136" y="13"/>
                  </a:cxn>
                  <a:cxn ang="0">
                    <a:pos x="146" y="5"/>
                  </a:cxn>
                  <a:cxn ang="0">
                    <a:pos x="194" y="24"/>
                  </a:cxn>
                  <a:cxn ang="0">
                    <a:pos x="227" y="20"/>
                  </a:cxn>
                  <a:cxn ang="0">
                    <a:pos x="233" y="26"/>
                  </a:cxn>
                  <a:cxn ang="0">
                    <a:pos x="270" y="50"/>
                  </a:cxn>
                  <a:cxn ang="0">
                    <a:pos x="328" y="84"/>
                  </a:cxn>
                  <a:cxn ang="0">
                    <a:pos x="354" y="89"/>
                  </a:cxn>
                  <a:cxn ang="0">
                    <a:pos x="389" y="130"/>
                  </a:cxn>
                  <a:cxn ang="0">
                    <a:pos x="383" y="170"/>
                  </a:cxn>
                  <a:cxn ang="0">
                    <a:pos x="403" y="185"/>
                  </a:cxn>
                  <a:cxn ang="0">
                    <a:pos x="454" y="175"/>
                  </a:cxn>
                  <a:cxn ang="0">
                    <a:pos x="467" y="191"/>
                  </a:cxn>
                  <a:cxn ang="0">
                    <a:pos x="513" y="191"/>
                  </a:cxn>
                  <a:cxn ang="0">
                    <a:pos x="575" y="220"/>
                  </a:cxn>
                  <a:cxn ang="0">
                    <a:pos x="549" y="310"/>
                  </a:cxn>
                  <a:cxn ang="0">
                    <a:pos x="532" y="374"/>
                  </a:cxn>
                  <a:cxn ang="0">
                    <a:pos x="522" y="405"/>
                  </a:cxn>
                  <a:cxn ang="0">
                    <a:pos x="485" y="449"/>
                  </a:cxn>
                  <a:cxn ang="0">
                    <a:pos x="429" y="474"/>
                  </a:cxn>
                  <a:cxn ang="0">
                    <a:pos x="412" y="524"/>
                  </a:cxn>
                  <a:cxn ang="0">
                    <a:pos x="388" y="559"/>
                  </a:cxn>
                  <a:cxn ang="0">
                    <a:pos x="311" y="614"/>
                  </a:cxn>
                  <a:cxn ang="0">
                    <a:pos x="297" y="619"/>
                  </a:cxn>
                  <a:cxn ang="0">
                    <a:pos x="308" y="654"/>
                  </a:cxn>
                  <a:cxn ang="0">
                    <a:pos x="244" y="677"/>
                  </a:cxn>
                  <a:cxn ang="0">
                    <a:pos x="240" y="707"/>
                  </a:cxn>
                  <a:cxn ang="0">
                    <a:pos x="205" y="711"/>
                  </a:cxn>
                  <a:cxn ang="0">
                    <a:pos x="225" y="730"/>
                  </a:cxn>
                  <a:cxn ang="0">
                    <a:pos x="214" y="739"/>
                  </a:cxn>
                  <a:cxn ang="0">
                    <a:pos x="178" y="787"/>
                  </a:cxn>
                  <a:cxn ang="0">
                    <a:pos x="176" y="846"/>
                  </a:cxn>
                  <a:cxn ang="0">
                    <a:pos x="161" y="884"/>
                  </a:cxn>
                  <a:cxn ang="0">
                    <a:pos x="200" y="935"/>
                  </a:cxn>
                  <a:cxn ang="0">
                    <a:pos x="169" y="945"/>
                  </a:cxn>
                  <a:cxn ang="0">
                    <a:pos x="127" y="921"/>
                  </a:cxn>
                  <a:cxn ang="0">
                    <a:pos x="92" y="903"/>
                  </a:cxn>
                  <a:cxn ang="0">
                    <a:pos x="93" y="889"/>
                  </a:cxn>
                  <a:cxn ang="0">
                    <a:pos x="84" y="857"/>
                  </a:cxn>
                  <a:cxn ang="0">
                    <a:pos x="82" y="791"/>
                  </a:cxn>
                  <a:cxn ang="0">
                    <a:pos x="86" y="782"/>
                  </a:cxn>
                  <a:cxn ang="0">
                    <a:pos x="112" y="718"/>
                  </a:cxn>
                  <a:cxn ang="0">
                    <a:pos x="95" y="708"/>
                  </a:cxn>
                  <a:cxn ang="0">
                    <a:pos x="102" y="680"/>
                  </a:cxn>
                  <a:cxn ang="0">
                    <a:pos x="114" y="626"/>
                  </a:cxn>
                  <a:cxn ang="0">
                    <a:pos x="124" y="562"/>
                  </a:cxn>
                  <a:cxn ang="0">
                    <a:pos x="136" y="494"/>
                  </a:cxn>
                  <a:cxn ang="0">
                    <a:pos x="143" y="434"/>
                  </a:cxn>
                  <a:cxn ang="0">
                    <a:pos x="104" y="370"/>
                  </a:cxn>
                  <a:cxn ang="0">
                    <a:pos x="62" y="330"/>
                  </a:cxn>
                  <a:cxn ang="0">
                    <a:pos x="28" y="261"/>
                  </a:cxn>
                  <a:cxn ang="0">
                    <a:pos x="11" y="242"/>
                  </a:cxn>
                  <a:cxn ang="0">
                    <a:pos x="18" y="191"/>
                  </a:cxn>
                  <a:cxn ang="0">
                    <a:pos x="14" y="148"/>
                  </a:cxn>
                  <a:cxn ang="0">
                    <a:pos x="47" y="106"/>
                  </a:cxn>
                </a:cxnLst>
                <a:rect l="0" t="0" r="r" b="b"/>
                <a:pathLst>
                  <a:path w="586" h="945">
                    <a:moveTo>
                      <a:pt x="49" y="103"/>
                    </a:moveTo>
                    <a:cubicBezTo>
                      <a:pt x="49" y="102"/>
                      <a:pt x="49" y="101"/>
                      <a:pt x="49" y="100"/>
                    </a:cubicBezTo>
                    <a:cubicBezTo>
                      <a:pt x="49" y="97"/>
                      <a:pt x="46" y="94"/>
                      <a:pt x="46" y="91"/>
                    </a:cubicBezTo>
                    <a:cubicBezTo>
                      <a:pt x="46" y="85"/>
                      <a:pt x="48" y="84"/>
                      <a:pt x="48" y="79"/>
                    </a:cubicBezTo>
                    <a:cubicBezTo>
                      <a:pt x="48" y="70"/>
                      <a:pt x="40" y="71"/>
                      <a:pt x="40" y="63"/>
                    </a:cubicBezTo>
                    <a:cubicBezTo>
                      <a:pt x="40" y="57"/>
                      <a:pt x="49" y="55"/>
                      <a:pt x="51" y="51"/>
                    </a:cubicBezTo>
                    <a:cubicBezTo>
                      <a:pt x="55" y="52"/>
                      <a:pt x="53" y="52"/>
                      <a:pt x="57" y="51"/>
                    </a:cubicBezTo>
                    <a:cubicBezTo>
                      <a:pt x="57" y="50"/>
                      <a:pt x="57" y="49"/>
                      <a:pt x="57" y="48"/>
                    </a:cubicBezTo>
                    <a:cubicBezTo>
                      <a:pt x="57" y="48"/>
                      <a:pt x="58" y="46"/>
                      <a:pt x="59" y="46"/>
                    </a:cubicBezTo>
                    <a:cubicBezTo>
                      <a:pt x="59" y="42"/>
                      <a:pt x="64" y="40"/>
                      <a:pt x="66" y="39"/>
                    </a:cubicBezTo>
                    <a:cubicBezTo>
                      <a:pt x="69" y="37"/>
                      <a:pt x="69" y="31"/>
                      <a:pt x="70" y="28"/>
                    </a:cubicBezTo>
                    <a:cubicBezTo>
                      <a:pt x="72" y="21"/>
                      <a:pt x="76" y="19"/>
                      <a:pt x="82" y="18"/>
                    </a:cubicBezTo>
                    <a:cubicBezTo>
                      <a:pt x="93" y="14"/>
                      <a:pt x="100" y="12"/>
                      <a:pt x="111" y="9"/>
                    </a:cubicBezTo>
                    <a:cubicBezTo>
                      <a:pt x="117" y="7"/>
                      <a:pt x="118" y="0"/>
                      <a:pt x="124" y="0"/>
                    </a:cubicBezTo>
                    <a:cubicBezTo>
                      <a:pt x="126" y="0"/>
                      <a:pt x="128" y="5"/>
                      <a:pt x="128" y="6"/>
                    </a:cubicBezTo>
                    <a:cubicBezTo>
                      <a:pt x="128" y="9"/>
                      <a:pt x="125" y="11"/>
                      <a:pt x="123" y="11"/>
                    </a:cubicBezTo>
                    <a:cubicBezTo>
                      <a:pt x="122" y="18"/>
                      <a:pt x="119" y="25"/>
                      <a:pt x="119" y="29"/>
                    </a:cubicBezTo>
                    <a:cubicBezTo>
                      <a:pt x="119" y="34"/>
                      <a:pt x="122" y="42"/>
                      <a:pt x="126" y="42"/>
                    </a:cubicBezTo>
                    <a:cubicBezTo>
                      <a:pt x="128" y="42"/>
                      <a:pt x="131" y="37"/>
                      <a:pt x="131" y="35"/>
                    </a:cubicBezTo>
                    <a:cubicBezTo>
                      <a:pt x="131" y="30"/>
                      <a:pt x="125" y="27"/>
                      <a:pt x="125" y="21"/>
                    </a:cubicBezTo>
                    <a:cubicBezTo>
                      <a:pt x="125" y="15"/>
                      <a:pt x="132" y="16"/>
                      <a:pt x="136" y="13"/>
                    </a:cubicBezTo>
                    <a:cubicBezTo>
                      <a:pt x="147" y="13"/>
                      <a:pt x="147" y="13"/>
                      <a:pt x="147" y="13"/>
                    </a:cubicBezTo>
                    <a:cubicBezTo>
                      <a:pt x="145" y="8"/>
                      <a:pt x="139" y="10"/>
                      <a:pt x="139" y="5"/>
                    </a:cubicBezTo>
                    <a:cubicBezTo>
                      <a:pt x="146" y="5"/>
                      <a:pt x="146" y="5"/>
                      <a:pt x="146" y="5"/>
                    </a:cubicBezTo>
                    <a:cubicBezTo>
                      <a:pt x="148" y="12"/>
                      <a:pt x="158" y="14"/>
                      <a:pt x="165" y="16"/>
                    </a:cubicBezTo>
                    <a:cubicBezTo>
                      <a:pt x="165" y="20"/>
                      <a:pt x="167" y="23"/>
                      <a:pt x="170" y="24"/>
                    </a:cubicBezTo>
                    <a:cubicBezTo>
                      <a:pt x="177" y="24"/>
                      <a:pt x="190" y="24"/>
                      <a:pt x="194" y="24"/>
                    </a:cubicBezTo>
                    <a:cubicBezTo>
                      <a:pt x="194" y="28"/>
                      <a:pt x="199" y="29"/>
                      <a:pt x="203" y="29"/>
                    </a:cubicBezTo>
                    <a:cubicBezTo>
                      <a:pt x="209" y="28"/>
                      <a:pt x="214" y="28"/>
                      <a:pt x="216" y="22"/>
                    </a:cubicBezTo>
                    <a:cubicBezTo>
                      <a:pt x="217" y="21"/>
                      <a:pt x="226" y="21"/>
                      <a:pt x="227" y="20"/>
                    </a:cubicBezTo>
                    <a:cubicBezTo>
                      <a:pt x="232" y="20"/>
                      <a:pt x="240" y="21"/>
                      <a:pt x="240" y="21"/>
                    </a:cubicBezTo>
                    <a:cubicBezTo>
                      <a:pt x="238" y="23"/>
                      <a:pt x="234" y="23"/>
                      <a:pt x="233" y="22"/>
                    </a:cubicBezTo>
                    <a:cubicBezTo>
                      <a:pt x="233" y="26"/>
                      <a:pt x="233" y="26"/>
                      <a:pt x="233" y="26"/>
                    </a:cubicBezTo>
                    <a:cubicBezTo>
                      <a:pt x="236" y="32"/>
                      <a:pt x="245" y="33"/>
                      <a:pt x="252" y="36"/>
                    </a:cubicBezTo>
                    <a:cubicBezTo>
                      <a:pt x="258" y="37"/>
                      <a:pt x="256" y="44"/>
                      <a:pt x="258" y="50"/>
                    </a:cubicBezTo>
                    <a:cubicBezTo>
                      <a:pt x="270" y="50"/>
                      <a:pt x="270" y="50"/>
                      <a:pt x="270" y="50"/>
                    </a:cubicBezTo>
                    <a:cubicBezTo>
                      <a:pt x="279" y="58"/>
                      <a:pt x="283" y="57"/>
                      <a:pt x="288" y="68"/>
                    </a:cubicBezTo>
                    <a:cubicBezTo>
                      <a:pt x="289" y="70"/>
                      <a:pt x="293" y="70"/>
                      <a:pt x="295" y="70"/>
                    </a:cubicBezTo>
                    <a:cubicBezTo>
                      <a:pt x="298" y="83"/>
                      <a:pt x="316" y="81"/>
                      <a:pt x="328" y="84"/>
                    </a:cubicBezTo>
                    <a:cubicBezTo>
                      <a:pt x="340" y="84"/>
                      <a:pt x="340" y="84"/>
                      <a:pt x="340" y="84"/>
                    </a:cubicBezTo>
                    <a:cubicBezTo>
                      <a:pt x="343" y="85"/>
                      <a:pt x="350" y="89"/>
                      <a:pt x="354" y="89"/>
                    </a:cubicBezTo>
                    <a:cubicBezTo>
                      <a:pt x="354" y="89"/>
                      <a:pt x="354" y="89"/>
                      <a:pt x="354" y="89"/>
                    </a:cubicBezTo>
                    <a:cubicBezTo>
                      <a:pt x="355" y="89"/>
                      <a:pt x="356" y="89"/>
                      <a:pt x="357" y="89"/>
                    </a:cubicBezTo>
                    <a:cubicBezTo>
                      <a:pt x="364" y="89"/>
                      <a:pt x="373" y="104"/>
                      <a:pt x="381" y="106"/>
                    </a:cubicBezTo>
                    <a:cubicBezTo>
                      <a:pt x="381" y="111"/>
                      <a:pt x="386" y="125"/>
                      <a:pt x="389" y="130"/>
                    </a:cubicBezTo>
                    <a:cubicBezTo>
                      <a:pt x="391" y="134"/>
                      <a:pt x="397" y="134"/>
                      <a:pt x="397" y="139"/>
                    </a:cubicBezTo>
                    <a:cubicBezTo>
                      <a:pt x="390" y="148"/>
                      <a:pt x="377" y="152"/>
                      <a:pt x="377" y="165"/>
                    </a:cubicBezTo>
                    <a:cubicBezTo>
                      <a:pt x="377" y="170"/>
                      <a:pt x="381" y="169"/>
                      <a:pt x="383" y="170"/>
                    </a:cubicBezTo>
                    <a:cubicBezTo>
                      <a:pt x="387" y="172"/>
                      <a:pt x="390" y="176"/>
                      <a:pt x="390" y="180"/>
                    </a:cubicBezTo>
                    <a:cubicBezTo>
                      <a:pt x="401" y="180"/>
                      <a:pt x="401" y="180"/>
                      <a:pt x="401" y="180"/>
                    </a:cubicBezTo>
                    <a:cubicBezTo>
                      <a:pt x="401" y="182"/>
                      <a:pt x="402" y="185"/>
                      <a:pt x="403" y="185"/>
                    </a:cubicBezTo>
                    <a:cubicBezTo>
                      <a:pt x="405" y="185"/>
                      <a:pt x="407" y="182"/>
                      <a:pt x="408" y="180"/>
                    </a:cubicBezTo>
                    <a:cubicBezTo>
                      <a:pt x="413" y="173"/>
                      <a:pt x="418" y="164"/>
                      <a:pt x="425" y="164"/>
                    </a:cubicBezTo>
                    <a:cubicBezTo>
                      <a:pt x="433" y="164"/>
                      <a:pt x="449" y="172"/>
                      <a:pt x="454" y="175"/>
                    </a:cubicBezTo>
                    <a:cubicBezTo>
                      <a:pt x="458" y="178"/>
                      <a:pt x="462" y="177"/>
                      <a:pt x="463" y="180"/>
                    </a:cubicBezTo>
                    <a:cubicBezTo>
                      <a:pt x="464" y="184"/>
                      <a:pt x="464" y="187"/>
                      <a:pt x="464" y="191"/>
                    </a:cubicBezTo>
                    <a:cubicBezTo>
                      <a:pt x="467" y="191"/>
                      <a:pt x="467" y="191"/>
                      <a:pt x="467" y="191"/>
                    </a:cubicBezTo>
                    <a:cubicBezTo>
                      <a:pt x="471" y="190"/>
                      <a:pt x="472" y="186"/>
                      <a:pt x="476" y="186"/>
                    </a:cubicBezTo>
                    <a:cubicBezTo>
                      <a:pt x="486" y="186"/>
                      <a:pt x="487" y="194"/>
                      <a:pt x="496" y="194"/>
                    </a:cubicBezTo>
                    <a:cubicBezTo>
                      <a:pt x="513" y="191"/>
                      <a:pt x="513" y="191"/>
                      <a:pt x="513" y="191"/>
                    </a:cubicBezTo>
                    <a:cubicBezTo>
                      <a:pt x="521" y="193"/>
                      <a:pt x="529" y="196"/>
                      <a:pt x="534" y="198"/>
                    </a:cubicBezTo>
                    <a:cubicBezTo>
                      <a:pt x="538" y="205"/>
                      <a:pt x="551" y="217"/>
                      <a:pt x="558" y="220"/>
                    </a:cubicBezTo>
                    <a:cubicBezTo>
                      <a:pt x="565" y="221"/>
                      <a:pt x="569" y="219"/>
                      <a:pt x="575" y="220"/>
                    </a:cubicBezTo>
                    <a:cubicBezTo>
                      <a:pt x="584" y="223"/>
                      <a:pt x="586" y="232"/>
                      <a:pt x="586" y="242"/>
                    </a:cubicBezTo>
                    <a:cubicBezTo>
                      <a:pt x="586" y="274"/>
                      <a:pt x="568" y="283"/>
                      <a:pt x="556" y="301"/>
                    </a:cubicBezTo>
                    <a:cubicBezTo>
                      <a:pt x="553" y="305"/>
                      <a:pt x="551" y="306"/>
                      <a:pt x="549" y="310"/>
                    </a:cubicBezTo>
                    <a:cubicBezTo>
                      <a:pt x="544" y="317"/>
                      <a:pt x="540" y="317"/>
                      <a:pt x="535" y="322"/>
                    </a:cubicBezTo>
                    <a:cubicBezTo>
                      <a:pt x="529" y="328"/>
                      <a:pt x="535" y="343"/>
                      <a:pt x="535" y="353"/>
                    </a:cubicBezTo>
                    <a:cubicBezTo>
                      <a:pt x="535" y="361"/>
                      <a:pt x="532" y="369"/>
                      <a:pt x="532" y="374"/>
                    </a:cubicBezTo>
                    <a:cubicBezTo>
                      <a:pt x="532" y="377"/>
                      <a:pt x="530" y="378"/>
                      <a:pt x="530" y="380"/>
                    </a:cubicBezTo>
                    <a:cubicBezTo>
                      <a:pt x="528" y="382"/>
                      <a:pt x="524" y="386"/>
                      <a:pt x="524" y="390"/>
                    </a:cubicBezTo>
                    <a:cubicBezTo>
                      <a:pt x="524" y="394"/>
                      <a:pt x="523" y="403"/>
                      <a:pt x="522" y="405"/>
                    </a:cubicBezTo>
                    <a:cubicBezTo>
                      <a:pt x="515" y="415"/>
                      <a:pt x="513" y="419"/>
                      <a:pt x="506" y="428"/>
                    </a:cubicBezTo>
                    <a:cubicBezTo>
                      <a:pt x="505" y="431"/>
                      <a:pt x="505" y="436"/>
                      <a:pt x="504" y="438"/>
                    </a:cubicBezTo>
                    <a:cubicBezTo>
                      <a:pt x="502" y="443"/>
                      <a:pt x="492" y="449"/>
                      <a:pt x="485" y="449"/>
                    </a:cubicBezTo>
                    <a:cubicBezTo>
                      <a:pt x="476" y="449"/>
                      <a:pt x="470" y="449"/>
                      <a:pt x="463" y="452"/>
                    </a:cubicBezTo>
                    <a:cubicBezTo>
                      <a:pt x="461" y="453"/>
                      <a:pt x="460" y="455"/>
                      <a:pt x="459" y="457"/>
                    </a:cubicBezTo>
                    <a:cubicBezTo>
                      <a:pt x="448" y="467"/>
                      <a:pt x="437" y="461"/>
                      <a:pt x="429" y="474"/>
                    </a:cubicBezTo>
                    <a:cubicBezTo>
                      <a:pt x="426" y="479"/>
                      <a:pt x="420" y="479"/>
                      <a:pt x="416" y="483"/>
                    </a:cubicBezTo>
                    <a:cubicBezTo>
                      <a:pt x="411" y="489"/>
                      <a:pt x="412" y="495"/>
                      <a:pt x="412" y="503"/>
                    </a:cubicBezTo>
                    <a:cubicBezTo>
                      <a:pt x="412" y="524"/>
                      <a:pt x="412" y="524"/>
                      <a:pt x="412" y="524"/>
                    </a:cubicBezTo>
                    <a:cubicBezTo>
                      <a:pt x="403" y="528"/>
                      <a:pt x="398" y="536"/>
                      <a:pt x="394" y="545"/>
                    </a:cubicBezTo>
                    <a:cubicBezTo>
                      <a:pt x="394" y="545"/>
                      <a:pt x="394" y="545"/>
                      <a:pt x="394" y="545"/>
                    </a:cubicBezTo>
                    <a:cubicBezTo>
                      <a:pt x="391" y="550"/>
                      <a:pt x="391" y="553"/>
                      <a:pt x="388" y="559"/>
                    </a:cubicBezTo>
                    <a:cubicBezTo>
                      <a:pt x="380" y="571"/>
                      <a:pt x="371" y="572"/>
                      <a:pt x="364" y="584"/>
                    </a:cubicBezTo>
                    <a:cubicBezTo>
                      <a:pt x="355" y="597"/>
                      <a:pt x="351" y="619"/>
                      <a:pt x="331" y="619"/>
                    </a:cubicBezTo>
                    <a:cubicBezTo>
                      <a:pt x="324" y="619"/>
                      <a:pt x="314" y="614"/>
                      <a:pt x="311" y="614"/>
                    </a:cubicBezTo>
                    <a:cubicBezTo>
                      <a:pt x="305" y="614"/>
                      <a:pt x="299" y="609"/>
                      <a:pt x="293" y="609"/>
                    </a:cubicBezTo>
                    <a:cubicBezTo>
                      <a:pt x="291" y="609"/>
                      <a:pt x="289" y="610"/>
                      <a:pt x="289" y="611"/>
                    </a:cubicBezTo>
                    <a:cubicBezTo>
                      <a:pt x="289" y="615"/>
                      <a:pt x="296" y="617"/>
                      <a:pt x="297" y="619"/>
                    </a:cubicBezTo>
                    <a:cubicBezTo>
                      <a:pt x="300" y="622"/>
                      <a:pt x="300" y="627"/>
                      <a:pt x="302" y="632"/>
                    </a:cubicBezTo>
                    <a:cubicBezTo>
                      <a:pt x="304" y="637"/>
                      <a:pt x="311" y="637"/>
                      <a:pt x="311" y="642"/>
                    </a:cubicBezTo>
                    <a:cubicBezTo>
                      <a:pt x="311" y="647"/>
                      <a:pt x="311" y="650"/>
                      <a:pt x="308" y="654"/>
                    </a:cubicBezTo>
                    <a:cubicBezTo>
                      <a:pt x="304" y="660"/>
                      <a:pt x="301" y="663"/>
                      <a:pt x="297" y="667"/>
                    </a:cubicBezTo>
                    <a:cubicBezTo>
                      <a:pt x="289" y="675"/>
                      <a:pt x="280" y="673"/>
                      <a:pt x="270" y="676"/>
                    </a:cubicBezTo>
                    <a:cubicBezTo>
                      <a:pt x="263" y="678"/>
                      <a:pt x="248" y="673"/>
                      <a:pt x="244" y="677"/>
                    </a:cubicBezTo>
                    <a:cubicBezTo>
                      <a:pt x="238" y="683"/>
                      <a:pt x="243" y="696"/>
                      <a:pt x="240" y="703"/>
                    </a:cubicBezTo>
                    <a:cubicBezTo>
                      <a:pt x="240" y="702"/>
                      <a:pt x="240" y="702"/>
                      <a:pt x="240" y="702"/>
                    </a:cubicBezTo>
                    <a:cubicBezTo>
                      <a:pt x="240" y="703"/>
                      <a:pt x="240" y="706"/>
                      <a:pt x="240" y="707"/>
                    </a:cubicBezTo>
                    <a:cubicBezTo>
                      <a:pt x="240" y="709"/>
                      <a:pt x="233" y="712"/>
                      <a:pt x="229" y="712"/>
                    </a:cubicBezTo>
                    <a:cubicBezTo>
                      <a:pt x="220" y="712"/>
                      <a:pt x="218" y="706"/>
                      <a:pt x="210" y="706"/>
                    </a:cubicBezTo>
                    <a:cubicBezTo>
                      <a:pt x="207" y="706"/>
                      <a:pt x="205" y="709"/>
                      <a:pt x="205" y="711"/>
                    </a:cubicBezTo>
                    <a:cubicBezTo>
                      <a:pt x="205" y="717"/>
                      <a:pt x="211" y="729"/>
                      <a:pt x="214" y="729"/>
                    </a:cubicBezTo>
                    <a:cubicBezTo>
                      <a:pt x="217" y="729"/>
                      <a:pt x="219" y="726"/>
                      <a:pt x="221" y="726"/>
                    </a:cubicBezTo>
                    <a:cubicBezTo>
                      <a:pt x="222" y="728"/>
                      <a:pt x="225" y="728"/>
                      <a:pt x="225" y="730"/>
                    </a:cubicBezTo>
                    <a:cubicBezTo>
                      <a:pt x="225" y="733"/>
                      <a:pt x="221" y="736"/>
                      <a:pt x="220" y="736"/>
                    </a:cubicBezTo>
                    <a:cubicBezTo>
                      <a:pt x="215" y="736"/>
                      <a:pt x="213" y="732"/>
                      <a:pt x="209" y="732"/>
                    </a:cubicBezTo>
                    <a:cubicBezTo>
                      <a:pt x="209" y="737"/>
                      <a:pt x="211" y="738"/>
                      <a:pt x="214" y="739"/>
                    </a:cubicBezTo>
                    <a:cubicBezTo>
                      <a:pt x="206" y="747"/>
                      <a:pt x="206" y="755"/>
                      <a:pt x="203" y="766"/>
                    </a:cubicBezTo>
                    <a:cubicBezTo>
                      <a:pt x="202" y="770"/>
                      <a:pt x="194" y="771"/>
                      <a:pt x="191" y="771"/>
                    </a:cubicBezTo>
                    <a:cubicBezTo>
                      <a:pt x="184" y="773"/>
                      <a:pt x="178" y="779"/>
                      <a:pt x="178" y="787"/>
                    </a:cubicBezTo>
                    <a:cubicBezTo>
                      <a:pt x="178" y="804"/>
                      <a:pt x="198" y="798"/>
                      <a:pt x="198" y="811"/>
                    </a:cubicBezTo>
                    <a:cubicBezTo>
                      <a:pt x="198" y="824"/>
                      <a:pt x="187" y="825"/>
                      <a:pt x="181" y="831"/>
                    </a:cubicBezTo>
                    <a:cubicBezTo>
                      <a:pt x="177" y="835"/>
                      <a:pt x="178" y="841"/>
                      <a:pt x="176" y="846"/>
                    </a:cubicBezTo>
                    <a:cubicBezTo>
                      <a:pt x="173" y="852"/>
                      <a:pt x="166" y="850"/>
                      <a:pt x="162" y="854"/>
                    </a:cubicBezTo>
                    <a:cubicBezTo>
                      <a:pt x="156" y="859"/>
                      <a:pt x="154" y="865"/>
                      <a:pt x="154" y="874"/>
                    </a:cubicBezTo>
                    <a:cubicBezTo>
                      <a:pt x="154" y="878"/>
                      <a:pt x="158" y="883"/>
                      <a:pt x="161" y="884"/>
                    </a:cubicBezTo>
                    <a:cubicBezTo>
                      <a:pt x="169" y="888"/>
                      <a:pt x="168" y="908"/>
                      <a:pt x="174" y="914"/>
                    </a:cubicBezTo>
                    <a:cubicBezTo>
                      <a:pt x="184" y="924"/>
                      <a:pt x="196" y="928"/>
                      <a:pt x="207" y="934"/>
                    </a:cubicBezTo>
                    <a:cubicBezTo>
                      <a:pt x="206" y="936"/>
                      <a:pt x="203" y="935"/>
                      <a:pt x="200" y="935"/>
                    </a:cubicBezTo>
                    <a:cubicBezTo>
                      <a:pt x="194" y="935"/>
                      <a:pt x="183" y="943"/>
                      <a:pt x="179" y="943"/>
                    </a:cubicBezTo>
                    <a:cubicBezTo>
                      <a:pt x="176" y="943"/>
                      <a:pt x="176" y="943"/>
                      <a:pt x="174" y="943"/>
                    </a:cubicBezTo>
                    <a:cubicBezTo>
                      <a:pt x="173" y="943"/>
                      <a:pt x="171" y="945"/>
                      <a:pt x="169" y="945"/>
                    </a:cubicBezTo>
                    <a:cubicBezTo>
                      <a:pt x="165" y="945"/>
                      <a:pt x="162" y="945"/>
                      <a:pt x="157" y="945"/>
                    </a:cubicBezTo>
                    <a:cubicBezTo>
                      <a:pt x="147" y="945"/>
                      <a:pt x="151" y="933"/>
                      <a:pt x="143" y="931"/>
                    </a:cubicBezTo>
                    <a:cubicBezTo>
                      <a:pt x="137" y="929"/>
                      <a:pt x="127" y="929"/>
                      <a:pt x="127" y="921"/>
                    </a:cubicBezTo>
                    <a:cubicBezTo>
                      <a:pt x="124" y="921"/>
                      <a:pt x="122" y="921"/>
                      <a:pt x="119" y="921"/>
                    </a:cubicBezTo>
                    <a:cubicBezTo>
                      <a:pt x="115" y="921"/>
                      <a:pt x="114" y="917"/>
                      <a:pt x="114" y="915"/>
                    </a:cubicBezTo>
                    <a:cubicBezTo>
                      <a:pt x="102" y="915"/>
                      <a:pt x="98" y="909"/>
                      <a:pt x="92" y="903"/>
                    </a:cubicBezTo>
                    <a:cubicBezTo>
                      <a:pt x="91" y="902"/>
                      <a:pt x="88" y="900"/>
                      <a:pt x="88" y="899"/>
                    </a:cubicBezTo>
                    <a:cubicBezTo>
                      <a:pt x="88" y="895"/>
                      <a:pt x="96" y="895"/>
                      <a:pt x="97" y="891"/>
                    </a:cubicBezTo>
                    <a:cubicBezTo>
                      <a:pt x="95" y="891"/>
                      <a:pt x="94" y="890"/>
                      <a:pt x="93" y="889"/>
                    </a:cubicBezTo>
                    <a:cubicBezTo>
                      <a:pt x="94" y="887"/>
                      <a:pt x="96" y="884"/>
                      <a:pt x="96" y="882"/>
                    </a:cubicBezTo>
                    <a:cubicBezTo>
                      <a:pt x="96" y="871"/>
                      <a:pt x="84" y="873"/>
                      <a:pt x="84" y="863"/>
                    </a:cubicBezTo>
                    <a:cubicBezTo>
                      <a:pt x="84" y="860"/>
                      <a:pt x="84" y="859"/>
                      <a:pt x="84" y="857"/>
                    </a:cubicBezTo>
                    <a:cubicBezTo>
                      <a:pt x="84" y="848"/>
                      <a:pt x="78" y="832"/>
                      <a:pt x="78" y="825"/>
                    </a:cubicBezTo>
                    <a:cubicBezTo>
                      <a:pt x="78" y="817"/>
                      <a:pt x="88" y="814"/>
                      <a:pt x="88" y="807"/>
                    </a:cubicBezTo>
                    <a:cubicBezTo>
                      <a:pt x="88" y="803"/>
                      <a:pt x="83" y="796"/>
                      <a:pt x="82" y="791"/>
                    </a:cubicBezTo>
                    <a:cubicBezTo>
                      <a:pt x="82" y="787"/>
                      <a:pt x="82" y="787"/>
                      <a:pt x="82" y="787"/>
                    </a:cubicBezTo>
                    <a:cubicBezTo>
                      <a:pt x="82" y="787"/>
                      <a:pt x="82" y="787"/>
                      <a:pt x="82" y="787"/>
                    </a:cubicBezTo>
                    <a:cubicBezTo>
                      <a:pt x="82" y="784"/>
                      <a:pt x="84" y="782"/>
                      <a:pt x="86" y="782"/>
                    </a:cubicBezTo>
                    <a:cubicBezTo>
                      <a:pt x="94" y="782"/>
                      <a:pt x="91" y="790"/>
                      <a:pt x="98" y="790"/>
                    </a:cubicBezTo>
                    <a:cubicBezTo>
                      <a:pt x="112" y="725"/>
                      <a:pt x="112" y="725"/>
                      <a:pt x="112" y="725"/>
                    </a:cubicBezTo>
                    <a:cubicBezTo>
                      <a:pt x="112" y="718"/>
                      <a:pt x="112" y="718"/>
                      <a:pt x="112" y="718"/>
                    </a:cubicBezTo>
                    <a:cubicBezTo>
                      <a:pt x="111" y="718"/>
                      <a:pt x="109" y="717"/>
                      <a:pt x="108" y="718"/>
                    </a:cubicBezTo>
                    <a:cubicBezTo>
                      <a:pt x="105" y="719"/>
                      <a:pt x="105" y="723"/>
                      <a:pt x="102" y="723"/>
                    </a:cubicBezTo>
                    <a:cubicBezTo>
                      <a:pt x="98" y="723"/>
                      <a:pt x="95" y="713"/>
                      <a:pt x="95" y="708"/>
                    </a:cubicBezTo>
                    <a:cubicBezTo>
                      <a:pt x="95" y="699"/>
                      <a:pt x="98" y="696"/>
                      <a:pt x="100" y="688"/>
                    </a:cubicBezTo>
                    <a:cubicBezTo>
                      <a:pt x="103" y="688"/>
                      <a:pt x="104" y="687"/>
                      <a:pt x="104" y="685"/>
                    </a:cubicBezTo>
                    <a:cubicBezTo>
                      <a:pt x="104" y="683"/>
                      <a:pt x="102" y="680"/>
                      <a:pt x="102" y="680"/>
                    </a:cubicBezTo>
                    <a:cubicBezTo>
                      <a:pt x="100" y="680"/>
                      <a:pt x="99" y="668"/>
                      <a:pt x="99" y="665"/>
                    </a:cubicBezTo>
                    <a:cubicBezTo>
                      <a:pt x="99" y="655"/>
                      <a:pt x="106" y="645"/>
                      <a:pt x="109" y="639"/>
                    </a:cubicBezTo>
                    <a:cubicBezTo>
                      <a:pt x="111" y="635"/>
                      <a:pt x="112" y="629"/>
                      <a:pt x="114" y="626"/>
                    </a:cubicBezTo>
                    <a:cubicBezTo>
                      <a:pt x="116" y="624"/>
                      <a:pt x="118" y="625"/>
                      <a:pt x="118" y="623"/>
                    </a:cubicBezTo>
                    <a:cubicBezTo>
                      <a:pt x="121" y="613"/>
                      <a:pt x="121" y="605"/>
                      <a:pt x="124" y="595"/>
                    </a:cubicBezTo>
                    <a:cubicBezTo>
                      <a:pt x="124" y="562"/>
                      <a:pt x="124" y="562"/>
                      <a:pt x="124" y="562"/>
                    </a:cubicBezTo>
                    <a:cubicBezTo>
                      <a:pt x="121" y="554"/>
                      <a:pt x="126" y="548"/>
                      <a:pt x="126" y="541"/>
                    </a:cubicBezTo>
                    <a:cubicBezTo>
                      <a:pt x="126" y="524"/>
                      <a:pt x="136" y="513"/>
                      <a:pt x="136" y="498"/>
                    </a:cubicBezTo>
                    <a:cubicBezTo>
                      <a:pt x="136" y="497"/>
                      <a:pt x="136" y="495"/>
                      <a:pt x="136" y="494"/>
                    </a:cubicBezTo>
                    <a:cubicBezTo>
                      <a:pt x="136" y="491"/>
                      <a:pt x="138" y="483"/>
                      <a:pt x="139" y="478"/>
                    </a:cubicBezTo>
                    <a:cubicBezTo>
                      <a:pt x="139" y="465"/>
                      <a:pt x="139" y="465"/>
                      <a:pt x="139" y="459"/>
                    </a:cubicBezTo>
                    <a:cubicBezTo>
                      <a:pt x="139" y="453"/>
                      <a:pt x="143" y="441"/>
                      <a:pt x="143" y="434"/>
                    </a:cubicBezTo>
                    <a:cubicBezTo>
                      <a:pt x="143" y="429"/>
                      <a:pt x="141" y="403"/>
                      <a:pt x="140" y="399"/>
                    </a:cubicBezTo>
                    <a:cubicBezTo>
                      <a:pt x="136" y="388"/>
                      <a:pt x="128" y="381"/>
                      <a:pt x="121" y="377"/>
                    </a:cubicBezTo>
                    <a:cubicBezTo>
                      <a:pt x="114" y="374"/>
                      <a:pt x="109" y="375"/>
                      <a:pt x="104" y="370"/>
                    </a:cubicBezTo>
                    <a:cubicBezTo>
                      <a:pt x="99" y="365"/>
                      <a:pt x="96" y="363"/>
                      <a:pt x="90" y="362"/>
                    </a:cubicBezTo>
                    <a:cubicBezTo>
                      <a:pt x="78" y="358"/>
                      <a:pt x="72" y="351"/>
                      <a:pt x="64" y="343"/>
                    </a:cubicBezTo>
                    <a:cubicBezTo>
                      <a:pt x="60" y="340"/>
                      <a:pt x="62" y="335"/>
                      <a:pt x="62" y="330"/>
                    </a:cubicBezTo>
                    <a:cubicBezTo>
                      <a:pt x="62" y="323"/>
                      <a:pt x="55" y="319"/>
                      <a:pt x="53" y="313"/>
                    </a:cubicBezTo>
                    <a:cubicBezTo>
                      <a:pt x="50" y="302"/>
                      <a:pt x="41" y="294"/>
                      <a:pt x="38" y="285"/>
                    </a:cubicBezTo>
                    <a:cubicBezTo>
                      <a:pt x="35" y="275"/>
                      <a:pt x="32" y="269"/>
                      <a:pt x="28" y="261"/>
                    </a:cubicBezTo>
                    <a:cubicBezTo>
                      <a:pt x="27" y="258"/>
                      <a:pt x="24" y="259"/>
                      <a:pt x="23" y="257"/>
                    </a:cubicBezTo>
                    <a:cubicBezTo>
                      <a:pt x="20" y="254"/>
                      <a:pt x="19" y="248"/>
                      <a:pt x="17" y="245"/>
                    </a:cubicBezTo>
                    <a:cubicBezTo>
                      <a:pt x="16" y="242"/>
                      <a:pt x="12" y="243"/>
                      <a:pt x="11" y="242"/>
                    </a:cubicBezTo>
                    <a:cubicBezTo>
                      <a:pt x="6" y="237"/>
                      <a:pt x="0" y="228"/>
                      <a:pt x="0" y="220"/>
                    </a:cubicBezTo>
                    <a:cubicBezTo>
                      <a:pt x="0" y="215"/>
                      <a:pt x="3" y="209"/>
                      <a:pt x="5" y="207"/>
                    </a:cubicBezTo>
                    <a:cubicBezTo>
                      <a:pt x="8" y="200"/>
                      <a:pt x="16" y="198"/>
                      <a:pt x="18" y="191"/>
                    </a:cubicBezTo>
                    <a:cubicBezTo>
                      <a:pt x="14" y="189"/>
                      <a:pt x="15" y="191"/>
                      <a:pt x="12" y="191"/>
                    </a:cubicBezTo>
                    <a:cubicBezTo>
                      <a:pt x="5" y="191"/>
                      <a:pt x="5" y="182"/>
                      <a:pt x="5" y="176"/>
                    </a:cubicBezTo>
                    <a:cubicBezTo>
                      <a:pt x="5" y="166"/>
                      <a:pt x="16" y="168"/>
                      <a:pt x="14" y="148"/>
                    </a:cubicBezTo>
                    <a:cubicBezTo>
                      <a:pt x="26" y="148"/>
                      <a:pt x="29" y="136"/>
                      <a:pt x="32" y="129"/>
                    </a:cubicBezTo>
                    <a:cubicBezTo>
                      <a:pt x="37" y="119"/>
                      <a:pt x="49" y="123"/>
                      <a:pt x="51" y="111"/>
                    </a:cubicBezTo>
                    <a:cubicBezTo>
                      <a:pt x="49" y="110"/>
                      <a:pt x="47" y="107"/>
                      <a:pt x="47" y="106"/>
                    </a:cubicBezTo>
                    <a:cubicBezTo>
                      <a:pt x="49" y="103"/>
                      <a:pt x="49" y="103"/>
                      <a:pt x="49" y="10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</p:grpSp>
        <p:grpSp>
          <p:nvGrpSpPr>
            <p:cNvPr id="20" name="Group 277">
              <a:extLst>
                <a:ext uri="{FF2B5EF4-FFF2-40B4-BE49-F238E27FC236}">
                  <a16:creationId xmlns:a16="http://schemas.microsoft.com/office/drawing/2014/main" id="{0B975EBA-85A6-4B5D-9E6C-B5BA894661DF}"/>
                </a:ext>
              </a:extLst>
            </p:cNvPr>
            <p:cNvGrpSpPr/>
            <p:nvPr/>
          </p:nvGrpSpPr>
          <p:grpSpPr>
            <a:xfrm>
              <a:off x="538789" y="1131575"/>
              <a:ext cx="2523022" cy="1757766"/>
              <a:chOff x="1585913" y="960438"/>
              <a:chExt cx="2590800" cy="1804987"/>
            </a:xfrm>
            <a:grpFill/>
          </p:grpSpPr>
          <p:sp>
            <p:nvSpPr>
              <p:cNvPr id="109" name="Freeform 21">
                <a:extLst>
                  <a:ext uri="{FF2B5EF4-FFF2-40B4-BE49-F238E27FC236}">
                    <a16:creationId xmlns:a16="http://schemas.microsoft.com/office/drawing/2014/main" id="{73B53860-587F-4428-93D6-E4A776EA5E3D}"/>
                  </a:ext>
                </a:extLst>
              </p:cNvPr>
              <p:cNvSpPr/>
              <p:nvPr/>
            </p:nvSpPr>
            <p:spPr bwMode="auto">
              <a:xfrm>
                <a:off x="3359150" y="2703513"/>
                <a:ext cx="12700" cy="14288"/>
              </a:xfrm>
              <a:custGeom>
                <a:avLst/>
                <a:gdLst/>
                <a:ahLst/>
                <a:cxnLst>
                  <a:cxn ang="0">
                    <a:pos x="9" y="4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9" y="4"/>
                  </a:cxn>
                </a:cxnLst>
                <a:rect l="0" t="0" r="r" b="b"/>
                <a:pathLst>
                  <a:path w="9" h="11">
                    <a:moveTo>
                      <a:pt x="9" y="4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2" y="0"/>
                      <a:pt x="0" y="5"/>
                      <a:pt x="0" y="9"/>
                    </a:cubicBezTo>
                    <a:cubicBezTo>
                      <a:pt x="0" y="11"/>
                      <a:pt x="2" y="9"/>
                      <a:pt x="4" y="9"/>
                    </a:cubicBezTo>
                    <a:cubicBezTo>
                      <a:pt x="6" y="9"/>
                      <a:pt x="8" y="5"/>
                      <a:pt x="9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0" name="Freeform 39">
                <a:extLst>
                  <a:ext uri="{FF2B5EF4-FFF2-40B4-BE49-F238E27FC236}">
                    <a16:creationId xmlns:a16="http://schemas.microsoft.com/office/drawing/2014/main" id="{0E3C1AF9-B779-4CA8-B03B-6BDD720C9C81}"/>
                  </a:ext>
                </a:extLst>
              </p:cNvPr>
              <p:cNvSpPr/>
              <p:nvPr/>
            </p:nvSpPr>
            <p:spPr bwMode="auto">
              <a:xfrm>
                <a:off x="3989388" y="1552575"/>
                <a:ext cx="169863" cy="77788"/>
              </a:xfrm>
              <a:custGeom>
                <a:avLst/>
                <a:gdLst/>
                <a:ahLst/>
                <a:cxnLst>
                  <a:cxn ang="0">
                    <a:pos x="127" y="31"/>
                  </a:cxn>
                  <a:cxn ang="0">
                    <a:pos x="108" y="47"/>
                  </a:cxn>
                  <a:cxn ang="0">
                    <a:pos x="74" y="58"/>
                  </a:cxn>
                  <a:cxn ang="0">
                    <a:pos x="34" y="50"/>
                  </a:cxn>
                  <a:cxn ang="0">
                    <a:pos x="14" y="42"/>
                  </a:cxn>
                  <a:cxn ang="0">
                    <a:pos x="18" y="40"/>
                  </a:cxn>
                  <a:cxn ang="0">
                    <a:pos x="21" y="27"/>
                  </a:cxn>
                  <a:cxn ang="0">
                    <a:pos x="2" y="25"/>
                  </a:cxn>
                  <a:cxn ang="0">
                    <a:pos x="25" y="21"/>
                  </a:cxn>
                  <a:cxn ang="0">
                    <a:pos x="23" y="18"/>
                  </a:cxn>
                  <a:cxn ang="0">
                    <a:pos x="0" y="8"/>
                  </a:cxn>
                  <a:cxn ang="0">
                    <a:pos x="9" y="9"/>
                  </a:cxn>
                  <a:cxn ang="0">
                    <a:pos x="9" y="5"/>
                  </a:cxn>
                  <a:cxn ang="0">
                    <a:pos x="17" y="0"/>
                  </a:cxn>
                  <a:cxn ang="0">
                    <a:pos x="21" y="0"/>
                  </a:cxn>
                  <a:cxn ang="0">
                    <a:pos x="23" y="7"/>
                  </a:cxn>
                  <a:cxn ang="0">
                    <a:pos x="30" y="16"/>
                  </a:cxn>
                  <a:cxn ang="0">
                    <a:pos x="38" y="13"/>
                  </a:cxn>
                  <a:cxn ang="0">
                    <a:pos x="38" y="8"/>
                  </a:cxn>
                  <a:cxn ang="0">
                    <a:pos x="44" y="12"/>
                  </a:cxn>
                  <a:cxn ang="0">
                    <a:pos x="54" y="9"/>
                  </a:cxn>
                  <a:cxn ang="0">
                    <a:pos x="60" y="12"/>
                  </a:cxn>
                  <a:cxn ang="0">
                    <a:pos x="60" y="8"/>
                  </a:cxn>
                  <a:cxn ang="0">
                    <a:pos x="74" y="9"/>
                  </a:cxn>
                  <a:cxn ang="0">
                    <a:pos x="89" y="8"/>
                  </a:cxn>
                  <a:cxn ang="0">
                    <a:pos x="91" y="1"/>
                  </a:cxn>
                  <a:cxn ang="0">
                    <a:pos x="96" y="1"/>
                  </a:cxn>
                  <a:cxn ang="0">
                    <a:pos x="104" y="7"/>
                  </a:cxn>
                  <a:cxn ang="0">
                    <a:pos x="115" y="4"/>
                  </a:cxn>
                  <a:cxn ang="0">
                    <a:pos x="112" y="8"/>
                  </a:cxn>
                  <a:cxn ang="0">
                    <a:pos x="128" y="30"/>
                  </a:cxn>
                  <a:cxn ang="0">
                    <a:pos x="127" y="31"/>
                  </a:cxn>
                </a:cxnLst>
                <a:rect l="0" t="0" r="r" b="b"/>
                <a:pathLst>
                  <a:path w="128" h="58">
                    <a:moveTo>
                      <a:pt x="127" y="31"/>
                    </a:moveTo>
                    <a:cubicBezTo>
                      <a:pt x="124" y="38"/>
                      <a:pt x="113" y="45"/>
                      <a:pt x="108" y="47"/>
                    </a:cubicBezTo>
                    <a:cubicBezTo>
                      <a:pt x="97" y="51"/>
                      <a:pt x="89" y="58"/>
                      <a:pt x="74" y="58"/>
                    </a:cubicBezTo>
                    <a:cubicBezTo>
                      <a:pt x="57" y="58"/>
                      <a:pt x="46" y="54"/>
                      <a:pt x="34" y="50"/>
                    </a:cubicBezTo>
                    <a:cubicBezTo>
                      <a:pt x="28" y="49"/>
                      <a:pt x="24" y="42"/>
                      <a:pt x="14" y="42"/>
                    </a:cubicBezTo>
                    <a:cubicBezTo>
                      <a:pt x="16" y="41"/>
                      <a:pt x="17" y="40"/>
                      <a:pt x="18" y="40"/>
                    </a:cubicBezTo>
                    <a:cubicBezTo>
                      <a:pt x="18" y="34"/>
                      <a:pt x="20" y="32"/>
                      <a:pt x="21" y="27"/>
                    </a:cubicBezTo>
                    <a:cubicBezTo>
                      <a:pt x="14" y="25"/>
                      <a:pt x="6" y="30"/>
                      <a:pt x="2" y="25"/>
                    </a:cubicBezTo>
                    <a:cubicBezTo>
                      <a:pt x="8" y="25"/>
                      <a:pt x="20" y="23"/>
                      <a:pt x="25" y="21"/>
                    </a:cubicBezTo>
                    <a:cubicBezTo>
                      <a:pt x="23" y="20"/>
                      <a:pt x="23" y="19"/>
                      <a:pt x="23" y="18"/>
                    </a:cubicBezTo>
                    <a:cubicBezTo>
                      <a:pt x="18" y="18"/>
                      <a:pt x="1" y="13"/>
                      <a:pt x="0" y="8"/>
                    </a:cubicBezTo>
                    <a:cubicBezTo>
                      <a:pt x="4" y="7"/>
                      <a:pt x="7" y="8"/>
                      <a:pt x="9" y="9"/>
                    </a:cubicBezTo>
                    <a:cubicBezTo>
                      <a:pt x="9" y="8"/>
                      <a:pt x="9" y="7"/>
                      <a:pt x="9" y="5"/>
                    </a:cubicBezTo>
                    <a:cubicBezTo>
                      <a:pt x="13" y="5"/>
                      <a:pt x="14" y="0"/>
                      <a:pt x="17" y="0"/>
                    </a:cubicBezTo>
                    <a:cubicBezTo>
                      <a:pt x="18" y="0"/>
                      <a:pt x="19" y="0"/>
                      <a:pt x="21" y="0"/>
                    </a:cubicBezTo>
                    <a:cubicBezTo>
                      <a:pt x="21" y="3"/>
                      <a:pt x="23" y="4"/>
                      <a:pt x="23" y="7"/>
                    </a:cubicBezTo>
                    <a:cubicBezTo>
                      <a:pt x="23" y="10"/>
                      <a:pt x="27" y="16"/>
                      <a:pt x="30" y="16"/>
                    </a:cubicBezTo>
                    <a:cubicBezTo>
                      <a:pt x="33" y="16"/>
                      <a:pt x="36" y="14"/>
                      <a:pt x="38" y="13"/>
                    </a:cubicBezTo>
                    <a:cubicBezTo>
                      <a:pt x="37" y="10"/>
                      <a:pt x="37" y="9"/>
                      <a:pt x="38" y="8"/>
                    </a:cubicBezTo>
                    <a:cubicBezTo>
                      <a:pt x="40" y="9"/>
                      <a:pt x="41" y="12"/>
                      <a:pt x="44" y="12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8" y="10"/>
                      <a:pt x="59" y="11"/>
                      <a:pt x="60" y="12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7" y="8"/>
                      <a:pt x="70" y="9"/>
                      <a:pt x="74" y="9"/>
                    </a:cubicBezTo>
                    <a:cubicBezTo>
                      <a:pt x="80" y="9"/>
                      <a:pt x="85" y="4"/>
                      <a:pt x="89" y="8"/>
                    </a:cubicBezTo>
                    <a:cubicBezTo>
                      <a:pt x="89" y="4"/>
                      <a:pt x="90" y="3"/>
                      <a:pt x="91" y="1"/>
                    </a:cubicBezTo>
                    <a:cubicBezTo>
                      <a:pt x="94" y="2"/>
                      <a:pt x="94" y="2"/>
                      <a:pt x="96" y="1"/>
                    </a:cubicBezTo>
                    <a:cubicBezTo>
                      <a:pt x="96" y="6"/>
                      <a:pt x="100" y="7"/>
                      <a:pt x="104" y="7"/>
                    </a:cubicBezTo>
                    <a:cubicBezTo>
                      <a:pt x="108" y="7"/>
                      <a:pt x="111" y="4"/>
                      <a:pt x="115" y="4"/>
                    </a:cubicBezTo>
                    <a:cubicBezTo>
                      <a:pt x="113" y="5"/>
                      <a:pt x="112" y="7"/>
                      <a:pt x="112" y="8"/>
                    </a:cubicBezTo>
                    <a:cubicBezTo>
                      <a:pt x="112" y="21"/>
                      <a:pt x="128" y="18"/>
                      <a:pt x="128" y="30"/>
                    </a:cubicBezTo>
                    <a:lnTo>
                      <a:pt x="1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1" name="Freeform 40">
                <a:extLst>
                  <a:ext uri="{FF2B5EF4-FFF2-40B4-BE49-F238E27FC236}">
                    <a16:creationId xmlns:a16="http://schemas.microsoft.com/office/drawing/2014/main" id="{1F1D4DEF-598F-405F-BBE7-CD851355EEAB}"/>
                  </a:ext>
                </a:extLst>
              </p:cNvPr>
              <p:cNvSpPr/>
              <p:nvPr/>
            </p:nvSpPr>
            <p:spPr bwMode="auto">
              <a:xfrm>
                <a:off x="2971800" y="2487613"/>
                <a:ext cx="174625" cy="60325"/>
              </a:xfrm>
              <a:custGeom>
                <a:avLst/>
                <a:gdLst/>
                <a:ahLst/>
                <a:cxnLst>
                  <a:cxn ang="0">
                    <a:pos x="131" y="40"/>
                  </a:cxn>
                  <a:cxn ang="0">
                    <a:pos x="114" y="45"/>
                  </a:cxn>
                  <a:cxn ang="0">
                    <a:pos x="88" y="42"/>
                  </a:cxn>
                  <a:cxn ang="0">
                    <a:pos x="88" y="39"/>
                  </a:cxn>
                  <a:cxn ang="0">
                    <a:pos x="93" y="35"/>
                  </a:cxn>
                  <a:cxn ang="0">
                    <a:pos x="78" y="26"/>
                  </a:cxn>
                  <a:cxn ang="0">
                    <a:pos x="73" y="22"/>
                  </a:cxn>
                  <a:cxn ang="0">
                    <a:pos x="64" y="22"/>
                  </a:cxn>
                  <a:cxn ang="0">
                    <a:pos x="48" y="15"/>
                  </a:cxn>
                  <a:cxn ang="0">
                    <a:pos x="35" y="15"/>
                  </a:cxn>
                  <a:cxn ang="0">
                    <a:pos x="34" y="10"/>
                  </a:cxn>
                  <a:cxn ang="0">
                    <a:pos x="28" y="9"/>
                  </a:cxn>
                  <a:cxn ang="0">
                    <a:pos x="4" y="20"/>
                  </a:cxn>
                  <a:cxn ang="0">
                    <a:pos x="0" y="20"/>
                  </a:cxn>
                  <a:cxn ang="0">
                    <a:pos x="36" y="0"/>
                  </a:cxn>
                  <a:cxn ang="0">
                    <a:pos x="79" y="11"/>
                  </a:cxn>
                  <a:cxn ang="0">
                    <a:pos x="86" y="17"/>
                  </a:cxn>
                  <a:cxn ang="0">
                    <a:pos x="114" y="28"/>
                  </a:cxn>
                  <a:cxn ang="0">
                    <a:pos x="114" y="31"/>
                  </a:cxn>
                  <a:cxn ang="0">
                    <a:pos x="120" y="31"/>
                  </a:cxn>
                  <a:cxn ang="0">
                    <a:pos x="131" y="40"/>
                  </a:cxn>
                </a:cxnLst>
                <a:rect l="0" t="0" r="r" b="b"/>
                <a:pathLst>
                  <a:path w="131" h="45">
                    <a:moveTo>
                      <a:pt x="131" y="40"/>
                    </a:moveTo>
                    <a:cubicBezTo>
                      <a:pt x="127" y="45"/>
                      <a:pt x="119" y="45"/>
                      <a:pt x="114" y="45"/>
                    </a:cubicBezTo>
                    <a:cubicBezTo>
                      <a:pt x="104" y="45"/>
                      <a:pt x="97" y="42"/>
                      <a:pt x="88" y="42"/>
                    </a:cubicBezTo>
                    <a:cubicBezTo>
                      <a:pt x="88" y="41"/>
                      <a:pt x="88" y="40"/>
                      <a:pt x="88" y="39"/>
                    </a:cubicBezTo>
                    <a:cubicBezTo>
                      <a:pt x="90" y="39"/>
                      <a:pt x="92" y="38"/>
                      <a:pt x="93" y="35"/>
                    </a:cubicBezTo>
                    <a:cubicBezTo>
                      <a:pt x="86" y="32"/>
                      <a:pt x="79" y="33"/>
                      <a:pt x="78" y="26"/>
                    </a:cubicBezTo>
                    <a:cubicBezTo>
                      <a:pt x="74" y="26"/>
                      <a:pt x="75" y="23"/>
                      <a:pt x="73" y="22"/>
                    </a:cubicBezTo>
                    <a:cubicBezTo>
                      <a:pt x="69" y="20"/>
                      <a:pt x="67" y="22"/>
                      <a:pt x="64" y="22"/>
                    </a:cubicBezTo>
                    <a:cubicBezTo>
                      <a:pt x="57" y="22"/>
                      <a:pt x="54" y="15"/>
                      <a:pt x="48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3" y="13"/>
                      <a:pt x="33" y="12"/>
                      <a:pt x="34" y="10"/>
                    </a:cubicBezTo>
                    <a:cubicBezTo>
                      <a:pt x="33" y="9"/>
                      <a:pt x="30" y="9"/>
                      <a:pt x="28" y="9"/>
                    </a:cubicBezTo>
                    <a:cubicBezTo>
                      <a:pt x="20" y="9"/>
                      <a:pt x="8" y="15"/>
                      <a:pt x="4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7" y="8"/>
                      <a:pt x="16" y="0"/>
                      <a:pt x="36" y="0"/>
                    </a:cubicBezTo>
                    <a:cubicBezTo>
                      <a:pt x="55" y="0"/>
                      <a:pt x="64" y="11"/>
                      <a:pt x="79" y="11"/>
                    </a:cubicBezTo>
                    <a:cubicBezTo>
                      <a:pt x="82" y="11"/>
                      <a:pt x="86" y="16"/>
                      <a:pt x="86" y="17"/>
                    </a:cubicBezTo>
                    <a:cubicBezTo>
                      <a:pt x="93" y="23"/>
                      <a:pt x="104" y="28"/>
                      <a:pt x="114" y="28"/>
                    </a:cubicBezTo>
                    <a:cubicBezTo>
                      <a:pt x="114" y="28"/>
                      <a:pt x="113" y="30"/>
                      <a:pt x="114" y="31"/>
                    </a:cubicBezTo>
                    <a:cubicBezTo>
                      <a:pt x="120" y="31"/>
                      <a:pt x="120" y="31"/>
                      <a:pt x="120" y="31"/>
                    </a:cubicBezTo>
                    <a:cubicBezTo>
                      <a:pt x="125" y="32"/>
                      <a:pt x="127" y="39"/>
                      <a:pt x="131" y="4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2" name="Freeform 41">
                <a:extLst>
                  <a:ext uri="{FF2B5EF4-FFF2-40B4-BE49-F238E27FC236}">
                    <a16:creationId xmlns:a16="http://schemas.microsoft.com/office/drawing/2014/main" id="{29F34E13-2923-482A-832E-7CA928B4161C}"/>
                  </a:ext>
                </a:extLst>
              </p:cNvPr>
              <p:cNvSpPr/>
              <p:nvPr/>
            </p:nvSpPr>
            <p:spPr bwMode="auto">
              <a:xfrm>
                <a:off x="2995613" y="2509838"/>
                <a:ext cx="9525" cy="11113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4" y="3"/>
                  </a:cxn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</a:cxnLst>
                <a:rect l="0" t="0" r="r" b="b"/>
                <a:pathLst>
                  <a:path w="7" h="8">
                    <a:moveTo>
                      <a:pt x="6" y="0"/>
                    </a:moveTo>
                    <a:cubicBezTo>
                      <a:pt x="6" y="3"/>
                      <a:pt x="7" y="5"/>
                      <a:pt x="6" y="7"/>
                    </a:cubicBezTo>
                    <a:cubicBezTo>
                      <a:pt x="5" y="7"/>
                      <a:pt x="0" y="8"/>
                      <a:pt x="0" y="7"/>
                    </a:cubicBezTo>
                    <a:cubicBezTo>
                      <a:pt x="0" y="4"/>
                      <a:pt x="2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3" name="Freeform 42">
                <a:extLst>
                  <a:ext uri="{FF2B5EF4-FFF2-40B4-BE49-F238E27FC236}">
                    <a16:creationId xmlns:a16="http://schemas.microsoft.com/office/drawing/2014/main" id="{5A8665F1-3C35-4D12-B838-11F119C03975}"/>
                  </a:ext>
                </a:extLst>
              </p:cNvPr>
              <p:cNvSpPr/>
              <p:nvPr/>
            </p:nvSpPr>
            <p:spPr bwMode="auto">
              <a:xfrm>
                <a:off x="3082925" y="2568575"/>
                <a:ext cx="28575" cy="14288"/>
              </a:xfrm>
              <a:custGeom>
                <a:avLst/>
                <a:gdLst/>
                <a:ahLst/>
                <a:cxnLst>
                  <a:cxn ang="0">
                    <a:pos x="18" y="3"/>
                  </a:cxn>
                  <a:cxn ang="0">
                    <a:pos x="22" y="7"/>
                  </a:cxn>
                  <a:cxn ang="0">
                    <a:pos x="7" y="10"/>
                  </a:cxn>
                  <a:cxn ang="0">
                    <a:pos x="0" y="3"/>
                  </a:cxn>
                  <a:cxn ang="0">
                    <a:pos x="5" y="0"/>
                  </a:cxn>
                  <a:cxn ang="0">
                    <a:pos x="19" y="4"/>
                  </a:cxn>
                  <a:cxn ang="0">
                    <a:pos x="18" y="3"/>
                  </a:cxn>
                </a:cxnLst>
                <a:rect l="0" t="0" r="r" b="b"/>
                <a:pathLst>
                  <a:path w="22" h="10">
                    <a:moveTo>
                      <a:pt x="18" y="3"/>
                    </a:moveTo>
                    <a:cubicBezTo>
                      <a:pt x="21" y="4"/>
                      <a:pt x="22" y="5"/>
                      <a:pt x="22" y="7"/>
                    </a:cubicBezTo>
                    <a:cubicBezTo>
                      <a:pt x="17" y="8"/>
                      <a:pt x="13" y="10"/>
                      <a:pt x="7" y="10"/>
                    </a:cubicBezTo>
                    <a:cubicBezTo>
                      <a:pt x="4" y="10"/>
                      <a:pt x="0" y="7"/>
                      <a:pt x="0" y="3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0" y="0"/>
                      <a:pt x="16" y="3"/>
                      <a:pt x="19" y="4"/>
                    </a:cubicBezTo>
                    <a:lnTo>
                      <a:pt x="18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4" name="Freeform 43">
                <a:extLst>
                  <a:ext uri="{FF2B5EF4-FFF2-40B4-BE49-F238E27FC236}">
                    <a16:creationId xmlns:a16="http://schemas.microsoft.com/office/drawing/2014/main" id="{A0E3C13A-2E29-4DD5-980D-DE9A5A28C431}"/>
                  </a:ext>
                </a:extLst>
              </p:cNvPr>
              <p:cNvSpPr/>
              <p:nvPr/>
            </p:nvSpPr>
            <p:spPr bwMode="auto">
              <a:xfrm>
                <a:off x="3267075" y="2568575"/>
                <a:ext cx="23813" cy="9525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11" y="7"/>
                  </a:cxn>
                  <a:cxn ang="0">
                    <a:pos x="0" y="2"/>
                  </a:cxn>
                  <a:cxn ang="0">
                    <a:pos x="5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7">
                    <a:moveTo>
                      <a:pt x="18" y="4"/>
                    </a:moveTo>
                    <a:cubicBezTo>
                      <a:pt x="17" y="7"/>
                      <a:pt x="14" y="7"/>
                      <a:pt x="11" y="7"/>
                    </a:cubicBezTo>
                    <a:cubicBezTo>
                      <a:pt x="6" y="7"/>
                      <a:pt x="0" y="7"/>
                      <a:pt x="0" y="2"/>
                    </a:cubicBezTo>
                    <a:cubicBezTo>
                      <a:pt x="0" y="0"/>
                      <a:pt x="4" y="0"/>
                      <a:pt x="5" y="0"/>
                    </a:cubicBezTo>
                    <a:cubicBezTo>
                      <a:pt x="6" y="0"/>
                      <a:pt x="17" y="2"/>
                      <a:pt x="18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5" name="Freeform 44">
                <a:extLst>
                  <a:ext uri="{FF2B5EF4-FFF2-40B4-BE49-F238E27FC236}">
                    <a16:creationId xmlns:a16="http://schemas.microsoft.com/office/drawing/2014/main" id="{6880BE37-1B53-42A2-8AB1-DC2FC5A70A4E}"/>
                  </a:ext>
                </a:extLst>
              </p:cNvPr>
              <p:cNvSpPr/>
              <p:nvPr/>
            </p:nvSpPr>
            <p:spPr bwMode="auto">
              <a:xfrm>
                <a:off x="3146425" y="2543175"/>
                <a:ext cx="100013" cy="39688"/>
              </a:xfrm>
              <a:custGeom>
                <a:avLst/>
                <a:gdLst/>
                <a:ahLst/>
                <a:cxnLst>
                  <a:cxn ang="0">
                    <a:pos x="64" y="11"/>
                  </a:cxn>
                  <a:cxn ang="0">
                    <a:pos x="75" y="21"/>
                  </a:cxn>
                  <a:cxn ang="0">
                    <a:pos x="59" y="21"/>
                  </a:cxn>
                  <a:cxn ang="0">
                    <a:pos x="51" y="24"/>
                  </a:cxn>
                  <a:cxn ang="0">
                    <a:pos x="47" y="22"/>
                  </a:cxn>
                  <a:cxn ang="0">
                    <a:pos x="37" y="30"/>
                  </a:cxn>
                  <a:cxn ang="0">
                    <a:pos x="31" y="24"/>
                  </a:cxn>
                  <a:cxn ang="0">
                    <a:pos x="11" y="23"/>
                  </a:cxn>
                  <a:cxn ang="0">
                    <a:pos x="6" y="23"/>
                  </a:cxn>
                  <a:cxn ang="0">
                    <a:pos x="6" y="27"/>
                  </a:cxn>
                  <a:cxn ang="0">
                    <a:pos x="0" y="19"/>
                  </a:cxn>
                  <a:cxn ang="0">
                    <a:pos x="3" y="18"/>
                  </a:cxn>
                  <a:cxn ang="0">
                    <a:pos x="22" y="17"/>
                  </a:cxn>
                  <a:cxn ang="0">
                    <a:pos x="19" y="8"/>
                  </a:cxn>
                  <a:cxn ang="0">
                    <a:pos x="14" y="3"/>
                  </a:cxn>
                  <a:cxn ang="0">
                    <a:pos x="17" y="0"/>
                  </a:cxn>
                  <a:cxn ang="0">
                    <a:pos x="28" y="3"/>
                  </a:cxn>
                  <a:cxn ang="0">
                    <a:pos x="41" y="1"/>
                  </a:cxn>
                  <a:cxn ang="0">
                    <a:pos x="66" y="13"/>
                  </a:cxn>
                  <a:cxn ang="0">
                    <a:pos x="64" y="11"/>
                  </a:cxn>
                </a:cxnLst>
                <a:rect l="0" t="0" r="r" b="b"/>
                <a:pathLst>
                  <a:path w="75" h="30">
                    <a:moveTo>
                      <a:pt x="64" y="11"/>
                    </a:moveTo>
                    <a:cubicBezTo>
                      <a:pt x="68" y="15"/>
                      <a:pt x="72" y="16"/>
                      <a:pt x="75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6" y="23"/>
                      <a:pt x="54" y="24"/>
                      <a:pt x="51" y="24"/>
                    </a:cubicBezTo>
                    <a:cubicBezTo>
                      <a:pt x="49" y="24"/>
                      <a:pt x="49" y="22"/>
                      <a:pt x="47" y="22"/>
                    </a:cubicBezTo>
                    <a:cubicBezTo>
                      <a:pt x="41" y="22"/>
                      <a:pt x="41" y="30"/>
                      <a:pt x="37" y="30"/>
                    </a:cubicBezTo>
                    <a:cubicBezTo>
                      <a:pt x="33" y="30"/>
                      <a:pt x="34" y="26"/>
                      <a:pt x="31" y="24"/>
                    </a:cubicBezTo>
                    <a:cubicBezTo>
                      <a:pt x="27" y="22"/>
                      <a:pt x="17" y="23"/>
                      <a:pt x="11" y="23"/>
                    </a:cubicBezTo>
                    <a:cubicBezTo>
                      <a:pt x="8" y="23"/>
                      <a:pt x="8" y="24"/>
                      <a:pt x="6" y="23"/>
                    </a:cubicBezTo>
                    <a:cubicBezTo>
                      <a:pt x="6" y="24"/>
                      <a:pt x="6" y="25"/>
                      <a:pt x="6" y="27"/>
                    </a:cubicBezTo>
                    <a:cubicBezTo>
                      <a:pt x="3" y="26"/>
                      <a:pt x="0" y="22"/>
                      <a:pt x="0" y="19"/>
                    </a:cubicBezTo>
                    <a:cubicBezTo>
                      <a:pt x="1" y="19"/>
                      <a:pt x="2" y="18"/>
                      <a:pt x="3" y="18"/>
                    </a:cubicBezTo>
                    <a:cubicBezTo>
                      <a:pt x="13" y="18"/>
                      <a:pt x="17" y="20"/>
                      <a:pt x="22" y="17"/>
                    </a:cubicBezTo>
                    <a:cubicBezTo>
                      <a:pt x="20" y="15"/>
                      <a:pt x="19" y="12"/>
                      <a:pt x="19" y="8"/>
                    </a:cubicBezTo>
                    <a:cubicBezTo>
                      <a:pt x="17" y="8"/>
                      <a:pt x="14" y="6"/>
                      <a:pt x="14" y="3"/>
                    </a:cubicBezTo>
                    <a:cubicBezTo>
                      <a:pt x="14" y="2"/>
                      <a:pt x="16" y="0"/>
                      <a:pt x="17" y="0"/>
                    </a:cubicBezTo>
                    <a:cubicBezTo>
                      <a:pt x="21" y="0"/>
                      <a:pt x="24" y="3"/>
                      <a:pt x="28" y="3"/>
                    </a:cubicBezTo>
                    <a:cubicBezTo>
                      <a:pt x="34" y="3"/>
                      <a:pt x="36" y="1"/>
                      <a:pt x="41" y="1"/>
                    </a:cubicBezTo>
                    <a:cubicBezTo>
                      <a:pt x="55" y="1"/>
                      <a:pt x="58" y="9"/>
                      <a:pt x="66" y="13"/>
                    </a:cubicBezTo>
                    <a:lnTo>
                      <a:pt x="64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6" name="Freeform 45">
                <a:extLst>
                  <a:ext uri="{FF2B5EF4-FFF2-40B4-BE49-F238E27FC236}">
                    <a16:creationId xmlns:a16="http://schemas.microsoft.com/office/drawing/2014/main" id="{0D9EB68A-A9F0-4AAC-BAF3-3EDAEBE5DABB}"/>
                  </a:ext>
                </a:extLst>
              </p:cNvPr>
              <p:cNvSpPr/>
              <p:nvPr/>
            </p:nvSpPr>
            <p:spPr bwMode="auto">
              <a:xfrm>
                <a:off x="3076575" y="2455863"/>
                <a:ext cx="9525" cy="111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6"/>
                  </a:cxn>
                  <a:cxn ang="0">
                    <a:pos x="5" y="8"/>
                  </a:cxn>
                  <a:cxn ang="0">
                    <a:pos x="0" y="0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6" y="0"/>
                      <a:pt x="7" y="3"/>
                      <a:pt x="7" y="6"/>
                    </a:cubicBezTo>
                    <a:cubicBezTo>
                      <a:pt x="7" y="7"/>
                      <a:pt x="6" y="8"/>
                      <a:pt x="5" y="8"/>
                    </a:cubicBezTo>
                    <a:cubicBezTo>
                      <a:pt x="0" y="8"/>
                      <a:pt x="0" y="3"/>
                      <a:pt x="0" y="0"/>
                    </a:cubicBezTo>
                    <a:cubicBezTo>
                      <a:pt x="0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7" name="Freeform 46">
                <a:extLst>
                  <a:ext uri="{FF2B5EF4-FFF2-40B4-BE49-F238E27FC236}">
                    <a16:creationId xmlns:a16="http://schemas.microsoft.com/office/drawing/2014/main" id="{2A7D335B-C6EA-4A1B-8454-85EF51D11FC6}"/>
                  </a:ext>
                </a:extLst>
              </p:cNvPr>
              <p:cNvSpPr/>
              <p:nvPr/>
            </p:nvSpPr>
            <p:spPr bwMode="auto">
              <a:xfrm>
                <a:off x="3068638" y="2422525"/>
                <a:ext cx="14288" cy="4763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6" y="0"/>
                  </a:cxn>
                  <a:cxn ang="0">
                    <a:pos x="11" y="3"/>
                  </a:cxn>
                  <a:cxn ang="0">
                    <a:pos x="0" y="3"/>
                  </a:cxn>
                </a:cxnLst>
                <a:rect l="0" t="0" r="r" b="b"/>
                <a:pathLst>
                  <a:path w="11" h="4">
                    <a:moveTo>
                      <a:pt x="0" y="3"/>
                    </a:moveTo>
                    <a:cubicBezTo>
                      <a:pt x="1" y="2"/>
                      <a:pt x="4" y="0"/>
                      <a:pt x="6" y="0"/>
                    </a:cubicBezTo>
                    <a:cubicBezTo>
                      <a:pt x="9" y="0"/>
                      <a:pt x="10" y="2"/>
                      <a:pt x="11" y="3"/>
                    </a:cubicBezTo>
                    <a:cubicBezTo>
                      <a:pt x="7" y="4"/>
                      <a:pt x="2" y="3"/>
                      <a:pt x="0" y="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8" name="Freeform 47">
                <a:extLst>
                  <a:ext uri="{FF2B5EF4-FFF2-40B4-BE49-F238E27FC236}">
                    <a16:creationId xmlns:a16="http://schemas.microsoft.com/office/drawing/2014/main" id="{6FB452C8-5EF4-4893-B069-C446F27DF37E}"/>
                  </a:ext>
                </a:extLst>
              </p:cNvPr>
              <p:cNvSpPr/>
              <p:nvPr/>
            </p:nvSpPr>
            <p:spPr bwMode="auto">
              <a:xfrm>
                <a:off x="3094038" y="2428875"/>
                <a:ext cx="4763" cy="6350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1" y="0"/>
                  </a:cxn>
                  <a:cxn ang="0">
                    <a:pos x="3" y="4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4"/>
                      <a:pt x="0" y="1"/>
                      <a:pt x="1" y="0"/>
                    </a:cubicBezTo>
                    <a:lnTo>
                      <a:pt x="3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19" name="Freeform 48">
                <a:extLst>
                  <a:ext uri="{FF2B5EF4-FFF2-40B4-BE49-F238E27FC236}">
                    <a16:creationId xmlns:a16="http://schemas.microsoft.com/office/drawing/2014/main" id="{E2959FAD-A7DF-4D1B-93A9-99DF380D27C7}"/>
                  </a:ext>
                </a:extLst>
              </p:cNvPr>
              <p:cNvSpPr/>
              <p:nvPr/>
            </p:nvSpPr>
            <p:spPr bwMode="auto">
              <a:xfrm>
                <a:off x="3154363" y="2517775"/>
                <a:ext cx="11113" cy="7938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0" y="7"/>
                  </a:cxn>
                  <a:cxn ang="0">
                    <a:pos x="2" y="7"/>
                  </a:cxn>
                  <a:cxn ang="0">
                    <a:pos x="9" y="4"/>
                  </a:cxn>
                  <a:cxn ang="0">
                    <a:pos x="9" y="0"/>
                  </a:cxn>
                  <a:cxn ang="0">
                    <a:pos x="0" y="4"/>
                  </a:cxn>
                </a:cxnLst>
                <a:rect l="0" t="0" r="r" b="b"/>
                <a:pathLst>
                  <a:path w="9" h="7">
                    <a:moveTo>
                      <a:pt x="0" y="4"/>
                    </a:moveTo>
                    <a:cubicBezTo>
                      <a:pt x="0" y="5"/>
                      <a:pt x="0" y="6"/>
                      <a:pt x="0" y="7"/>
                    </a:cubicBezTo>
                    <a:cubicBezTo>
                      <a:pt x="0" y="7"/>
                      <a:pt x="1" y="7"/>
                      <a:pt x="2" y="7"/>
                    </a:cubicBezTo>
                    <a:cubicBezTo>
                      <a:pt x="4" y="7"/>
                      <a:pt x="7" y="6"/>
                      <a:pt x="9" y="4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3"/>
                      <a:pt x="4" y="5"/>
                      <a:pt x="0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0" name="Freeform 49">
                <a:extLst>
                  <a:ext uri="{FF2B5EF4-FFF2-40B4-BE49-F238E27FC236}">
                    <a16:creationId xmlns:a16="http://schemas.microsoft.com/office/drawing/2014/main" id="{C70B8AD3-1A27-4162-B497-467B972AFAA6}"/>
                  </a:ext>
                </a:extLst>
              </p:cNvPr>
              <p:cNvSpPr/>
              <p:nvPr/>
            </p:nvSpPr>
            <p:spPr bwMode="auto">
              <a:xfrm>
                <a:off x="2301875" y="1979613"/>
                <a:ext cx="966788" cy="473075"/>
              </a:xfrm>
              <a:custGeom>
                <a:avLst/>
                <a:gdLst/>
                <a:ahLst/>
                <a:cxnLst>
                  <a:cxn ang="0">
                    <a:pos x="543" y="285"/>
                  </a:cxn>
                  <a:cxn ang="0">
                    <a:pos x="555" y="317"/>
                  </a:cxn>
                  <a:cxn ang="0">
                    <a:pos x="560" y="338"/>
                  </a:cxn>
                  <a:cxn ang="0">
                    <a:pos x="542" y="345"/>
                  </a:cxn>
                  <a:cxn ang="0">
                    <a:pos x="507" y="287"/>
                  </a:cxn>
                  <a:cxn ang="0">
                    <a:pos x="474" y="283"/>
                  </a:cxn>
                  <a:cxn ang="0">
                    <a:pos x="460" y="283"/>
                  </a:cxn>
                  <a:cxn ang="0">
                    <a:pos x="443" y="286"/>
                  </a:cxn>
                  <a:cxn ang="0">
                    <a:pos x="412" y="292"/>
                  </a:cxn>
                  <a:cxn ang="0">
                    <a:pos x="393" y="291"/>
                  </a:cxn>
                  <a:cxn ang="0">
                    <a:pos x="357" y="309"/>
                  </a:cxn>
                  <a:cxn ang="0">
                    <a:pos x="343" y="342"/>
                  </a:cxn>
                  <a:cxn ang="0">
                    <a:pos x="282" y="290"/>
                  </a:cxn>
                  <a:cxn ang="0">
                    <a:pos x="246" y="281"/>
                  </a:cxn>
                  <a:cxn ang="0">
                    <a:pos x="207" y="262"/>
                  </a:cxn>
                  <a:cxn ang="0">
                    <a:pos x="170" y="268"/>
                  </a:cxn>
                  <a:cxn ang="0">
                    <a:pos x="95" y="252"/>
                  </a:cxn>
                  <a:cxn ang="0">
                    <a:pos x="47" y="214"/>
                  </a:cxn>
                  <a:cxn ang="0">
                    <a:pos x="4" y="141"/>
                  </a:cxn>
                  <a:cxn ang="0">
                    <a:pos x="4" y="95"/>
                  </a:cxn>
                  <a:cxn ang="0">
                    <a:pos x="0" y="23"/>
                  </a:cxn>
                  <a:cxn ang="0">
                    <a:pos x="20" y="27"/>
                  </a:cxn>
                  <a:cxn ang="0">
                    <a:pos x="20" y="5"/>
                  </a:cxn>
                  <a:cxn ang="0">
                    <a:pos x="373" y="0"/>
                  </a:cxn>
                  <a:cxn ang="0">
                    <a:pos x="406" y="11"/>
                  </a:cxn>
                  <a:cxn ang="0">
                    <a:pos x="408" y="45"/>
                  </a:cxn>
                  <a:cxn ang="0">
                    <a:pos x="423" y="42"/>
                  </a:cxn>
                  <a:cxn ang="0">
                    <a:pos x="441" y="40"/>
                  </a:cxn>
                  <a:cxn ang="0">
                    <a:pos x="456" y="42"/>
                  </a:cxn>
                  <a:cxn ang="0">
                    <a:pos x="472" y="47"/>
                  </a:cxn>
                  <a:cxn ang="0">
                    <a:pos x="510" y="48"/>
                  </a:cxn>
                  <a:cxn ang="0">
                    <a:pos x="490" y="54"/>
                  </a:cxn>
                  <a:cxn ang="0">
                    <a:pos x="472" y="69"/>
                  </a:cxn>
                  <a:cxn ang="0">
                    <a:pos x="471" y="121"/>
                  </a:cxn>
                  <a:cxn ang="0">
                    <a:pos x="480" y="88"/>
                  </a:cxn>
                  <a:cxn ang="0">
                    <a:pos x="501" y="57"/>
                  </a:cxn>
                  <a:cxn ang="0">
                    <a:pos x="516" y="87"/>
                  </a:cxn>
                  <a:cxn ang="0">
                    <a:pos x="531" y="97"/>
                  </a:cxn>
                  <a:cxn ang="0">
                    <a:pos x="527" y="123"/>
                  </a:cxn>
                  <a:cxn ang="0">
                    <a:pos x="564" y="97"/>
                  </a:cxn>
                  <a:cxn ang="0">
                    <a:pos x="610" y="84"/>
                  </a:cxn>
                  <a:cxn ang="0">
                    <a:pos x="653" y="65"/>
                  </a:cxn>
                  <a:cxn ang="0">
                    <a:pos x="675" y="63"/>
                  </a:cxn>
                  <a:cxn ang="0">
                    <a:pos x="699" y="28"/>
                  </a:cxn>
                  <a:cxn ang="0">
                    <a:pos x="726" y="73"/>
                  </a:cxn>
                  <a:cxn ang="0">
                    <a:pos x="701" y="80"/>
                  </a:cxn>
                  <a:cxn ang="0">
                    <a:pos x="681" y="113"/>
                  </a:cxn>
                  <a:cxn ang="0">
                    <a:pos x="690" y="118"/>
                  </a:cxn>
                  <a:cxn ang="0">
                    <a:pos x="676" y="122"/>
                  </a:cxn>
                  <a:cxn ang="0">
                    <a:pos x="648" y="132"/>
                  </a:cxn>
                  <a:cxn ang="0">
                    <a:pos x="642" y="134"/>
                  </a:cxn>
                  <a:cxn ang="0">
                    <a:pos x="635" y="137"/>
                  </a:cxn>
                  <a:cxn ang="0">
                    <a:pos x="627" y="161"/>
                  </a:cxn>
                  <a:cxn ang="0">
                    <a:pos x="622" y="159"/>
                  </a:cxn>
                  <a:cxn ang="0">
                    <a:pos x="615" y="186"/>
                  </a:cxn>
                  <a:cxn ang="0">
                    <a:pos x="614" y="178"/>
                  </a:cxn>
                  <a:cxn ang="0">
                    <a:pos x="608" y="170"/>
                  </a:cxn>
                  <a:cxn ang="0">
                    <a:pos x="611" y="192"/>
                  </a:cxn>
                  <a:cxn ang="0">
                    <a:pos x="614" y="196"/>
                  </a:cxn>
                  <a:cxn ang="0">
                    <a:pos x="614" y="205"/>
                  </a:cxn>
                  <a:cxn ang="0">
                    <a:pos x="607" y="213"/>
                  </a:cxn>
                  <a:cxn ang="0">
                    <a:pos x="607" y="221"/>
                  </a:cxn>
                  <a:cxn ang="0">
                    <a:pos x="589" y="232"/>
                  </a:cxn>
                </a:cxnLst>
                <a:rect l="0" t="0" r="r" b="b"/>
                <a:pathLst>
                  <a:path w="726" h="356">
                    <a:moveTo>
                      <a:pt x="590" y="233"/>
                    </a:moveTo>
                    <a:cubicBezTo>
                      <a:pt x="569" y="245"/>
                      <a:pt x="543" y="253"/>
                      <a:pt x="543" y="285"/>
                    </a:cubicBezTo>
                    <a:cubicBezTo>
                      <a:pt x="543" y="300"/>
                      <a:pt x="555" y="304"/>
                      <a:pt x="555" y="318"/>
                    </a:cubicBezTo>
                    <a:cubicBezTo>
                      <a:pt x="555" y="317"/>
                      <a:pt x="555" y="317"/>
                      <a:pt x="555" y="317"/>
                    </a:cubicBezTo>
                    <a:cubicBezTo>
                      <a:pt x="555" y="320"/>
                      <a:pt x="555" y="320"/>
                      <a:pt x="555" y="320"/>
                    </a:cubicBezTo>
                    <a:cubicBezTo>
                      <a:pt x="556" y="326"/>
                      <a:pt x="560" y="330"/>
                      <a:pt x="560" y="338"/>
                    </a:cubicBezTo>
                    <a:cubicBezTo>
                      <a:pt x="560" y="347"/>
                      <a:pt x="558" y="356"/>
                      <a:pt x="551" y="356"/>
                    </a:cubicBezTo>
                    <a:cubicBezTo>
                      <a:pt x="544" y="356"/>
                      <a:pt x="544" y="349"/>
                      <a:pt x="542" y="345"/>
                    </a:cubicBezTo>
                    <a:cubicBezTo>
                      <a:pt x="537" y="338"/>
                      <a:pt x="532" y="335"/>
                      <a:pt x="529" y="328"/>
                    </a:cubicBezTo>
                    <a:cubicBezTo>
                      <a:pt x="522" y="314"/>
                      <a:pt x="527" y="287"/>
                      <a:pt x="507" y="287"/>
                    </a:cubicBezTo>
                    <a:cubicBezTo>
                      <a:pt x="503" y="287"/>
                      <a:pt x="502" y="293"/>
                      <a:pt x="498" y="293"/>
                    </a:cubicBezTo>
                    <a:cubicBezTo>
                      <a:pt x="490" y="293"/>
                      <a:pt x="485" y="283"/>
                      <a:pt x="474" y="283"/>
                    </a:cubicBezTo>
                    <a:cubicBezTo>
                      <a:pt x="468" y="283"/>
                      <a:pt x="467" y="286"/>
                      <a:pt x="463" y="286"/>
                    </a:cubicBezTo>
                    <a:cubicBezTo>
                      <a:pt x="462" y="286"/>
                      <a:pt x="460" y="284"/>
                      <a:pt x="460" y="283"/>
                    </a:cubicBezTo>
                    <a:cubicBezTo>
                      <a:pt x="453" y="285"/>
                      <a:pt x="444" y="284"/>
                      <a:pt x="436" y="286"/>
                    </a:cubicBezTo>
                    <a:cubicBezTo>
                      <a:pt x="441" y="288"/>
                      <a:pt x="440" y="288"/>
                      <a:pt x="443" y="286"/>
                    </a:cubicBezTo>
                    <a:cubicBezTo>
                      <a:pt x="442" y="293"/>
                      <a:pt x="438" y="297"/>
                      <a:pt x="443" y="301"/>
                    </a:cubicBezTo>
                    <a:cubicBezTo>
                      <a:pt x="431" y="307"/>
                      <a:pt x="421" y="292"/>
                      <a:pt x="412" y="292"/>
                    </a:cubicBezTo>
                    <a:cubicBezTo>
                      <a:pt x="409" y="292"/>
                      <a:pt x="408" y="295"/>
                      <a:pt x="405" y="295"/>
                    </a:cubicBezTo>
                    <a:cubicBezTo>
                      <a:pt x="400" y="295"/>
                      <a:pt x="398" y="291"/>
                      <a:pt x="393" y="291"/>
                    </a:cubicBezTo>
                    <a:cubicBezTo>
                      <a:pt x="380" y="291"/>
                      <a:pt x="374" y="302"/>
                      <a:pt x="368" y="307"/>
                    </a:cubicBezTo>
                    <a:cubicBezTo>
                      <a:pt x="365" y="311"/>
                      <a:pt x="361" y="308"/>
                      <a:pt x="357" y="309"/>
                    </a:cubicBezTo>
                    <a:cubicBezTo>
                      <a:pt x="347" y="313"/>
                      <a:pt x="341" y="325"/>
                      <a:pt x="341" y="338"/>
                    </a:cubicBezTo>
                    <a:cubicBezTo>
                      <a:pt x="341" y="339"/>
                      <a:pt x="343" y="341"/>
                      <a:pt x="343" y="342"/>
                    </a:cubicBezTo>
                    <a:cubicBezTo>
                      <a:pt x="336" y="342"/>
                      <a:pt x="325" y="339"/>
                      <a:pt x="321" y="336"/>
                    </a:cubicBezTo>
                    <a:cubicBezTo>
                      <a:pt x="307" y="322"/>
                      <a:pt x="308" y="290"/>
                      <a:pt x="282" y="290"/>
                    </a:cubicBezTo>
                    <a:cubicBezTo>
                      <a:pt x="272" y="290"/>
                      <a:pt x="275" y="302"/>
                      <a:pt x="266" y="302"/>
                    </a:cubicBezTo>
                    <a:cubicBezTo>
                      <a:pt x="257" y="302"/>
                      <a:pt x="250" y="287"/>
                      <a:pt x="246" y="281"/>
                    </a:cubicBezTo>
                    <a:cubicBezTo>
                      <a:pt x="239" y="268"/>
                      <a:pt x="230" y="266"/>
                      <a:pt x="215" y="262"/>
                    </a:cubicBezTo>
                    <a:cubicBezTo>
                      <a:pt x="207" y="262"/>
                      <a:pt x="207" y="262"/>
                      <a:pt x="207" y="262"/>
                    </a:cubicBezTo>
                    <a:cubicBezTo>
                      <a:pt x="207" y="268"/>
                      <a:pt x="207" y="268"/>
                      <a:pt x="207" y="268"/>
                    </a:cubicBezTo>
                    <a:cubicBezTo>
                      <a:pt x="170" y="268"/>
                      <a:pt x="170" y="268"/>
                      <a:pt x="170" y="268"/>
                    </a:cubicBezTo>
                    <a:cubicBezTo>
                      <a:pt x="123" y="252"/>
                      <a:pt x="123" y="252"/>
                      <a:pt x="123" y="252"/>
                    </a:cubicBezTo>
                    <a:cubicBezTo>
                      <a:pt x="95" y="252"/>
                      <a:pt x="95" y="252"/>
                      <a:pt x="95" y="252"/>
                    </a:cubicBezTo>
                    <a:cubicBezTo>
                      <a:pt x="88" y="239"/>
                      <a:pt x="66" y="230"/>
                      <a:pt x="50" y="223"/>
                    </a:cubicBezTo>
                    <a:cubicBezTo>
                      <a:pt x="47" y="222"/>
                      <a:pt x="48" y="217"/>
                      <a:pt x="47" y="214"/>
                    </a:cubicBezTo>
                    <a:cubicBezTo>
                      <a:pt x="40" y="198"/>
                      <a:pt x="28" y="193"/>
                      <a:pt x="30" y="175"/>
                    </a:cubicBezTo>
                    <a:cubicBezTo>
                      <a:pt x="21" y="174"/>
                      <a:pt x="11" y="154"/>
                      <a:pt x="4" y="141"/>
                    </a:cubicBezTo>
                    <a:cubicBezTo>
                      <a:pt x="2" y="137"/>
                      <a:pt x="6" y="134"/>
                      <a:pt x="8" y="133"/>
                    </a:cubicBezTo>
                    <a:cubicBezTo>
                      <a:pt x="3" y="123"/>
                      <a:pt x="8" y="107"/>
                      <a:pt x="4" y="95"/>
                    </a:cubicBezTo>
                    <a:cubicBezTo>
                      <a:pt x="0" y="85"/>
                      <a:pt x="11" y="60"/>
                      <a:pt x="11" y="46"/>
                    </a:cubicBezTo>
                    <a:cubicBezTo>
                      <a:pt x="11" y="36"/>
                      <a:pt x="0" y="32"/>
                      <a:pt x="0" y="23"/>
                    </a:cubicBezTo>
                    <a:cubicBezTo>
                      <a:pt x="0" y="20"/>
                      <a:pt x="5" y="20"/>
                      <a:pt x="7" y="20"/>
                    </a:cubicBezTo>
                    <a:cubicBezTo>
                      <a:pt x="13" y="20"/>
                      <a:pt x="17" y="23"/>
                      <a:pt x="20" y="27"/>
                    </a:cubicBezTo>
                    <a:cubicBezTo>
                      <a:pt x="22" y="24"/>
                      <a:pt x="26" y="19"/>
                      <a:pt x="26" y="15"/>
                    </a:cubicBezTo>
                    <a:cubicBezTo>
                      <a:pt x="26" y="11"/>
                      <a:pt x="22" y="10"/>
                      <a:pt x="20" y="5"/>
                    </a:cubicBezTo>
                    <a:cubicBezTo>
                      <a:pt x="373" y="5"/>
                      <a:pt x="373" y="5"/>
                      <a:pt x="373" y="5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9" y="4"/>
                      <a:pt x="378" y="8"/>
                      <a:pt x="384" y="11"/>
                    </a:cubicBezTo>
                    <a:cubicBezTo>
                      <a:pt x="406" y="11"/>
                      <a:pt x="406" y="11"/>
                      <a:pt x="406" y="11"/>
                    </a:cubicBezTo>
                    <a:cubicBezTo>
                      <a:pt x="415" y="20"/>
                      <a:pt x="426" y="20"/>
                      <a:pt x="443" y="20"/>
                    </a:cubicBezTo>
                    <a:cubicBezTo>
                      <a:pt x="431" y="28"/>
                      <a:pt x="418" y="32"/>
                      <a:pt x="408" y="45"/>
                    </a:cubicBezTo>
                    <a:cubicBezTo>
                      <a:pt x="415" y="45"/>
                      <a:pt x="415" y="45"/>
                      <a:pt x="415" y="45"/>
                    </a:cubicBezTo>
                    <a:cubicBezTo>
                      <a:pt x="418" y="43"/>
                      <a:pt x="420" y="42"/>
                      <a:pt x="423" y="42"/>
                    </a:cubicBezTo>
                    <a:cubicBezTo>
                      <a:pt x="425" y="46"/>
                      <a:pt x="426" y="46"/>
                      <a:pt x="429" y="46"/>
                    </a:cubicBezTo>
                    <a:cubicBezTo>
                      <a:pt x="437" y="46"/>
                      <a:pt x="437" y="40"/>
                      <a:pt x="441" y="40"/>
                    </a:cubicBezTo>
                    <a:cubicBezTo>
                      <a:pt x="446" y="40"/>
                      <a:pt x="454" y="32"/>
                      <a:pt x="461" y="31"/>
                    </a:cubicBezTo>
                    <a:cubicBezTo>
                      <a:pt x="461" y="37"/>
                      <a:pt x="458" y="38"/>
                      <a:pt x="456" y="42"/>
                    </a:cubicBezTo>
                    <a:cubicBezTo>
                      <a:pt x="465" y="42"/>
                      <a:pt x="465" y="42"/>
                      <a:pt x="465" y="42"/>
                    </a:cubicBezTo>
                    <a:cubicBezTo>
                      <a:pt x="465" y="45"/>
                      <a:pt x="469" y="47"/>
                      <a:pt x="472" y="47"/>
                    </a:cubicBezTo>
                    <a:cubicBezTo>
                      <a:pt x="478" y="47"/>
                      <a:pt x="480" y="43"/>
                      <a:pt x="484" y="43"/>
                    </a:cubicBezTo>
                    <a:cubicBezTo>
                      <a:pt x="495" y="43"/>
                      <a:pt x="500" y="48"/>
                      <a:pt x="510" y="48"/>
                    </a:cubicBezTo>
                    <a:cubicBezTo>
                      <a:pt x="510" y="54"/>
                      <a:pt x="510" y="54"/>
                      <a:pt x="510" y="54"/>
                    </a:cubicBezTo>
                    <a:cubicBezTo>
                      <a:pt x="503" y="56"/>
                      <a:pt x="493" y="54"/>
                      <a:pt x="490" y="54"/>
                    </a:cubicBezTo>
                    <a:cubicBezTo>
                      <a:pt x="480" y="54"/>
                      <a:pt x="462" y="66"/>
                      <a:pt x="462" y="75"/>
                    </a:cubicBezTo>
                    <a:cubicBezTo>
                      <a:pt x="466" y="72"/>
                      <a:pt x="468" y="69"/>
                      <a:pt x="472" y="69"/>
                    </a:cubicBezTo>
                    <a:cubicBezTo>
                      <a:pt x="465" y="78"/>
                      <a:pt x="461" y="101"/>
                      <a:pt x="461" y="112"/>
                    </a:cubicBezTo>
                    <a:cubicBezTo>
                      <a:pt x="461" y="117"/>
                      <a:pt x="466" y="121"/>
                      <a:pt x="471" y="121"/>
                    </a:cubicBezTo>
                    <a:cubicBezTo>
                      <a:pt x="478" y="121"/>
                      <a:pt x="480" y="108"/>
                      <a:pt x="480" y="102"/>
                    </a:cubicBezTo>
                    <a:cubicBezTo>
                      <a:pt x="480" y="97"/>
                      <a:pt x="480" y="88"/>
                      <a:pt x="480" y="88"/>
                    </a:cubicBezTo>
                    <a:cubicBezTo>
                      <a:pt x="480" y="82"/>
                      <a:pt x="480" y="69"/>
                      <a:pt x="485" y="69"/>
                    </a:cubicBezTo>
                    <a:cubicBezTo>
                      <a:pt x="501" y="68"/>
                      <a:pt x="494" y="57"/>
                      <a:pt x="501" y="57"/>
                    </a:cubicBezTo>
                    <a:cubicBezTo>
                      <a:pt x="504" y="57"/>
                      <a:pt x="521" y="65"/>
                      <a:pt x="521" y="70"/>
                    </a:cubicBezTo>
                    <a:cubicBezTo>
                      <a:pt x="521" y="77"/>
                      <a:pt x="517" y="81"/>
                      <a:pt x="516" y="87"/>
                    </a:cubicBezTo>
                    <a:cubicBezTo>
                      <a:pt x="521" y="87"/>
                      <a:pt x="520" y="85"/>
                      <a:pt x="525" y="84"/>
                    </a:cubicBezTo>
                    <a:cubicBezTo>
                      <a:pt x="526" y="91"/>
                      <a:pt x="526" y="94"/>
                      <a:pt x="531" y="97"/>
                    </a:cubicBezTo>
                    <a:cubicBezTo>
                      <a:pt x="526" y="103"/>
                      <a:pt x="521" y="106"/>
                      <a:pt x="521" y="112"/>
                    </a:cubicBezTo>
                    <a:cubicBezTo>
                      <a:pt x="521" y="117"/>
                      <a:pt x="523" y="123"/>
                      <a:pt x="527" y="123"/>
                    </a:cubicBezTo>
                    <a:cubicBezTo>
                      <a:pt x="539" y="123"/>
                      <a:pt x="559" y="112"/>
                      <a:pt x="568" y="108"/>
                    </a:cubicBezTo>
                    <a:cubicBezTo>
                      <a:pt x="567" y="103"/>
                      <a:pt x="565" y="99"/>
                      <a:pt x="564" y="97"/>
                    </a:cubicBezTo>
                    <a:cubicBezTo>
                      <a:pt x="567" y="97"/>
                      <a:pt x="567" y="97"/>
                      <a:pt x="569" y="97"/>
                    </a:cubicBezTo>
                    <a:cubicBezTo>
                      <a:pt x="582" y="97"/>
                      <a:pt x="610" y="101"/>
                      <a:pt x="610" y="84"/>
                    </a:cubicBezTo>
                    <a:cubicBezTo>
                      <a:pt x="611" y="84"/>
                      <a:pt x="627" y="68"/>
                      <a:pt x="630" y="66"/>
                    </a:cubicBezTo>
                    <a:cubicBezTo>
                      <a:pt x="632" y="64"/>
                      <a:pt x="643" y="65"/>
                      <a:pt x="653" y="65"/>
                    </a:cubicBezTo>
                    <a:cubicBezTo>
                      <a:pt x="657" y="65"/>
                      <a:pt x="660" y="65"/>
                      <a:pt x="664" y="65"/>
                    </a:cubicBezTo>
                    <a:cubicBezTo>
                      <a:pt x="668" y="65"/>
                      <a:pt x="672" y="63"/>
                      <a:pt x="675" y="63"/>
                    </a:cubicBezTo>
                    <a:cubicBezTo>
                      <a:pt x="680" y="62"/>
                      <a:pt x="678" y="61"/>
                      <a:pt x="680" y="59"/>
                    </a:cubicBezTo>
                    <a:cubicBezTo>
                      <a:pt x="688" y="51"/>
                      <a:pt x="688" y="36"/>
                      <a:pt x="699" y="28"/>
                    </a:cubicBezTo>
                    <a:cubicBezTo>
                      <a:pt x="704" y="35"/>
                      <a:pt x="712" y="25"/>
                      <a:pt x="716" y="32"/>
                    </a:cubicBezTo>
                    <a:cubicBezTo>
                      <a:pt x="723" y="44"/>
                      <a:pt x="717" y="62"/>
                      <a:pt x="726" y="73"/>
                    </a:cubicBezTo>
                    <a:cubicBezTo>
                      <a:pt x="723" y="77"/>
                      <a:pt x="718" y="80"/>
                      <a:pt x="712" y="80"/>
                    </a:cubicBezTo>
                    <a:cubicBezTo>
                      <a:pt x="706" y="80"/>
                      <a:pt x="706" y="78"/>
                      <a:pt x="701" y="80"/>
                    </a:cubicBezTo>
                    <a:cubicBezTo>
                      <a:pt x="694" y="87"/>
                      <a:pt x="679" y="92"/>
                      <a:pt x="679" y="109"/>
                    </a:cubicBezTo>
                    <a:cubicBezTo>
                      <a:pt x="679" y="110"/>
                      <a:pt x="680" y="112"/>
                      <a:pt x="681" y="113"/>
                    </a:cubicBezTo>
                    <a:cubicBezTo>
                      <a:pt x="681" y="115"/>
                      <a:pt x="683" y="121"/>
                      <a:pt x="686" y="121"/>
                    </a:cubicBezTo>
                    <a:cubicBezTo>
                      <a:pt x="687" y="121"/>
                      <a:pt x="690" y="118"/>
                      <a:pt x="690" y="118"/>
                    </a:cubicBezTo>
                    <a:cubicBezTo>
                      <a:pt x="690" y="121"/>
                      <a:pt x="690" y="121"/>
                      <a:pt x="690" y="121"/>
                    </a:cubicBezTo>
                    <a:cubicBezTo>
                      <a:pt x="685" y="122"/>
                      <a:pt x="678" y="124"/>
                      <a:pt x="676" y="122"/>
                    </a:cubicBezTo>
                    <a:cubicBezTo>
                      <a:pt x="667" y="129"/>
                      <a:pt x="652" y="126"/>
                      <a:pt x="643" y="132"/>
                    </a:cubicBezTo>
                    <a:cubicBezTo>
                      <a:pt x="648" y="132"/>
                      <a:pt x="648" y="132"/>
                      <a:pt x="648" y="132"/>
                    </a:cubicBezTo>
                    <a:cubicBezTo>
                      <a:pt x="652" y="132"/>
                      <a:pt x="656" y="129"/>
                      <a:pt x="659" y="132"/>
                    </a:cubicBezTo>
                    <a:cubicBezTo>
                      <a:pt x="653" y="134"/>
                      <a:pt x="648" y="134"/>
                      <a:pt x="642" y="134"/>
                    </a:cubicBezTo>
                    <a:cubicBezTo>
                      <a:pt x="641" y="134"/>
                      <a:pt x="639" y="133"/>
                      <a:pt x="638" y="133"/>
                    </a:cubicBezTo>
                    <a:cubicBezTo>
                      <a:pt x="637" y="134"/>
                      <a:pt x="635" y="135"/>
                      <a:pt x="635" y="137"/>
                    </a:cubicBezTo>
                    <a:cubicBezTo>
                      <a:pt x="635" y="139"/>
                      <a:pt x="639" y="142"/>
                      <a:pt x="639" y="142"/>
                    </a:cubicBezTo>
                    <a:cubicBezTo>
                      <a:pt x="638" y="145"/>
                      <a:pt x="630" y="161"/>
                      <a:pt x="627" y="161"/>
                    </a:cubicBezTo>
                    <a:cubicBezTo>
                      <a:pt x="626" y="161"/>
                      <a:pt x="625" y="158"/>
                      <a:pt x="624" y="157"/>
                    </a:cubicBezTo>
                    <a:cubicBezTo>
                      <a:pt x="622" y="159"/>
                      <a:pt x="622" y="159"/>
                      <a:pt x="622" y="159"/>
                    </a:cubicBezTo>
                    <a:cubicBezTo>
                      <a:pt x="623" y="163"/>
                      <a:pt x="626" y="164"/>
                      <a:pt x="626" y="168"/>
                    </a:cubicBezTo>
                    <a:cubicBezTo>
                      <a:pt x="626" y="170"/>
                      <a:pt x="617" y="186"/>
                      <a:pt x="615" y="186"/>
                    </a:cubicBezTo>
                    <a:cubicBezTo>
                      <a:pt x="615" y="186"/>
                      <a:pt x="614" y="184"/>
                      <a:pt x="614" y="183"/>
                    </a:cubicBezTo>
                    <a:cubicBezTo>
                      <a:pt x="614" y="181"/>
                      <a:pt x="614" y="180"/>
                      <a:pt x="614" y="178"/>
                    </a:cubicBezTo>
                    <a:cubicBezTo>
                      <a:pt x="614" y="175"/>
                      <a:pt x="610" y="168"/>
                      <a:pt x="609" y="164"/>
                    </a:cubicBezTo>
                    <a:cubicBezTo>
                      <a:pt x="608" y="166"/>
                      <a:pt x="608" y="170"/>
                      <a:pt x="608" y="170"/>
                    </a:cubicBezTo>
                    <a:cubicBezTo>
                      <a:pt x="608" y="173"/>
                      <a:pt x="611" y="181"/>
                      <a:pt x="611" y="185"/>
                    </a:cubicBezTo>
                    <a:cubicBezTo>
                      <a:pt x="611" y="189"/>
                      <a:pt x="608" y="189"/>
                      <a:pt x="611" y="192"/>
                    </a:cubicBezTo>
                    <a:cubicBezTo>
                      <a:pt x="612" y="192"/>
                      <a:pt x="613" y="192"/>
                      <a:pt x="614" y="192"/>
                    </a:cubicBezTo>
                    <a:cubicBezTo>
                      <a:pt x="614" y="193"/>
                      <a:pt x="614" y="195"/>
                      <a:pt x="614" y="196"/>
                    </a:cubicBezTo>
                    <a:cubicBezTo>
                      <a:pt x="614" y="200"/>
                      <a:pt x="610" y="201"/>
                      <a:pt x="608" y="201"/>
                    </a:cubicBezTo>
                    <a:cubicBezTo>
                      <a:pt x="610" y="205"/>
                      <a:pt x="612" y="205"/>
                      <a:pt x="614" y="205"/>
                    </a:cubicBezTo>
                    <a:cubicBezTo>
                      <a:pt x="613" y="210"/>
                      <a:pt x="611" y="210"/>
                      <a:pt x="607" y="210"/>
                    </a:cubicBezTo>
                    <a:cubicBezTo>
                      <a:pt x="607" y="213"/>
                      <a:pt x="607" y="213"/>
                      <a:pt x="607" y="213"/>
                    </a:cubicBezTo>
                    <a:cubicBezTo>
                      <a:pt x="612" y="216"/>
                      <a:pt x="612" y="216"/>
                      <a:pt x="612" y="216"/>
                    </a:cubicBezTo>
                    <a:cubicBezTo>
                      <a:pt x="611" y="218"/>
                      <a:pt x="610" y="221"/>
                      <a:pt x="607" y="221"/>
                    </a:cubicBezTo>
                    <a:cubicBezTo>
                      <a:pt x="602" y="222"/>
                      <a:pt x="600" y="226"/>
                      <a:pt x="596" y="226"/>
                    </a:cubicBezTo>
                    <a:cubicBezTo>
                      <a:pt x="591" y="228"/>
                      <a:pt x="591" y="230"/>
                      <a:pt x="589" y="232"/>
                    </a:cubicBezTo>
                    <a:lnTo>
                      <a:pt x="590" y="23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1" name="Freeform 50">
                <a:extLst>
                  <a:ext uri="{FF2B5EF4-FFF2-40B4-BE49-F238E27FC236}">
                    <a16:creationId xmlns:a16="http://schemas.microsoft.com/office/drawing/2014/main" id="{2309AD34-9DB1-42DF-AF1F-B2C74E388596}"/>
                  </a:ext>
                </a:extLst>
              </p:cNvPr>
              <p:cNvSpPr/>
              <p:nvPr/>
            </p:nvSpPr>
            <p:spPr bwMode="auto">
              <a:xfrm>
                <a:off x="2030413" y="1400175"/>
                <a:ext cx="1425575" cy="736600"/>
              </a:xfrm>
              <a:custGeom>
                <a:avLst/>
                <a:gdLst/>
                <a:ahLst/>
                <a:cxnLst>
                  <a:cxn ang="0">
                    <a:pos x="950" y="501"/>
                  </a:cxn>
                  <a:cxn ang="0">
                    <a:pos x="950" y="527"/>
                  </a:cxn>
                  <a:cxn ang="0">
                    <a:pos x="955" y="469"/>
                  </a:cxn>
                  <a:cxn ang="0">
                    <a:pos x="944" y="436"/>
                  </a:cxn>
                  <a:cxn ang="0">
                    <a:pos x="982" y="418"/>
                  </a:cxn>
                  <a:cxn ang="0">
                    <a:pos x="1060" y="356"/>
                  </a:cxn>
                  <a:cxn ang="0">
                    <a:pos x="1050" y="346"/>
                  </a:cxn>
                  <a:cxn ang="0">
                    <a:pos x="991" y="310"/>
                  </a:cxn>
                  <a:cxn ang="0">
                    <a:pos x="965" y="247"/>
                  </a:cxn>
                  <a:cxn ang="0">
                    <a:pos x="908" y="267"/>
                  </a:cxn>
                  <a:cxn ang="0">
                    <a:pos x="831" y="204"/>
                  </a:cxn>
                  <a:cxn ang="0">
                    <a:pos x="794" y="247"/>
                  </a:cxn>
                  <a:cxn ang="0">
                    <a:pos x="783" y="387"/>
                  </a:cxn>
                  <a:cxn ang="0">
                    <a:pos x="726" y="334"/>
                  </a:cxn>
                  <a:cxn ang="0">
                    <a:pos x="607" y="306"/>
                  </a:cxn>
                  <a:cxn ang="0">
                    <a:pos x="595" y="216"/>
                  </a:cxn>
                  <a:cxn ang="0">
                    <a:pos x="633" y="178"/>
                  </a:cxn>
                  <a:cxn ang="0">
                    <a:pos x="675" y="146"/>
                  </a:cxn>
                  <a:cxn ang="0">
                    <a:pos x="686" y="127"/>
                  </a:cxn>
                  <a:cxn ang="0">
                    <a:pos x="722" y="120"/>
                  </a:cxn>
                  <a:cxn ang="0">
                    <a:pos x="746" y="61"/>
                  </a:cxn>
                  <a:cxn ang="0">
                    <a:pos x="702" y="67"/>
                  </a:cxn>
                  <a:cxn ang="0">
                    <a:pos x="665" y="74"/>
                  </a:cxn>
                  <a:cxn ang="0">
                    <a:pos x="625" y="55"/>
                  </a:cxn>
                  <a:cxn ang="0">
                    <a:pos x="574" y="0"/>
                  </a:cxn>
                  <a:cxn ang="0">
                    <a:pos x="555" y="38"/>
                  </a:cxn>
                  <a:cxn ang="0">
                    <a:pos x="567" y="98"/>
                  </a:cxn>
                  <a:cxn ang="0">
                    <a:pos x="492" y="92"/>
                  </a:cxn>
                  <a:cxn ang="0">
                    <a:pos x="430" y="75"/>
                  </a:cxn>
                  <a:cxn ang="0">
                    <a:pos x="387" y="89"/>
                  </a:cxn>
                  <a:cxn ang="0">
                    <a:pos x="333" y="81"/>
                  </a:cxn>
                  <a:cxn ang="0">
                    <a:pos x="202" y="42"/>
                  </a:cxn>
                  <a:cxn ang="0">
                    <a:pos x="138" y="40"/>
                  </a:cxn>
                  <a:cxn ang="0">
                    <a:pos x="61" y="70"/>
                  </a:cxn>
                  <a:cxn ang="0">
                    <a:pos x="0" y="242"/>
                  </a:cxn>
                  <a:cxn ang="0">
                    <a:pos x="67" y="253"/>
                  </a:cxn>
                  <a:cxn ang="0">
                    <a:pos x="124" y="316"/>
                  </a:cxn>
                  <a:cxn ang="0">
                    <a:pos x="136" y="366"/>
                  </a:cxn>
                  <a:cxn ang="0">
                    <a:pos x="181" y="413"/>
                  </a:cxn>
                  <a:cxn ang="0">
                    <a:pos x="224" y="440"/>
                  </a:cxn>
                  <a:cxn ang="0">
                    <a:pos x="610" y="446"/>
                  </a:cxn>
                  <a:cxn ang="0">
                    <a:pos x="676" y="453"/>
                  </a:cxn>
                  <a:cxn ang="0">
                    <a:pos x="705" y="477"/>
                  </a:cxn>
                  <a:cxn ang="0">
                    <a:pos x="759" y="512"/>
                  </a:cxn>
                  <a:cxn ang="0">
                    <a:pos x="732" y="553"/>
                  </a:cxn>
                  <a:cxn ang="0">
                    <a:pos x="772" y="543"/>
                  </a:cxn>
                  <a:cxn ang="0">
                    <a:pos x="814" y="519"/>
                  </a:cxn>
                  <a:cxn ang="0">
                    <a:pos x="879" y="498"/>
                  </a:cxn>
                  <a:cxn ang="0">
                    <a:pos x="928" y="505"/>
                  </a:cxn>
                </a:cxnLst>
                <a:rect l="0" t="0" r="r" b="b"/>
                <a:pathLst>
                  <a:path w="1071" h="553">
                    <a:moveTo>
                      <a:pt x="928" y="503"/>
                    </a:moveTo>
                    <a:cubicBezTo>
                      <a:pt x="928" y="502"/>
                      <a:pt x="928" y="502"/>
                      <a:pt x="928" y="502"/>
                    </a:cubicBezTo>
                    <a:cubicBezTo>
                      <a:pt x="928" y="502"/>
                      <a:pt x="931" y="502"/>
                      <a:pt x="932" y="502"/>
                    </a:cubicBezTo>
                    <a:cubicBezTo>
                      <a:pt x="935" y="502"/>
                      <a:pt x="946" y="504"/>
                      <a:pt x="950" y="501"/>
                    </a:cubicBezTo>
                    <a:cubicBezTo>
                      <a:pt x="954" y="498"/>
                      <a:pt x="954" y="493"/>
                      <a:pt x="960" y="492"/>
                    </a:cubicBezTo>
                    <a:cubicBezTo>
                      <a:pt x="960" y="498"/>
                      <a:pt x="960" y="499"/>
                      <a:pt x="967" y="499"/>
                    </a:cubicBezTo>
                    <a:cubicBezTo>
                      <a:pt x="957" y="500"/>
                      <a:pt x="941" y="507"/>
                      <a:pt x="941" y="516"/>
                    </a:cubicBezTo>
                    <a:cubicBezTo>
                      <a:pt x="941" y="520"/>
                      <a:pt x="947" y="527"/>
                      <a:pt x="950" y="527"/>
                    </a:cubicBezTo>
                    <a:cubicBezTo>
                      <a:pt x="953" y="527"/>
                      <a:pt x="961" y="516"/>
                      <a:pt x="970" y="513"/>
                    </a:cubicBezTo>
                    <a:cubicBezTo>
                      <a:pt x="972" y="513"/>
                      <a:pt x="1003" y="501"/>
                      <a:pt x="1003" y="497"/>
                    </a:cubicBezTo>
                    <a:cubicBezTo>
                      <a:pt x="1003" y="493"/>
                      <a:pt x="991" y="492"/>
                      <a:pt x="988" y="492"/>
                    </a:cubicBezTo>
                    <a:cubicBezTo>
                      <a:pt x="976" y="492"/>
                      <a:pt x="955" y="480"/>
                      <a:pt x="955" y="469"/>
                    </a:cubicBezTo>
                    <a:cubicBezTo>
                      <a:pt x="955" y="466"/>
                      <a:pt x="959" y="463"/>
                      <a:pt x="960" y="458"/>
                    </a:cubicBezTo>
                    <a:cubicBezTo>
                      <a:pt x="958" y="458"/>
                      <a:pt x="953" y="457"/>
                      <a:pt x="949" y="457"/>
                    </a:cubicBezTo>
                    <a:cubicBezTo>
                      <a:pt x="951" y="453"/>
                      <a:pt x="967" y="451"/>
                      <a:pt x="967" y="442"/>
                    </a:cubicBezTo>
                    <a:cubicBezTo>
                      <a:pt x="967" y="434"/>
                      <a:pt x="954" y="436"/>
                      <a:pt x="944" y="436"/>
                    </a:cubicBezTo>
                    <a:cubicBezTo>
                      <a:pt x="925" y="436"/>
                      <a:pt x="916" y="449"/>
                      <a:pt x="903" y="451"/>
                    </a:cubicBezTo>
                    <a:cubicBezTo>
                      <a:pt x="909" y="439"/>
                      <a:pt x="918" y="443"/>
                      <a:pt x="928" y="433"/>
                    </a:cubicBezTo>
                    <a:cubicBezTo>
                      <a:pt x="934" y="427"/>
                      <a:pt x="929" y="423"/>
                      <a:pt x="939" y="420"/>
                    </a:cubicBezTo>
                    <a:cubicBezTo>
                      <a:pt x="955" y="415"/>
                      <a:pt x="965" y="418"/>
                      <a:pt x="982" y="418"/>
                    </a:cubicBezTo>
                    <a:cubicBezTo>
                      <a:pt x="1004" y="418"/>
                      <a:pt x="1016" y="425"/>
                      <a:pt x="1029" y="408"/>
                    </a:cubicBezTo>
                    <a:cubicBezTo>
                      <a:pt x="1035" y="400"/>
                      <a:pt x="1071" y="398"/>
                      <a:pt x="1071" y="384"/>
                    </a:cubicBezTo>
                    <a:cubicBezTo>
                      <a:pt x="1071" y="374"/>
                      <a:pt x="1067" y="370"/>
                      <a:pt x="1063" y="363"/>
                    </a:cubicBezTo>
                    <a:cubicBezTo>
                      <a:pt x="1060" y="363"/>
                      <a:pt x="1065" y="359"/>
                      <a:pt x="1060" y="356"/>
                    </a:cubicBezTo>
                    <a:cubicBezTo>
                      <a:pt x="1060" y="351"/>
                      <a:pt x="1060" y="351"/>
                      <a:pt x="1060" y="351"/>
                    </a:cubicBezTo>
                    <a:cubicBezTo>
                      <a:pt x="1050" y="357"/>
                      <a:pt x="1029" y="364"/>
                      <a:pt x="1018" y="364"/>
                    </a:cubicBezTo>
                    <a:cubicBezTo>
                      <a:pt x="1017" y="364"/>
                      <a:pt x="1014" y="363"/>
                      <a:pt x="1014" y="362"/>
                    </a:cubicBezTo>
                    <a:cubicBezTo>
                      <a:pt x="1022" y="358"/>
                      <a:pt x="1047" y="354"/>
                      <a:pt x="1050" y="346"/>
                    </a:cubicBezTo>
                    <a:cubicBezTo>
                      <a:pt x="1050" y="344"/>
                      <a:pt x="1046" y="343"/>
                      <a:pt x="1046" y="341"/>
                    </a:cubicBezTo>
                    <a:cubicBezTo>
                      <a:pt x="1035" y="342"/>
                      <a:pt x="1013" y="337"/>
                      <a:pt x="1013" y="322"/>
                    </a:cubicBezTo>
                    <a:cubicBezTo>
                      <a:pt x="1013" y="321"/>
                      <a:pt x="1013" y="321"/>
                      <a:pt x="1013" y="321"/>
                    </a:cubicBezTo>
                    <a:cubicBezTo>
                      <a:pt x="1003" y="321"/>
                      <a:pt x="997" y="315"/>
                      <a:pt x="991" y="310"/>
                    </a:cubicBezTo>
                    <a:cubicBezTo>
                      <a:pt x="994" y="309"/>
                      <a:pt x="998" y="308"/>
                      <a:pt x="998" y="302"/>
                    </a:cubicBezTo>
                    <a:cubicBezTo>
                      <a:pt x="998" y="298"/>
                      <a:pt x="994" y="295"/>
                      <a:pt x="995" y="290"/>
                    </a:cubicBezTo>
                    <a:cubicBezTo>
                      <a:pt x="991" y="289"/>
                      <a:pt x="977" y="280"/>
                      <a:pt x="980" y="272"/>
                    </a:cubicBezTo>
                    <a:cubicBezTo>
                      <a:pt x="985" y="262"/>
                      <a:pt x="966" y="259"/>
                      <a:pt x="965" y="247"/>
                    </a:cubicBezTo>
                    <a:cubicBezTo>
                      <a:pt x="964" y="247"/>
                      <a:pt x="959" y="243"/>
                      <a:pt x="958" y="242"/>
                    </a:cubicBezTo>
                    <a:cubicBezTo>
                      <a:pt x="954" y="244"/>
                      <a:pt x="947" y="248"/>
                      <a:pt x="947" y="254"/>
                    </a:cubicBezTo>
                    <a:cubicBezTo>
                      <a:pt x="947" y="261"/>
                      <a:pt x="933" y="277"/>
                      <a:pt x="922" y="277"/>
                    </a:cubicBezTo>
                    <a:cubicBezTo>
                      <a:pt x="914" y="277"/>
                      <a:pt x="913" y="267"/>
                      <a:pt x="908" y="267"/>
                    </a:cubicBezTo>
                    <a:cubicBezTo>
                      <a:pt x="900" y="267"/>
                      <a:pt x="897" y="246"/>
                      <a:pt x="896" y="236"/>
                    </a:cubicBezTo>
                    <a:cubicBezTo>
                      <a:pt x="894" y="224"/>
                      <a:pt x="870" y="233"/>
                      <a:pt x="870" y="216"/>
                    </a:cubicBezTo>
                    <a:cubicBezTo>
                      <a:pt x="858" y="215"/>
                      <a:pt x="855" y="200"/>
                      <a:pt x="843" y="200"/>
                    </a:cubicBezTo>
                    <a:cubicBezTo>
                      <a:pt x="837" y="200"/>
                      <a:pt x="837" y="204"/>
                      <a:pt x="831" y="204"/>
                    </a:cubicBezTo>
                    <a:cubicBezTo>
                      <a:pt x="818" y="204"/>
                      <a:pt x="810" y="197"/>
                      <a:pt x="797" y="197"/>
                    </a:cubicBezTo>
                    <a:cubicBezTo>
                      <a:pt x="791" y="197"/>
                      <a:pt x="784" y="200"/>
                      <a:pt x="784" y="208"/>
                    </a:cubicBezTo>
                    <a:cubicBezTo>
                      <a:pt x="784" y="212"/>
                      <a:pt x="800" y="218"/>
                      <a:pt x="786" y="227"/>
                    </a:cubicBezTo>
                    <a:cubicBezTo>
                      <a:pt x="780" y="231"/>
                      <a:pt x="794" y="241"/>
                      <a:pt x="794" y="247"/>
                    </a:cubicBezTo>
                    <a:cubicBezTo>
                      <a:pt x="796" y="260"/>
                      <a:pt x="783" y="264"/>
                      <a:pt x="778" y="266"/>
                    </a:cubicBezTo>
                    <a:cubicBezTo>
                      <a:pt x="788" y="283"/>
                      <a:pt x="803" y="289"/>
                      <a:pt x="803" y="318"/>
                    </a:cubicBezTo>
                    <a:cubicBezTo>
                      <a:pt x="803" y="326"/>
                      <a:pt x="777" y="346"/>
                      <a:pt x="768" y="347"/>
                    </a:cubicBezTo>
                    <a:cubicBezTo>
                      <a:pt x="783" y="355"/>
                      <a:pt x="777" y="379"/>
                      <a:pt x="783" y="387"/>
                    </a:cubicBezTo>
                    <a:cubicBezTo>
                      <a:pt x="782" y="389"/>
                      <a:pt x="776" y="392"/>
                      <a:pt x="775" y="397"/>
                    </a:cubicBezTo>
                    <a:cubicBezTo>
                      <a:pt x="770" y="397"/>
                      <a:pt x="766" y="406"/>
                      <a:pt x="762" y="403"/>
                    </a:cubicBezTo>
                    <a:cubicBezTo>
                      <a:pt x="751" y="394"/>
                      <a:pt x="736" y="380"/>
                      <a:pt x="736" y="367"/>
                    </a:cubicBezTo>
                    <a:cubicBezTo>
                      <a:pt x="736" y="353"/>
                      <a:pt x="738" y="342"/>
                      <a:pt x="726" y="334"/>
                    </a:cubicBezTo>
                    <a:cubicBezTo>
                      <a:pt x="697" y="334"/>
                      <a:pt x="697" y="334"/>
                      <a:pt x="697" y="334"/>
                    </a:cubicBezTo>
                    <a:cubicBezTo>
                      <a:pt x="681" y="322"/>
                      <a:pt x="662" y="315"/>
                      <a:pt x="643" y="308"/>
                    </a:cubicBezTo>
                    <a:cubicBezTo>
                      <a:pt x="640" y="306"/>
                      <a:pt x="629" y="299"/>
                      <a:pt x="623" y="299"/>
                    </a:cubicBezTo>
                    <a:cubicBezTo>
                      <a:pt x="617" y="299"/>
                      <a:pt x="614" y="306"/>
                      <a:pt x="607" y="306"/>
                    </a:cubicBezTo>
                    <a:cubicBezTo>
                      <a:pt x="607" y="295"/>
                      <a:pt x="600" y="270"/>
                      <a:pt x="590" y="270"/>
                    </a:cubicBezTo>
                    <a:cubicBezTo>
                      <a:pt x="586" y="270"/>
                      <a:pt x="584" y="274"/>
                      <a:pt x="579" y="275"/>
                    </a:cubicBezTo>
                    <a:cubicBezTo>
                      <a:pt x="581" y="269"/>
                      <a:pt x="579" y="268"/>
                      <a:pt x="579" y="255"/>
                    </a:cubicBezTo>
                    <a:cubicBezTo>
                      <a:pt x="579" y="237"/>
                      <a:pt x="584" y="227"/>
                      <a:pt x="595" y="216"/>
                    </a:cubicBezTo>
                    <a:cubicBezTo>
                      <a:pt x="598" y="213"/>
                      <a:pt x="606" y="196"/>
                      <a:pt x="609" y="194"/>
                    </a:cubicBezTo>
                    <a:cubicBezTo>
                      <a:pt x="617" y="192"/>
                      <a:pt x="630" y="196"/>
                      <a:pt x="630" y="186"/>
                    </a:cubicBezTo>
                    <a:cubicBezTo>
                      <a:pt x="630" y="179"/>
                      <a:pt x="613" y="178"/>
                      <a:pt x="607" y="175"/>
                    </a:cubicBezTo>
                    <a:cubicBezTo>
                      <a:pt x="611" y="176"/>
                      <a:pt x="597" y="167"/>
                      <a:pt x="633" y="178"/>
                    </a:cubicBezTo>
                    <a:cubicBezTo>
                      <a:pt x="643" y="181"/>
                      <a:pt x="637" y="169"/>
                      <a:pt x="642" y="169"/>
                    </a:cubicBezTo>
                    <a:cubicBezTo>
                      <a:pt x="643" y="169"/>
                      <a:pt x="647" y="169"/>
                      <a:pt x="652" y="169"/>
                    </a:cubicBezTo>
                    <a:cubicBezTo>
                      <a:pt x="662" y="169"/>
                      <a:pt x="668" y="158"/>
                      <a:pt x="675" y="153"/>
                    </a:cubicBezTo>
                    <a:cubicBezTo>
                      <a:pt x="675" y="146"/>
                      <a:pt x="675" y="146"/>
                      <a:pt x="675" y="146"/>
                    </a:cubicBezTo>
                    <a:cubicBezTo>
                      <a:pt x="660" y="142"/>
                      <a:pt x="645" y="145"/>
                      <a:pt x="639" y="131"/>
                    </a:cubicBezTo>
                    <a:cubicBezTo>
                      <a:pt x="639" y="131"/>
                      <a:pt x="643" y="131"/>
                      <a:pt x="647" y="131"/>
                    </a:cubicBezTo>
                    <a:cubicBezTo>
                      <a:pt x="652" y="135"/>
                      <a:pt x="658" y="141"/>
                      <a:pt x="666" y="141"/>
                    </a:cubicBezTo>
                    <a:cubicBezTo>
                      <a:pt x="673" y="141"/>
                      <a:pt x="686" y="132"/>
                      <a:pt x="686" y="127"/>
                    </a:cubicBezTo>
                    <a:cubicBezTo>
                      <a:pt x="686" y="125"/>
                      <a:pt x="680" y="117"/>
                      <a:pt x="683" y="117"/>
                    </a:cubicBezTo>
                    <a:cubicBezTo>
                      <a:pt x="693" y="117"/>
                      <a:pt x="696" y="126"/>
                      <a:pt x="703" y="126"/>
                    </a:cubicBezTo>
                    <a:cubicBezTo>
                      <a:pt x="707" y="126"/>
                      <a:pt x="709" y="123"/>
                      <a:pt x="717" y="123"/>
                    </a:cubicBezTo>
                    <a:cubicBezTo>
                      <a:pt x="715" y="120"/>
                      <a:pt x="717" y="112"/>
                      <a:pt x="722" y="120"/>
                    </a:cubicBezTo>
                    <a:cubicBezTo>
                      <a:pt x="725" y="125"/>
                      <a:pt x="748" y="105"/>
                      <a:pt x="748" y="100"/>
                    </a:cubicBezTo>
                    <a:cubicBezTo>
                      <a:pt x="748" y="96"/>
                      <a:pt x="738" y="91"/>
                      <a:pt x="738" y="89"/>
                    </a:cubicBezTo>
                    <a:cubicBezTo>
                      <a:pt x="738" y="85"/>
                      <a:pt x="732" y="78"/>
                      <a:pt x="746" y="72"/>
                    </a:cubicBezTo>
                    <a:cubicBezTo>
                      <a:pt x="748" y="68"/>
                      <a:pt x="746" y="68"/>
                      <a:pt x="746" y="61"/>
                    </a:cubicBezTo>
                    <a:cubicBezTo>
                      <a:pt x="732" y="61"/>
                      <a:pt x="735" y="50"/>
                      <a:pt x="717" y="50"/>
                    </a:cubicBezTo>
                    <a:cubicBezTo>
                      <a:pt x="713" y="49"/>
                      <a:pt x="710" y="47"/>
                      <a:pt x="706" y="47"/>
                    </a:cubicBezTo>
                    <a:cubicBezTo>
                      <a:pt x="701" y="47"/>
                      <a:pt x="695" y="50"/>
                      <a:pt x="695" y="55"/>
                    </a:cubicBezTo>
                    <a:cubicBezTo>
                      <a:pt x="695" y="61"/>
                      <a:pt x="702" y="63"/>
                      <a:pt x="702" y="67"/>
                    </a:cubicBezTo>
                    <a:cubicBezTo>
                      <a:pt x="702" y="72"/>
                      <a:pt x="692" y="72"/>
                      <a:pt x="689" y="76"/>
                    </a:cubicBezTo>
                    <a:cubicBezTo>
                      <a:pt x="686" y="84"/>
                      <a:pt x="687" y="90"/>
                      <a:pt x="681" y="98"/>
                    </a:cubicBezTo>
                    <a:cubicBezTo>
                      <a:pt x="671" y="110"/>
                      <a:pt x="658" y="90"/>
                      <a:pt x="658" y="85"/>
                    </a:cubicBezTo>
                    <a:cubicBezTo>
                      <a:pt x="658" y="79"/>
                      <a:pt x="665" y="81"/>
                      <a:pt x="665" y="74"/>
                    </a:cubicBezTo>
                    <a:cubicBezTo>
                      <a:pt x="665" y="71"/>
                      <a:pt x="652" y="59"/>
                      <a:pt x="649" y="59"/>
                    </a:cubicBezTo>
                    <a:cubicBezTo>
                      <a:pt x="636" y="59"/>
                      <a:pt x="645" y="78"/>
                      <a:pt x="631" y="78"/>
                    </a:cubicBezTo>
                    <a:cubicBezTo>
                      <a:pt x="631" y="70"/>
                      <a:pt x="630" y="65"/>
                      <a:pt x="621" y="60"/>
                    </a:cubicBezTo>
                    <a:cubicBezTo>
                      <a:pt x="622" y="58"/>
                      <a:pt x="623" y="57"/>
                      <a:pt x="625" y="55"/>
                    </a:cubicBezTo>
                    <a:cubicBezTo>
                      <a:pt x="618" y="51"/>
                      <a:pt x="609" y="55"/>
                      <a:pt x="603" y="48"/>
                    </a:cubicBezTo>
                    <a:cubicBezTo>
                      <a:pt x="606" y="47"/>
                      <a:pt x="614" y="44"/>
                      <a:pt x="614" y="38"/>
                    </a:cubicBezTo>
                    <a:cubicBezTo>
                      <a:pt x="614" y="29"/>
                      <a:pt x="601" y="30"/>
                      <a:pt x="601" y="23"/>
                    </a:cubicBezTo>
                    <a:cubicBezTo>
                      <a:pt x="601" y="10"/>
                      <a:pt x="591" y="1"/>
                      <a:pt x="574" y="0"/>
                    </a:cubicBezTo>
                    <a:cubicBezTo>
                      <a:pt x="565" y="0"/>
                      <a:pt x="569" y="6"/>
                      <a:pt x="569" y="10"/>
                    </a:cubicBezTo>
                    <a:cubicBezTo>
                      <a:pt x="564" y="11"/>
                      <a:pt x="557" y="10"/>
                      <a:pt x="557" y="17"/>
                    </a:cubicBezTo>
                    <a:cubicBezTo>
                      <a:pt x="557" y="21"/>
                      <a:pt x="561" y="23"/>
                      <a:pt x="561" y="28"/>
                    </a:cubicBezTo>
                    <a:cubicBezTo>
                      <a:pt x="561" y="32"/>
                      <a:pt x="555" y="32"/>
                      <a:pt x="555" y="38"/>
                    </a:cubicBezTo>
                    <a:cubicBezTo>
                      <a:pt x="555" y="52"/>
                      <a:pt x="585" y="44"/>
                      <a:pt x="585" y="59"/>
                    </a:cubicBezTo>
                    <a:cubicBezTo>
                      <a:pt x="585" y="61"/>
                      <a:pt x="581" y="72"/>
                      <a:pt x="581" y="72"/>
                    </a:cubicBezTo>
                    <a:cubicBezTo>
                      <a:pt x="584" y="70"/>
                      <a:pt x="587" y="69"/>
                      <a:pt x="591" y="67"/>
                    </a:cubicBezTo>
                    <a:cubicBezTo>
                      <a:pt x="596" y="85"/>
                      <a:pt x="567" y="77"/>
                      <a:pt x="567" y="98"/>
                    </a:cubicBezTo>
                    <a:cubicBezTo>
                      <a:pt x="553" y="102"/>
                      <a:pt x="564" y="88"/>
                      <a:pt x="561" y="83"/>
                    </a:cubicBezTo>
                    <a:cubicBezTo>
                      <a:pt x="559" y="81"/>
                      <a:pt x="547" y="78"/>
                      <a:pt x="541" y="78"/>
                    </a:cubicBezTo>
                    <a:cubicBezTo>
                      <a:pt x="533" y="78"/>
                      <a:pt x="530" y="82"/>
                      <a:pt x="530" y="92"/>
                    </a:cubicBezTo>
                    <a:cubicBezTo>
                      <a:pt x="522" y="91"/>
                      <a:pt x="517" y="92"/>
                      <a:pt x="492" y="92"/>
                    </a:cubicBezTo>
                    <a:cubicBezTo>
                      <a:pt x="468" y="92"/>
                      <a:pt x="441" y="83"/>
                      <a:pt x="435" y="65"/>
                    </a:cubicBezTo>
                    <a:cubicBezTo>
                      <a:pt x="427" y="67"/>
                      <a:pt x="400" y="68"/>
                      <a:pt x="400" y="78"/>
                    </a:cubicBezTo>
                    <a:cubicBezTo>
                      <a:pt x="400" y="81"/>
                      <a:pt x="403" y="82"/>
                      <a:pt x="406" y="82"/>
                    </a:cubicBezTo>
                    <a:cubicBezTo>
                      <a:pt x="413" y="82"/>
                      <a:pt x="425" y="79"/>
                      <a:pt x="430" y="75"/>
                    </a:cubicBezTo>
                    <a:cubicBezTo>
                      <a:pt x="432" y="90"/>
                      <a:pt x="409" y="78"/>
                      <a:pt x="409" y="93"/>
                    </a:cubicBezTo>
                    <a:cubicBezTo>
                      <a:pt x="409" y="96"/>
                      <a:pt x="414" y="106"/>
                      <a:pt x="412" y="106"/>
                    </a:cubicBezTo>
                    <a:cubicBezTo>
                      <a:pt x="403" y="106"/>
                      <a:pt x="401" y="95"/>
                      <a:pt x="394" y="92"/>
                    </a:cubicBezTo>
                    <a:cubicBezTo>
                      <a:pt x="387" y="89"/>
                      <a:pt x="387" y="89"/>
                      <a:pt x="387" y="89"/>
                    </a:cubicBezTo>
                    <a:cubicBezTo>
                      <a:pt x="377" y="89"/>
                      <a:pt x="370" y="89"/>
                      <a:pt x="359" y="89"/>
                    </a:cubicBezTo>
                    <a:cubicBezTo>
                      <a:pt x="350" y="89"/>
                      <a:pt x="344" y="92"/>
                      <a:pt x="335" y="93"/>
                    </a:cubicBezTo>
                    <a:cubicBezTo>
                      <a:pt x="317" y="93"/>
                      <a:pt x="317" y="87"/>
                      <a:pt x="317" y="86"/>
                    </a:cubicBezTo>
                    <a:cubicBezTo>
                      <a:pt x="317" y="82"/>
                      <a:pt x="331" y="83"/>
                      <a:pt x="333" y="81"/>
                    </a:cubicBezTo>
                    <a:cubicBezTo>
                      <a:pt x="321" y="64"/>
                      <a:pt x="323" y="66"/>
                      <a:pt x="298" y="68"/>
                    </a:cubicBezTo>
                    <a:cubicBezTo>
                      <a:pt x="271" y="70"/>
                      <a:pt x="258" y="48"/>
                      <a:pt x="231" y="48"/>
                    </a:cubicBezTo>
                    <a:cubicBezTo>
                      <a:pt x="223" y="48"/>
                      <a:pt x="219" y="54"/>
                      <a:pt x="212" y="54"/>
                    </a:cubicBezTo>
                    <a:cubicBezTo>
                      <a:pt x="207" y="54"/>
                      <a:pt x="202" y="46"/>
                      <a:pt x="202" y="42"/>
                    </a:cubicBezTo>
                    <a:cubicBezTo>
                      <a:pt x="193" y="44"/>
                      <a:pt x="193" y="54"/>
                      <a:pt x="184" y="54"/>
                    </a:cubicBezTo>
                    <a:cubicBezTo>
                      <a:pt x="176" y="54"/>
                      <a:pt x="164" y="34"/>
                      <a:pt x="161" y="34"/>
                    </a:cubicBezTo>
                    <a:cubicBezTo>
                      <a:pt x="153" y="34"/>
                      <a:pt x="156" y="47"/>
                      <a:pt x="146" y="47"/>
                    </a:cubicBezTo>
                    <a:cubicBezTo>
                      <a:pt x="143" y="47"/>
                      <a:pt x="140" y="44"/>
                      <a:pt x="138" y="40"/>
                    </a:cubicBezTo>
                    <a:cubicBezTo>
                      <a:pt x="125" y="44"/>
                      <a:pt x="120" y="44"/>
                      <a:pt x="108" y="49"/>
                    </a:cubicBezTo>
                    <a:cubicBezTo>
                      <a:pt x="103" y="50"/>
                      <a:pt x="91" y="59"/>
                      <a:pt x="87" y="55"/>
                    </a:cubicBezTo>
                    <a:cubicBezTo>
                      <a:pt x="76" y="44"/>
                      <a:pt x="78" y="58"/>
                      <a:pt x="74" y="58"/>
                    </a:cubicBezTo>
                    <a:cubicBezTo>
                      <a:pt x="45" y="59"/>
                      <a:pt x="65" y="70"/>
                      <a:pt x="61" y="70"/>
                    </a:cubicBezTo>
                    <a:cubicBezTo>
                      <a:pt x="50" y="70"/>
                      <a:pt x="30" y="67"/>
                      <a:pt x="12" y="56"/>
                    </a:cubicBezTo>
                    <a:cubicBezTo>
                      <a:pt x="11" y="56"/>
                      <a:pt x="6" y="52"/>
                      <a:pt x="6" y="51"/>
                    </a:cubicBezTo>
                    <a:cubicBezTo>
                      <a:pt x="3" y="52"/>
                      <a:pt x="5" y="52"/>
                      <a:pt x="0" y="51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6" y="247"/>
                      <a:pt x="19" y="240"/>
                      <a:pt x="25" y="248"/>
                    </a:cubicBezTo>
                    <a:cubicBezTo>
                      <a:pt x="29" y="254"/>
                      <a:pt x="38" y="266"/>
                      <a:pt x="47" y="266"/>
                    </a:cubicBezTo>
                    <a:cubicBezTo>
                      <a:pt x="53" y="266"/>
                      <a:pt x="53" y="257"/>
                      <a:pt x="59" y="255"/>
                    </a:cubicBezTo>
                    <a:cubicBezTo>
                      <a:pt x="62" y="254"/>
                      <a:pt x="64" y="255"/>
                      <a:pt x="67" y="253"/>
                    </a:cubicBezTo>
                    <a:cubicBezTo>
                      <a:pt x="81" y="266"/>
                      <a:pt x="87" y="271"/>
                      <a:pt x="99" y="288"/>
                    </a:cubicBezTo>
                    <a:cubicBezTo>
                      <a:pt x="100" y="290"/>
                      <a:pt x="103" y="291"/>
                      <a:pt x="105" y="295"/>
                    </a:cubicBezTo>
                    <a:cubicBezTo>
                      <a:pt x="106" y="300"/>
                      <a:pt x="108" y="306"/>
                      <a:pt x="113" y="311"/>
                    </a:cubicBezTo>
                    <a:cubicBezTo>
                      <a:pt x="116" y="314"/>
                      <a:pt x="121" y="313"/>
                      <a:pt x="124" y="316"/>
                    </a:cubicBezTo>
                    <a:cubicBezTo>
                      <a:pt x="128" y="320"/>
                      <a:pt x="135" y="322"/>
                      <a:pt x="135" y="332"/>
                    </a:cubicBezTo>
                    <a:cubicBezTo>
                      <a:pt x="135" y="336"/>
                      <a:pt x="129" y="337"/>
                      <a:pt x="129" y="340"/>
                    </a:cubicBezTo>
                    <a:cubicBezTo>
                      <a:pt x="129" y="343"/>
                      <a:pt x="132" y="344"/>
                      <a:pt x="132" y="347"/>
                    </a:cubicBezTo>
                    <a:cubicBezTo>
                      <a:pt x="132" y="352"/>
                      <a:pt x="130" y="364"/>
                      <a:pt x="136" y="366"/>
                    </a:cubicBezTo>
                    <a:cubicBezTo>
                      <a:pt x="140" y="367"/>
                      <a:pt x="143" y="367"/>
                      <a:pt x="146" y="370"/>
                    </a:cubicBezTo>
                    <a:cubicBezTo>
                      <a:pt x="150" y="373"/>
                      <a:pt x="145" y="379"/>
                      <a:pt x="150" y="383"/>
                    </a:cubicBezTo>
                    <a:cubicBezTo>
                      <a:pt x="150" y="383"/>
                      <a:pt x="162" y="390"/>
                      <a:pt x="162" y="391"/>
                    </a:cubicBezTo>
                    <a:cubicBezTo>
                      <a:pt x="165" y="401"/>
                      <a:pt x="166" y="413"/>
                      <a:pt x="181" y="413"/>
                    </a:cubicBezTo>
                    <a:cubicBezTo>
                      <a:pt x="183" y="422"/>
                      <a:pt x="199" y="416"/>
                      <a:pt x="202" y="428"/>
                    </a:cubicBezTo>
                    <a:cubicBezTo>
                      <a:pt x="204" y="432"/>
                      <a:pt x="215" y="433"/>
                      <a:pt x="219" y="437"/>
                    </a:cubicBezTo>
                    <a:cubicBezTo>
                      <a:pt x="220" y="438"/>
                      <a:pt x="222" y="439"/>
                      <a:pt x="224" y="440"/>
                    </a:cubicBezTo>
                    <a:cubicBezTo>
                      <a:pt x="224" y="440"/>
                      <a:pt x="224" y="440"/>
                      <a:pt x="224" y="440"/>
                    </a:cubicBezTo>
                    <a:cubicBezTo>
                      <a:pt x="577" y="440"/>
                      <a:pt x="577" y="440"/>
                      <a:pt x="577" y="440"/>
                    </a:cubicBezTo>
                    <a:cubicBezTo>
                      <a:pt x="577" y="435"/>
                      <a:pt x="577" y="435"/>
                      <a:pt x="577" y="435"/>
                    </a:cubicBezTo>
                    <a:cubicBezTo>
                      <a:pt x="583" y="439"/>
                      <a:pt x="582" y="443"/>
                      <a:pt x="588" y="446"/>
                    </a:cubicBezTo>
                    <a:cubicBezTo>
                      <a:pt x="610" y="446"/>
                      <a:pt x="610" y="446"/>
                      <a:pt x="610" y="446"/>
                    </a:cubicBezTo>
                    <a:cubicBezTo>
                      <a:pt x="619" y="455"/>
                      <a:pt x="630" y="455"/>
                      <a:pt x="647" y="455"/>
                    </a:cubicBezTo>
                    <a:cubicBezTo>
                      <a:pt x="652" y="453"/>
                      <a:pt x="653" y="455"/>
                      <a:pt x="658" y="452"/>
                    </a:cubicBezTo>
                    <a:cubicBezTo>
                      <a:pt x="662" y="450"/>
                      <a:pt x="661" y="443"/>
                      <a:pt x="665" y="443"/>
                    </a:cubicBezTo>
                    <a:cubicBezTo>
                      <a:pt x="670" y="443"/>
                      <a:pt x="674" y="451"/>
                      <a:pt x="676" y="453"/>
                    </a:cubicBezTo>
                    <a:cubicBezTo>
                      <a:pt x="677" y="451"/>
                      <a:pt x="676" y="448"/>
                      <a:pt x="676" y="447"/>
                    </a:cubicBezTo>
                    <a:cubicBezTo>
                      <a:pt x="677" y="447"/>
                      <a:pt x="678" y="447"/>
                      <a:pt x="680" y="447"/>
                    </a:cubicBezTo>
                    <a:cubicBezTo>
                      <a:pt x="682" y="447"/>
                      <a:pt x="701" y="462"/>
                      <a:pt x="702" y="463"/>
                    </a:cubicBezTo>
                    <a:cubicBezTo>
                      <a:pt x="704" y="469"/>
                      <a:pt x="702" y="473"/>
                      <a:pt x="705" y="477"/>
                    </a:cubicBezTo>
                    <a:cubicBezTo>
                      <a:pt x="715" y="487"/>
                      <a:pt x="729" y="485"/>
                      <a:pt x="740" y="492"/>
                    </a:cubicBezTo>
                    <a:cubicBezTo>
                      <a:pt x="752" y="492"/>
                      <a:pt x="752" y="492"/>
                      <a:pt x="752" y="492"/>
                    </a:cubicBezTo>
                    <a:cubicBezTo>
                      <a:pt x="757" y="495"/>
                      <a:pt x="763" y="500"/>
                      <a:pt x="763" y="506"/>
                    </a:cubicBezTo>
                    <a:cubicBezTo>
                      <a:pt x="763" y="509"/>
                      <a:pt x="762" y="512"/>
                      <a:pt x="759" y="512"/>
                    </a:cubicBezTo>
                    <a:cubicBezTo>
                      <a:pt x="754" y="512"/>
                      <a:pt x="748" y="506"/>
                      <a:pt x="747" y="504"/>
                    </a:cubicBezTo>
                    <a:cubicBezTo>
                      <a:pt x="745" y="511"/>
                      <a:pt x="741" y="532"/>
                      <a:pt x="735" y="532"/>
                    </a:cubicBezTo>
                    <a:cubicBezTo>
                      <a:pt x="730" y="538"/>
                      <a:pt x="725" y="541"/>
                      <a:pt x="725" y="547"/>
                    </a:cubicBezTo>
                    <a:cubicBezTo>
                      <a:pt x="726" y="549"/>
                      <a:pt x="729" y="553"/>
                      <a:pt x="732" y="553"/>
                    </a:cubicBezTo>
                    <a:cubicBezTo>
                      <a:pt x="736" y="553"/>
                      <a:pt x="736" y="550"/>
                      <a:pt x="738" y="548"/>
                    </a:cubicBezTo>
                    <a:cubicBezTo>
                      <a:pt x="742" y="544"/>
                      <a:pt x="748" y="545"/>
                      <a:pt x="755" y="545"/>
                    </a:cubicBezTo>
                    <a:cubicBezTo>
                      <a:pt x="760" y="545"/>
                      <a:pt x="763" y="548"/>
                      <a:pt x="765" y="546"/>
                    </a:cubicBezTo>
                    <a:cubicBezTo>
                      <a:pt x="768" y="545"/>
                      <a:pt x="770" y="544"/>
                      <a:pt x="772" y="543"/>
                    </a:cubicBezTo>
                    <a:cubicBezTo>
                      <a:pt x="772" y="540"/>
                      <a:pt x="771" y="538"/>
                      <a:pt x="770" y="536"/>
                    </a:cubicBezTo>
                    <a:cubicBezTo>
                      <a:pt x="769" y="534"/>
                      <a:pt x="767" y="533"/>
                      <a:pt x="767" y="531"/>
                    </a:cubicBezTo>
                    <a:cubicBezTo>
                      <a:pt x="767" y="529"/>
                      <a:pt x="771" y="528"/>
                      <a:pt x="773" y="528"/>
                    </a:cubicBezTo>
                    <a:cubicBezTo>
                      <a:pt x="782" y="525"/>
                      <a:pt x="803" y="519"/>
                      <a:pt x="814" y="519"/>
                    </a:cubicBezTo>
                    <a:cubicBezTo>
                      <a:pt x="815" y="519"/>
                      <a:pt x="831" y="503"/>
                      <a:pt x="834" y="501"/>
                    </a:cubicBezTo>
                    <a:cubicBezTo>
                      <a:pt x="836" y="499"/>
                      <a:pt x="847" y="500"/>
                      <a:pt x="857" y="500"/>
                    </a:cubicBezTo>
                    <a:cubicBezTo>
                      <a:pt x="861" y="500"/>
                      <a:pt x="864" y="500"/>
                      <a:pt x="868" y="500"/>
                    </a:cubicBezTo>
                    <a:cubicBezTo>
                      <a:pt x="872" y="500"/>
                      <a:pt x="876" y="498"/>
                      <a:pt x="879" y="498"/>
                    </a:cubicBezTo>
                    <a:cubicBezTo>
                      <a:pt x="884" y="497"/>
                      <a:pt x="882" y="496"/>
                      <a:pt x="884" y="494"/>
                    </a:cubicBezTo>
                    <a:cubicBezTo>
                      <a:pt x="892" y="486"/>
                      <a:pt x="892" y="471"/>
                      <a:pt x="903" y="463"/>
                    </a:cubicBezTo>
                    <a:cubicBezTo>
                      <a:pt x="908" y="470"/>
                      <a:pt x="916" y="460"/>
                      <a:pt x="920" y="467"/>
                    </a:cubicBezTo>
                    <a:cubicBezTo>
                      <a:pt x="926" y="478"/>
                      <a:pt x="922" y="494"/>
                      <a:pt x="928" y="505"/>
                    </a:cubicBezTo>
                    <a:lnTo>
                      <a:pt x="928" y="50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2" name="Freeform 51">
                <a:extLst>
                  <a:ext uri="{FF2B5EF4-FFF2-40B4-BE49-F238E27FC236}">
                    <a16:creationId xmlns:a16="http://schemas.microsoft.com/office/drawing/2014/main" id="{AB9877D4-034A-41F1-83E7-3483E2DFA928}"/>
                  </a:ext>
                </a:extLst>
              </p:cNvPr>
              <p:cNvSpPr/>
              <p:nvPr/>
            </p:nvSpPr>
            <p:spPr bwMode="auto">
              <a:xfrm>
                <a:off x="1585913" y="1417638"/>
                <a:ext cx="623888" cy="457200"/>
              </a:xfrm>
              <a:custGeom>
                <a:avLst/>
                <a:gdLst/>
                <a:ahLst/>
                <a:cxnLst>
                  <a:cxn ang="0">
                    <a:pos x="334" y="228"/>
                  </a:cxn>
                  <a:cxn ang="0">
                    <a:pos x="381" y="252"/>
                  </a:cxn>
                  <a:cxn ang="0">
                    <a:pos x="401" y="239"/>
                  </a:cxn>
                  <a:cxn ang="0">
                    <a:pos x="439" y="281"/>
                  </a:cxn>
                  <a:cxn ang="0">
                    <a:pos x="458" y="302"/>
                  </a:cxn>
                  <a:cxn ang="0">
                    <a:pos x="463" y="326"/>
                  </a:cxn>
                  <a:cxn ang="0">
                    <a:pos x="440" y="314"/>
                  </a:cxn>
                  <a:cxn ang="0">
                    <a:pos x="427" y="300"/>
                  </a:cxn>
                  <a:cxn ang="0">
                    <a:pos x="426" y="286"/>
                  </a:cxn>
                  <a:cxn ang="0">
                    <a:pos x="414" y="286"/>
                  </a:cxn>
                  <a:cxn ang="0">
                    <a:pos x="412" y="270"/>
                  </a:cxn>
                  <a:cxn ang="0">
                    <a:pos x="390" y="261"/>
                  </a:cxn>
                  <a:cxn ang="0">
                    <a:pos x="363" y="252"/>
                  </a:cxn>
                  <a:cxn ang="0">
                    <a:pos x="299" y="236"/>
                  </a:cxn>
                  <a:cxn ang="0">
                    <a:pos x="240" y="221"/>
                  </a:cxn>
                  <a:cxn ang="0">
                    <a:pos x="200" y="252"/>
                  </a:cxn>
                  <a:cxn ang="0">
                    <a:pos x="199" y="245"/>
                  </a:cxn>
                  <a:cxn ang="0">
                    <a:pos x="218" y="219"/>
                  </a:cxn>
                  <a:cxn ang="0">
                    <a:pos x="213" y="214"/>
                  </a:cxn>
                  <a:cxn ang="0">
                    <a:pos x="173" y="260"/>
                  </a:cxn>
                  <a:cxn ang="0">
                    <a:pos x="143" y="288"/>
                  </a:cxn>
                  <a:cxn ang="0">
                    <a:pos x="79" y="322"/>
                  </a:cxn>
                  <a:cxn ang="0">
                    <a:pos x="57" y="328"/>
                  </a:cxn>
                  <a:cxn ang="0">
                    <a:pos x="92" y="307"/>
                  </a:cxn>
                  <a:cxn ang="0">
                    <a:pos x="148" y="256"/>
                  </a:cxn>
                  <a:cxn ang="0">
                    <a:pos x="125" y="262"/>
                  </a:cxn>
                  <a:cxn ang="0">
                    <a:pos x="110" y="266"/>
                  </a:cxn>
                  <a:cxn ang="0">
                    <a:pos x="88" y="261"/>
                  </a:cxn>
                  <a:cxn ang="0">
                    <a:pos x="76" y="264"/>
                  </a:cxn>
                  <a:cxn ang="0">
                    <a:pos x="72" y="244"/>
                  </a:cxn>
                  <a:cxn ang="0">
                    <a:pos x="60" y="245"/>
                  </a:cxn>
                  <a:cxn ang="0">
                    <a:pos x="37" y="224"/>
                  </a:cxn>
                  <a:cxn ang="0">
                    <a:pos x="52" y="180"/>
                  </a:cxn>
                  <a:cxn ang="0">
                    <a:pos x="79" y="152"/>
                  </a:cxn>
                  <a:cxn ang="0">
                    <a:pos x="85" y="145"/>
                  </a:cxn>
                  <a:cxn ang="0">
                    <a:pos x="60" y="153"/>
                  </a:cxn>
                  <a:cxn ang="0">
                    <a:pos x="18" y="150"/>
                  </a:cxn>
                  <a:cxn ang="0">
                    <a:pos x="13" y="133"/>
                  </a:cxn>
                  <a:cxn ang="0">
                    <a:pos x="40" y="106"/>
                  </a:cxn>
                  <a:cxn ang="0">
                    <a:pos x="64" y="116"/>
                  </a:cxn>
                  <a:cxn ang="0">
                    <a:pos x="50" y="95"/>
                  </a:cxn>
                  <a:cxn ang="0">
                    <a:pos x="13" y="68"/>
                  </a:cxn>
                  <a:cxn ang="0">
                    <a:pos x="44" y="56"/>
                  </a:cxn>
                  <a:cxn ang="0">
                    <a:pos x="117" y="13"/>
                  </a:cxn>
                  <a:cxn ang="0">
                    <a:pos x="150" y="7"/>
                  </a:cxn>
                  <a:cxn ang="0">
                    <a:pos x="157" y="7"/>
                  </a:cxn>
                  <a:cxn ang="0">
                    <a:pos x="189" y="11"/>
                  </a:cxn>
                  <a:cxn ang="0">
                    <a:pos x="236" y="20"/>
                  </a:cxn>
                  <a:cxn ang="0">
                    <a:pos x="307" y="28"/>
                  </a:cxn>
                  <a:cxn ang="0">
                    <a:pos x="334" y="36"/>
                  </a:cxn>
                </a:cxnLst>
                <a:rect l="0" t="0" r="r" b="b"/>
                <a:pathLst>
                  <a:path w="469" h="343">
                    <a:moveTo>
                      <a:pt x="334" y="37"/>
                    </a:moveTo>
                    <a:cubicBezTo>
                      <a:pt x="334" y="228"/>
                      <a:pt x="334" y="228"/>
                      <a:pt x="334" y="228"/>
                    </a:cubicBezTo>
                    <a:cubicBezTo>
                      <a:pt x="340" y="233"/>
                      <a:pt x="353" y="226"/>
                      <a:pt x="359" y="234"/>
                    </a:cubicBezTo>
                    <a:cubicBezTo>
                      <a:pt x="363" y="240"/>
                      <a:pt x="372" y="252"/>
                      <a:pt x="381" y="252"/>
                    </a:cubicBezTo>
                    <a:cubicBezTo>
                      <a:pt x="387" y="252"/>
                      <a:pt x="387" y="243"/>
                      <a:pt x="393" y="241"/>
                    </a:cubicBezTo>
                    <a:cubicBezTo>
                      <a:pt x="396" y="240"/>
                      <a:pt x="398" y="241"/>
                      <a:pt x="401" y="239"/>
                    </a:cubicBezTo>
                    <a:cubicBezTo>
                      <a:pt x="415" y="252"/>
                      <a:pt x="421" y="257"/>
                      <a:pt x="433" y="274"/>
                    </a:cubicBezTo>
                    <a:cubicBezTo>
                      <a:pt x="434" y="276"/>
                      <a:pt x="437" y="277"/>
                      <a:pt x="439" y="281"/>
                    </a:cubicBezTo>
                    <a:cubicBezTo>
                      <a:pt x="440" y="286"/>
                      <a:pt x="442" y="292"/>
                      <a:pt x="447" y="297"/>
                    </a:cubicBezTo>
                    <a:cubicBezTo>
                      <a:pt x="450" y="300"/>
                      <a:pt x="455" y="299"/>
                      <a:pt x="458" y="302"/>
                    </a:cubicBezTo>
                    <a:cubicBezTo>
                      <a:pt x="462" y="306"/>
                      <a:pt x="469" y="308"/>
                      <a:pt x="469" y="318"/>
                    </a:cubicBezTo>
                    <a:cubicBezTo>
                      <a:pt x="469" y="322"/>
                      <a:pt x="463" y="323"/>
                      <a:pt x="463" y="326"/>
                    </a:cubicBezTo>
                    <a:cubicBezTo>
                      <a:pt x="461" y="326"/>
                      <a:pt x="461" y="327"/>
                      <a:pt x="459" y="327"/>
                    </a:cubicBezTo>
                    <a:cubicBezTo>
                      <a:pt x="451" y="327"/>
                      <a:pt x="440" y="318"/>
                      <a:pt x="440" y="314"/>
                    </a:cubicBezTo>
                    <a:cubicBezTo>
                      <a:pt x="440" y="310"/>
                      <a:pt x="440" y="311"/>
                      <a:pt x="440" y="307"/>
                    </a:cubicBezTo>
                    <a:cubicBezTo>
                      <a:pt x="440" y="300"/>
                      <a:pt x="435" y="300"/>
                      <a:pt x="427" y="300"/>
                    </a:cubicBezTo>
                    <a:cubicBezTo>
                      <a:pt x="421" y="300"/>
                      <a:pt x="419" y="296"/>
                      <a:pt x="419" y="294"/>
                    </a:cubicBezTo>
                    <a:cubicBezTo>
                      <a:pt x="419" y="290"/>
                      <a:pt x="426" y="290"/>
                      <a:pt x="426" y="286"/>
                    </a:cubicBezTo>
                    <a:cubicBezTo>
                      <a:pt x="426" y="283"/>
                      <a:pt x="426" y="281"/>
                      <a:pt x="426" y="281"/>
                    </a:cubicBezTo>
                    <a:cubicBezTo>
                      <a:pt x="417" y="281"/>
                      <a:pt x="420" y="286"/>
                      <a:pt x="414" y="286"/>
                    </a:cubicBezTo>
                    <a:cubicBezTo>
                      <a:pt x="412" y="286"/>
                      <a:pt x="407" y="282"/>
                      <a:pt x="407" y="280"/>
                    </a:cubicBezTo>
                    <a:cubicBezTo>
                      <a:pt x="407" y="274"/>
                      <a:pt x="410" y="273"/>
                      <a:pt x="412" y="270"/>
                    </a:cubicBezTo>
                    <a:cubicBezTo>
                      <a:pt x="409" y="268"/>
                      <a:pt x="405" y="264"/>
                      <a:pt x="404" y="267"/>
                    </a:cubicBezTo>
                    <a:cubicBezTo>
                      <a:pt x="397" y="267"/>
                      <a:pt x="394" y="264"/>
                      <a:pt x="390" y="261"/>
                    </a:cubicBezTo>
                    <a:cubicBezTo>
                      <a:pt x="389" y="264"/>
                      <a:pt x="387" y="269"/>
                      <a:pt x="384" y="269"/>
                    </a:cubicBezTo>
                    <a:cubicBezTo>
                      <a:pt x="375" y="269"/>
                      <a:pt x="368" y="256"/>
                      <a:pt x="363" y="252"/>
                    </a:cubicBezTo>
                    <a:cubicBezTo>
                      <a:pt x="352" y="243"/>
                      <a:pt x="337" y="244"/>
                      <a:pt x="323" y="236"/>
                    </a:cubicBezTo>
                    <a:cubicBezTo>
                      <a:pt x="299" y="236"/>
                      <a:pt x="299" y="236"/>
                      <a:pt x="299" y="236"/>
                    </a:cubicBezTo>
                    <a:cubicBezTo>
                      <a:pt x="285" y="232"/>
                      <a:pt x="265" y="230"/>
                      <a:pt x="258" y="214"/>
                    </a:cubicBezTo>
                    <a:cubicBezTo>
                      <a:pt x="252" y="217"/>
                      <a:pt x="244" y="219"/>
                      <a:pt x="240" y="221"/>
                    </a:cubicBezTo>
                    <a:cubicBezTo>
                      <a:pt x="241" y="224"/>
                      <a:pt x="242" y="225"/>
                      <a:pt x="244" y="227"/>
                    </a:cubicBezTo>
                    <a:cubicBezTo>
                      <a:pt x="238" y="236"/>
                      <a:pt x="210" y="252"/>
                      <a:pt x="200" y="252"/>
                    </a:cubicBezTo>
                    <a:cubicBezTo>
                      <a:pt x="198" y="252"/>
                      <a:pt x="195" y="251"/>
                      <a:pt x="195" y="249"/>
                    </a:cubicBezTo>
                    <a:cubicBezTo>
                      <a:pt x="195" y="246"/>
                      <a:pt x="198" y="246"/>
                      <a:pt x="199" y="245"/>
                    </a:cubicBezTo>
                    <a:cubicBezTo>
                      <a:pt x="197" y="242"/>
                      <a:pt x="199" y="242"/>
                      <a:pt x="199" y="240"/>
                    </a:cubicBezTo>
                    <a:cubicBezTo>
                      <a:pt x="199" y="230"/>
                      <a:pt x="205" y="223"/>
                      <a:pt x="218" y="219"/>
                    </a:cubicBezTo>
                    <a:cubicBezTo>
                      <a:pt x="218" y="217"/>
                      <a:pt x="218" y="216"/>
                      <a:pt x="218" y="214"/>
                    </a:cubicBezTo>
                    <a:cubicBezTo>
                      <a:pt x="214" y="214"/>
                      <a:pt x="215" y="214"/>
                      <a:pt x="213" y="214"/>
                    </a:cubicBezTo>
                    <a:cubicBezTo>
                      <a:pt x="203" y="214"/>
                      <a:pt x="173" y="239"/>
                      <a:pt x="173" y="253"/>
                    </a:cubicBezTo>
                    <a:cubicBezTo>
                      <a:pt x="173" y="255"/>
                      <a:pt x="173" y="258"/>
                      <a:pt x="173" y="260"/>
                    </a:cubicBezTo>
                    <a:cubicBezTo>
                      <a:pt x="173" y="270"/>
                      <a:pt x="164" y="273"/>
                      <a:pt x="154" y="277"/>
                    </a:cubicBezTo>
                    <a:cubicBezTo>
                      <a:pt x="148" y="280"/>
                      <a:pt x="146" y="284"/>
                      <a:pt x="143" y="288"/>
                    </a:cubicBezTo>
                    <a:cubicBezTo>
                      <a:pt x="136" y="297"/>
                      <a:pt x="121" y="301"/>
                      <a:pt x="114" y="308"/>
                    </a:cubicBezTo>
                    <a:cubicBezTo>
                      <a:pt x="107" y="315"/>
                      <a:pt x="91" y="320"/>
                      <a:pt x="79" y="322"/>
                    </a:cubicBezTo>
                    <a:cubicBezTo>
                      <a:pt x="63" y="324"/>
                      <a:pt x="54" y="343"/>
                      <a:pt x="35" y="337"/>
                    </a:cubicBezTo>
                    <a:cubicBezTo>
                      <a:pt x="41" y="329"/>
                      <a:pt x="49" y="333"/>
                      <a:pt x="57" y="328"/>
                    </a:cubicBezTo>
                    <a:cubicBezTo>
                      <a:pt x="62" y="325"/>
                      <a:pt x="66" y="316"/>
                      <a:pt x="71" y="314"/>
                    </a:cubicBezTo>
                    <a:cubicBezTo>
                      <a:pt x="78" y="309"/>
                      <a:pt x="87" y="314"/>
                      <a:pt x="92" y="307"/>
                    </a:cubicBezTo>
                    <a:cubicBezTo>
                      <a:pt x="99" y="297"/>
                      <a:pt x="117" y="290"/>
                      <a:pt x="127" y="283"/>
                    </a:cubicBezTo>
                    <a:cubicBezTo>
                      <a:pt x="137" y="276"/>
                      <a:pt x="137" y="263"/>
                      <a:pt x="148" y="256"/>
                    </a:cubicBezTo>
                    <a:cubicBezTo>
                      <a:pt x="141" y="256"/>
                      <a:pt x="141" y="256"/>
                      <a:pt x="141" y="256"/>
                    </a:cubicBezTo>
                    <a:cubicBezTo>
                      <a:pt x="135" y="259"/>
                      <a:pt x="132" y="262"/>
                      <a:pt x="125" y="262"/>
                    </a:cubicBezTo>
                    <a:cubicBezTo>
                      <a:pt x="120" y="262"/>
                      <a:pt x="117" y="260"/>
                      <a:pt x="113" y="258"/>
                    </a:cubicBezTo>
                    <a:cubicBezTo>
                      <a:pt x="112" y="262"/>
                      <a:pt x="110" y="263"/>
                      <a:pt x="110" y="266"/>
                    </a:cubicBezTo>
                    <a:cubicBezTo>
                      <a:pt x="99" y="262"/>
                      <a:pt x="96" y="260"/>
                      <a:pt x="89" y="254"/>
                    </a:cubicBezTo>
                    <a:cubicBezTo>
                      <a:pt x="88" y="257"/>
                      <a:pt x="88" y="259"/>
                      <a:pt x="88" y="261"/>
                    </a:cubicBezTo>
                    <a:cubicBezTo>
                      <a:pt x="84" y="261"/>
                      <a:pt x="85" y="261"/>
                      <a:pt x="83" y="261"/>
                    </a:cubicBezTo>
                    <a:cubicBezTo>
                      <a:pt x="80" y="261"/>
                      <a:pt x="78" y="264"/>
                      <a:pt x="76" y="264"/>
                    </a:cubicBezTo>
                    <a:cubicBezTo>
                      <a:pt x="74" y="264"/>
                      <a:pt x="72" y="257"/>
                      <a:pt x="72" y="253"/>
                    </a:cubicBezTo>
                    <a:cubicBezTo>
                      <a:pt x="72" y="248"/>
                      <a:pt x="72" y="248"/>
                      <a:pt x="72" y="244"/>
                    </a:cubicBezTo>
                    <a:cubicBezTo>
                      <a:pt x="72" y="243"/>
                      <a:pt x="72" y="238"/>
                      <a:pt x="68" y="238"/>
                    </a:cubicBezTo>
                    <a:cubicBezTo>
                      <a:pt x="65" y="238"/>
                      <a:pt x="61" y="245"/>
                      <a:pt x="60" y="245"/>
                    </a:cubicBezTo>
                    <a:cubicBezTo>
                      <a:pt x="54" y="245"/>
                      <a:pt x="33" y="229"/>
                      <a:pt x="30" y="225"/>
                    </a:cubicBezTo>
                    <a:cubicBezTo>
                      <a:pt x="32" y="225"/>
                      <a:pt x="35" y="224"/>
                      <a:pt x="37" y="224"/>
                    </a:cubicBezTo>
                    <a:cubicBezTo>
                      <a:pt x="33" y="214"/>
                      <a:pt x="19" y="212"/>
                      <a:pt x="19" y="205"/>
                    </a:cubicBezTo>
                    <a:cubicBezTo>
                      <a:pt x="19" y="191"/>
                      <a:pt x="43" y="180"/>
                      <a:pt x="52" y="180"/>
                    </a:cubicBezTo>
                    <a:cubicBezTo>
                      <a:pt x="56" y="180"/>
                      <a:pt x="86" y="169"/>
                      <a:pt x="86" y="163"/>
                    </a:cubicBezTo>
                    <a:cubicBezTo>
                      <a:pt x="86" y="160"/>
                      <a:pt x="79" y="153"/>
                      <a:pt x="79" y="152"/>
                    </a:cubicBezTo>
                    <a:cubicBezTo>
                      <a:pt x="83" y="150"/>
                      <a:pt x="82" y="150"/>
                      <a:pt x="85" y="152"/>
                    </a:cubicBezTo>
                    <a:cubicBezTo>
                      <a:pt x="85" y="145"/>
                      <a:pt x="85" y="145"/>
                      <a:pt x="85" y="145"/>
                    </a:cubicBezTo>
                    <a:cubicBezTo>
                      <a:pt x="81" y="145"/>
                      <a:pt x="81" y="145"/>
                      <a:pt x="79" y="145"/>
                    </a:cubicBezTo>
                    <a:cubicBezTo>
                      <a:pt x="72" y="145"/>
                      <a:pt x="69" y="153"/>
                      <a:pt x="60" y="153"/>
                    </a:cubicBezTo>
                    <a:cubicBezTo>
                      <a:pt x="51" y="153"/>
                      <a:pt x="48" y="148"/>
                      <a:pt x="41" y="150"/>
                    </a:cubicBezTo>
                    <a:cubicBezTo>
                      <a:pt x="32" y="150"/>
                      <a:pt x="21" y="150"/>
                      <a:pt x="18" y="150"/>
                    </a:cubicBezTo>
                    <a:cubicBezTo>
                      <a:pt x="17" y="143"/>
                      <a:pt x="12" y="141"/>
                      <a:pt x="12" y="137"/>
                    </a:cubicBezTo>
                    <a:cubicBezTo>
                      <a:pt x="12" y="136"/>
                      <a:pt x="13" y="134"/>
                      <a:pt x="13" y="133"/>
                    </a:cubicBezTo>
                    <a:cubicBezTo>
                      <a:pt x="6" y="133"/>
                      <a:pt x="2" y="130"/>
                      <a:pt x="0" y="126"/>
                    </a:cubicBezTo>
                    <a:cubicBezTo>
                      <a:pt x="11" y="119"/>
                      <a:pt x="29" y="113"/>
                      <a:pt x="40" y="106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20"/>
                      <a:pt x="55" y="116"/>
                      <a:pt x="64" y="116"/>
                    </a:cubicBezTo>
                    <a:cubicBezTo>
                      <a:pt x="70" y="116"/>
                      <a:pt x="71" y="118"/>
                      <a:pt x="76" y="116"/>
                    </a:cubicBezTo>
                    <a:cubicBezTo>
                      <a:pt x="72" y="102"/>
                      <a:pt x="63" y="101"/>
                      <a:pt x="50" y="95"/>
                    </a:cubicBezTo>
                    <a:cubicBezTo>
                      <a:pt x="46" y="94"/>
                      <a:pt x="41" y="80"/>
                      <a:pt x="37" y="78"/>
                    </a:cubicBezTo>
                    <a:cubicBezTo>
                      <a:pt x="31" y="75"/>
                      <a:pt x="13" y="71"/>
                      <a:pt x="13" y="68"/>
                    </a:cubicBezTo>
                    <a:cubicBezTo>
                      <a:pt x="13" y="68"/>
                      <a:pt x="20" y="57"/>
                      <a:pt x="20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57" y="38"/>
                      <a:pt x="77" y="21"/>
                      <a:pt x="101" y="14"/>
                    </a:cubicBezTo>
                    <a:cubicBezTo>
                      <a:pt x="107" y="12"/>
                      <a:pt x="111" y="15"/>
                      <a:pt x="117" y="13"/>
                    </a:cubicBezTo>
                    <a:cubicBezTo>
                      <a:pt x="124" y="10"/>
                      <a:pt x="128" y="0"/>
                      <a:pt x="136" y="0"/>
                    </a:cubicBezTo>
                    <a:cubicBezTo>
                      <a:pt x="142" y="0"/>
                      <a:pt x="144" y="5"/>
                      <a:pt x="150" y="7"/>
                    </a:cubicBezTo>
                    <a:cubicBezTo>
                      <a:pt x="147" y="10"/>
                      <a:pt x="147" y="11"/>
                      <a:pt x="146" y="13"/>
                    </a:cubicBezTo>
                    <a:cubicBezTo>
                      <a:pt x="150" y="14"/>
                      <a:pt x="154" y="11"/>
                      <a:pt x="157" y="7"/>
                    </a:cubicBezTo>
                    <a:cubicBezTo>
                      <a:pt x="162" y="9"/>
                      <a:pt x="163" y="10"/>
                      <a:pt x="167" y="11"/>
                    </a:cubicBezTo>
                    <a:cubicBezTo>
                      <a:pt x="189" y="11"/>
                      <a:pt x="189" y="11"/>
                      <a:pt x="189" y="11"/>
                    </a:cubicBezTo>
                    <a:cubicBezTo>
                      <a:pt x="194" y="15"/>
                      <a:pt x="196" y="17"/>
                      <a:pt x="202" y="20"/>
                    </a:cubicBezTo>
                    <a:cubicBezTo>
                      <a:pt x="236" y="20"/>
                      <a:pt x="236" y="20"/>
                      <a:pt x="236" y="20"/>
                    </a:cubicBezTo>
                    <a:cubicBezTo>
                      <a:pt x="245" y="29"/>
                      <a:pt x="272" y="31"/>
                      <a:pt x="286" y="31"/>
                    </a:cubicBezTo>
                    <a:cubicBezTo>
                      <a:pt x="294" y="31"/>
                      <a:pt x="299" y="28"/>
                      <a:pt x="307" y="28"/>
                    </a:cubicBezTo>
                    <a:cubicBezTo>
                      <a:pt x="319" y="28"/>
                      <a:pt x="323" y="34"/>
                      <a:pt x="334" y="37"/>
                    </a:cubicBezTo>
                    <a:cubicBezTo>
                      <a:pt x="334" y="36"/>
                      <a:pt x="334" y="36"/>
                      <a:pt x="334" y="36"/>
                    </a:cubicBezTo>
                    <a:lnTo>
                      <a:pt x="334" y="3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3" name="Freeform 52">
                <a:extLst>
                  <a:ext uri="{FF2B5EF4-FFF2-40B4-BE49-F238E27FC236}">
                    <a16:creationId xmlns:a16="http://schemas.microsoft.com/office/drawing/2014/main" id="{8B86AE17-A2AE-4857-936D-785222802564}"/>
                  </a:ext>
                </a:extLst>
              </p:cNvPr>
              <p:cNvSpPr/>
              <p:nvPr/>
            </p:nvSpPr>
            <p:spPr bwMode="auto">
              <a:xfrm>
                <a:off x="2149475" y="1820863"/>
                <a:ext cx="28575" cy="38100"/>
              </a:xfrm>
              <a:custGeom>
                <a:avLst/>
                <a:gdLst/>
                <a:ahLst/>
                <a:cxnLst>
                  <a:cxn ang="0">
                    <a:pos x="9" y="11"/>
                  </a:cxn>
                  <a:cxn ang="0">
                    <a:pos x="0" y="11"/>
                  </a:cxn>
                  <a:cxn ang="0">
                    <a:pos x="11" y="2"/>
                  </a:cxn>
                  <a:cxn ang="0">
                    <a:pos x="22" y="25"/>
                  </a:cxn>
                  <a:cxn ang="0">
                    <a:pos x="18" y="29"/>
                  </a:cxn>
                  <a:cxn ang="0">
                    <a:pos x="9" y="20"/>
                  </a:cxn>
                  <a:cxn ang="0">
                    <a:pos x="9" y="11"/>
                  </a:cxn>
                </a:cxnLst>
                <a:rect l="0" t="0" r="r" b="b"/>
                <a:pathLst>
                  <a:path w="22" h="29">
                    <a:moveTo>
                      <a:pt x="9" y="11"/>
                    </a:moveTo>
                    <a:cubicBezTo>
                      <a:pt x="2" y="9"/>
                      <a:pt x="5" y="7"/>
                      <a:pt x="0" y="11"/>
                    </a:cubicBezTo>
                    <a:cubicBezTo>
                      <a:pt x="0" y="0"/>
                      <a:pt x="2" y="0"/>
                      <a:pt x="11" y="2"/>
                    </a:cubicBezTo>
                    <a:cubicBezTo>
                      <a:pt x="10" y="14"/>
                      <a:pt x="22" y="15"/>
                      <a:pt x="22" y="25"/>
                    </a:cubicBezTo>
                    <a:cubicBezTo>
                      <a:pt x="22" y="28"/>
                      <a:pt x="20" y="29"/>
                      <a:pt x="18" y="29"/>
                    </a:cubicBezTo>
                    <a:cubicBezTo>
                      <a:pt x="14" y="29"/>
                      <a:pt x="9" y="20"/>
                      <a:pt x="9" y="20"/>
                    </a:cubicBezTo>
                    <a:cubicBezTo>
                      <a:pt x="9" y="16"/>
                      <a:pt x="8" y="13"/>
                      <a:pt x="9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4" name="Freeform 53">
                <a:extLst>
                  <a:ext uri="{FF2B5EF4-FFF2-40B4-BE49-F238E27FC236}">
                    <a16:creationId xmlns:a16="http://schemas.microsoft.com/office/drawing/2014/main" id="{5BAB9334-D175-4230-ADF4-0D513B72D4DB}"/>
                  </a:ext>
                </a:extLst>
              </p:cNvPr>
              <p:cNvSpPr/>
              <p:nvPr/>
            </p:nvSpPr>
            <p:spPr bwMode="auto">
              <a:xfrm>
                <a:off x="2105025" y="1776413"/>
                <a:ext cx="30163" cy="46038"/>
              </a:xfrm>
              <a:custGeom>
                <a:avLst/>
                <a:gdLst/>
                <a:ahLst/>
                <a:cxnLst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5"/>
                  </a:cxn>
                  <a:cxn ang="0">
                    <a:pos x="11" y="17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5" y="0"/>
                  </a:cxn>
                  <a:cxn ang="0">
                    <a:pos x="15" y="18"/>
                  </a:cxn>
                </a:cxnLst>
                <a:rect l="0" t="0" r="r" b="b"/>
                <a:pathLst>
                  <a:path w="23" h="35">
                    <a:moveTo>
                      <a:pt x="15" y="18"/>
                    </a:moveTo>
                    <a:cubicBezTo>
                      <a:pt x="15" y="19"/>
                      <a:pt x="19" y="19"/>
                      <a:pt x="19" y="18"/>
                    </a:cubicBezTo>
                    <a:cubicBezTo>
                      <a:pt x="19" y="24"/>
                      <a:pt x="23" y="30"/>
                      <a:pt x="19" y="35"/>
                    </a:cubicBezTo>
                    <a:cubicBezTo>
                      <a:pt x="13" y="30"/>
                      <a:pt x="11" y="24"/>
                      <a:pt x="11" y="17"/>
                    </a:cubicBezTo>
                    <a:cubicBezTo>
                      <a:pt x="5" y="16"/>
                      <a:pt x="0" y="11"/>
                      <a:pt x="0" y="4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3" y="0"/>
                      <a:pt x="9" y="3"/>
                      <a:pt x="15" y="0"/>
                    </a:cubicBezTo>
                    <a:cubicBezTo>
                      <a:pt x="15" y="11"/>
                      <a:pt x="13" y="11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5" name="Freeform 54">
                <a:extLst>
                  <a:ext uri="{FF2B5EF4-FFF2-40B4-BE49-F238E27FC236}">
                    <a16:creationId xmlns:a16="http://schemas.microsoft.com/office/drawing/2014/main" id="{7321A896-45A6-47A8-AF14-5EA05E44D34A}"/>
                  </a:ext>
                </a:extLst>
              </p:cNvPr>
              <p:cNvSpPr/>
              <p:nvPr/>
            </p:nvSpPr>
            <p:spPr bwMode="auto">
              <a:xfrm>
                <a:off x="2389188" y="1335088"/>
                <a:ext cx="307975" cy="161925"/>
              </a:xfrm>
              <a:custGeom>
                <a:avLst/>
                <a:gdLst/>
                <a:ahLst/>
                <a:cxnLst>
                  <a:cxn ang="0">
                    <a:pos x="214" y="96"/>
                  </a:cxn>
                  <a:cxn ang="0">
                    <a:pos x="209" y="100"/>
                  </a:cxn>
                  <a:cxn ang="0">
                    <a:pos x="215" y="103"/>
                  </a:cxn>
                  <a:cxn ang="0">
                    <a:pos x="220" y="110"/>
                  </a:cxn>
                  <a:cxn ang="0">
                    <a:pos x="195" y="118"/>
                  </a:cxn>
                  <a:cxn ang="0">
                    <a:pos x="158" y="104"/>
                  </a:cxn>
                  <a:cxn ang="0">
                    <a:pos x="147" y="112"/>
                  </a:cxn>
                  <a:cxn ang="0">
                    <a:pos x="115" y="121"/>
                  </a:cxn>
                  <a:cxn ang="0">
                    <a:pos x="75" y="121"/>
                  </a:cxn>
                  <a:cxn ang="0">
                    <a:pos x="68" y="110"/>
                  </a:cxn>
                  <a:cxn ang="0">
                    <a:pos x="43" y="108"/>
                  </a:cxn>
                  <a:cxn ang="0">
                    <a:pos x="23" y="92"/>
                  </a:cxn>
                  <a:cxn ang="0">
                    <a:pos x="65" y="82"/>
                  </a:cxn>
                  <a:cxn ang="0">
                    <a:pos x="80" y="81"/>
                  </a:cxn>
                  <a:cxn ang="0">
                    <a:pos x="69" y="77"/>
                  </a:cxn>
                  <a:cxn ang="0">
                    <a:pos x="45" y="77"/>
                  </a:cxn>
                  <a:cxn ang="0">
                    <a:pos x="12" y="69"/>
                  </a:cxn>
                  <a:cxn ang="0">
                    <a:pos x="29" y="60"/>
                  </a:cxn>
                  <a:cxn ang="0">
                    <a:pos x="14" y="59"/>
                  </a:cxn>
                  <a:cxn ang="0">
                    <a:pos x="0" y="51"/>
                  </a:cxn>
                  <a:cxn ang="0">
                    <a:pos x="56" y="13"/>
                  </a:cxn>
                  <a:cxn ang="0">
                    <a:pos x="64" y="29"/>
                  </a:cxn>
                  <a:cxn ang="0">
                    <a:pos x="78" y="21"/>
                  </a:cxn>
                  <a:cxn ang="0">
                    <a:pos x="98" y="34"/>
                  </a:cxn>
                  <a:cxn ang="0">
                    <a:pos x="111" y="31"/>
                  </a:cxn>
                  <a:cxn ang="0">
                    <a:pos x="109" y="23"/>
                  </a:cxn>
                  <a:cxn ang="0">
                    <a:pos x="118" y="23"/>
                  </a:cxn>
                  <a:cxn ang="0">
                    <a:pos x="133" y="35"/>
                  </a:cxn>
                  <a:cxn ang="0">
                    <a:pos x="140" y="51"/>
                  </a:cxn>
                  <a:cxn ang="0">
                    <a:pos x="146" y="48"/>
                  </a:cxn>
                  <a:cxn ang="0">
                    <a:pos x="136" y="17"/>
                  </a:cxn>
                  <a:cxn ang="0">
                    <a:pos x="144" y="12"/>
                  </a:cxn>
                  <a:cxn ang="0">
                    <a:pos x="156" y="12"/>
                  </a:cxn>
                  <a:cxn ang="0">
                    <a:pos x="156" y="7"/>
                  </a:cxn>
                  <a:cxn ang="0">
                    <a:pos x="169" y="0"/>
                  </a:cxn>
                  <a:cxn ang="0">
                    <a:pos x="184" y="10"/>
                  </a:cxn>
                  <a:cxn ang="0">
                    <a:pos x="175" y="24"/>
                  </a:cxn>
                  <a:cxn ang="0">
                    <a:pos x="187" y="62"/>
                  </a:cxn>
                  <a:cxn ang="0">
                    <a:pos x="232" y="92"/>
                  </a:cxn>
                  <a:cxn ang="0">
                    <a:pos x="214" y="96"/>
                  </a:cxn>
                </a:cxnLst>
                <a:rect l="0" t="0" r="r" b="b"/>
                <a:pathLst>
                  <a:path w="232" h="121">
                    <a:moveTo>
                      <a:pt x="214" y="96"/>
                    </a:moveTo>
                    <a:cubicBezTo>
                      <a:pt x="211" y="96"/>
                      <a:pt x="209" y="97"/>
                      <a:pt x="209" y="100"/>
                    </a:cubicBezTo>
                    <a:cubicBezTo>
                      <a:pt x="209" y="103"/>
                      <a:pt x="214" y="103"/>
                      <a:pt x="215" y="103"/>
                    </a:cubicBezTo>
                    <a:cubicBezTo>
                      <a:pt x="216" y="107"/>
                      <a:pt x="218" y="108"/>
                      <a:pt x="220" y="110"/>
                    </a:cubicBezTo>
                    <a:cubicBezTo>
                      <a:pt x="216" y="118"/>
                      <a:pt x="206" y="118"/>
                      <a:pt x="195" y="118"/>
                    </a:cubicBezTo>
                    <a:cubicBezTo>
                      <a:pt x="177" y="118"/>
                      <a:pt x="171" y="104"/>
                      <a:pt x="158" y="104"/>
                    </a:cubicBezTo>
                    <a:cubicBezTo>
                      <a:pt x="150" y="104"/>
                      <a:pt x="154" y="109"/>
                      <a:pt x="147" y="112"/>
                    </a:cubicBezTo>
                    <a:cubicBezTo>
                      <a:pt x="135" y="118"/>
                      <a:pt x="124" y="115"/>
                      <a:pt x="115" y="121"/>
                    </a:cubicBezTo>
                    <a:cubicBezTo>
                      <a:pt x="95" y="121"/>
                      <a:pt x="87" y="121"/>
                      <a:pt x="75" y="121"/>
                    </a:cubicBezTo>
                    <a:cubicBezTo>
                      <a:pt x="68" y="121"/>
                      <a:pt x="73" y="114"/>
                      <a:pt x="68" y="110"/>
                    </a:cubicBezTo>
                    <a:cubicBezTo>
                      <a:pt x="63" y="107"/>
                      <a:pt x="49" y="108"/>
                      <a:pt x="43" y="108"/>
                    </a:cubicBezTo>
                    <a:cubicBezTo>
                      <a:pt x="34" y="108"/>
                      <a:pt x="26" y="98"/>
                      <a:pt x="23" y="92"/>
                    </a:cubicBezTo>
                    <a:cubicBezTo>
                      <a:pt x="33" y="85"/>
                      <a:pt x="47" y="82"/>
                      <a:pt x="65" y="82"/>
                    </a:cubicBezTo>
                    <a:cubicBezTo>
                      <a:pt x="72" y="82"/>
                      <a:pt x="75" y="82"/>
                      <a:pt x="80" y="81"/>
                    </a:cubicBezTo>
                    <a:cubicBezTo>
                      <a:pt x="77" y="80"/>
                      <a:pt x="73" y="77"/>
                      <a:pt x="69" y="77"/>
                    </a:cubicBezTo>
                    <a:cubicBezTo>
                      <a:pt x="60" y="77"/>
                      <a:pt x="50" y="77"/>
                      <a:pt x="45" y="77"/>
                    </a:cubicBezTo>
                    <a:cubicBezTo>
                      <a:pt x="36" y="77"/>
                      <a:pt x="12" y="81"/>
                      <a:pt x="12" y="69"/>
                    </a:cubicBezTo>
                    <a:cubicBezTo>
                      <a:pt x="12" y="59"/>
                      <a:pt x="24" y="63"/>
                      <a:pt x="29" y="60"/>
                    </a:cubicBezTo>
                    <a:cubicBezTo>
                      <a:pt x="22" y="58"/>
                      <a:pt x="19" y="59"/>
                      <a:pt x="14" y="59"/>
                    </a:cubicBezTo>
                    <a:cubicBezTo>
                      <a:pt x="9" y="59"/>
                      <a:pt x="0" y="53"/>
                      <a:pt x="0" y="51"/>
                    </a:cubicBezTo>
                    <a:cubicBezTo>
                      <a:pt x="0" y="29"/>
                      <a:pt x="41" y="13"/>
                      <a:pt x="56" y="13"/>
                    </a:cubicBezTo>
                    <a:cubicBezTo>
                      <a:pt x="63" y="13"/>
                      <a:pt x="62" y="26"/>
                      <a:pt x="64" y="29"/>
                    </a:cubicBezTo>
                    <a:cubicBezTo>
                      <a:pt x="68" y="26"/>
                      <a:pt x="71" y="21"/>
                      <a:pt x="78" y="21"/>
                    </a:cubicBezTo>
                    <a:cubicBezTo>
                      <a:pt x="90" y="21"/>
                      <a:pt x="94" y="26"/>
                      <a:pt x="98" y="34"/>
                    </a:cubicBezTo>
                    <a:cubicBezTo>
                      <a:pt x="102" y="33"/>
                      <a:pt x="106" y="32"/>
                      <a:pt x="111" y="31"/>
                    </a:cubicBezTo>
                    <a:cubicBezTo>
                      <a:pt x="110" y="27"/>
                      <a:pt x="109" y="25"/>
                      <a:pt x="109" y="23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4" y="25"/>
                      <a:pt x="131" y="30"/>
                      <a:pt x="133" y="35"/>
                    </a:cubicBezTo>
                    <a:cubicBezTo>
                      <a:pt x="135" y="40"/>
                      <a:pt x="132" y="51"/>
                      <a:pt x="140" y="51"/>
                    </a:cubicBezTo>
                    <a:cubicBezTo>
                      <a:pt x="144" y="51"/>
                      <a:pt x="144" y="50"/>
                      <a:pt x="146" y="48"/>
                    </a:cubicBezTo>
                    <a:cubicBezTo>
                      <a:pt x="142" y="42"/>
                      <a:pt x="136" y="21"/>
                      <a:pt x="136" y="17"/>
                    </a:cubicBezTo>
                    <a:cubicBezTo>
                      <a:pt x="136" y="14"/>
                      <a:pt x="140" y="12"/>
                      <a:pt x="144" y="12"/>
                    </a:cubicBezTo>
                    <a:cubicBezTo>
                      <a:pt x="152" y="12"/>
                      <a:pt x="149" y="15"/>
                      <a:pt x="156" y="12"/>
                    </a:cubicBezTo>
                    <a:cubicBezTo>
                      <a:pt x="156" y="10"/>
                      <a:pt x="156" y="9"/>
                      <a:pt x="156" y="7"/>
                    </a:cubicBezTo>
                    <a:cubicBezTo>
                      <a:pt x="156" y="3"/>
                      <a:pt x="162" y="0"/>
                      <a:pt x="169" y="0"/>
                    </a:cubicBezTo>
                    <a:cubicBezTo>
                      <a:pt x="177" y="0"/>
                      <a:pt x="184" y="3"/>
                      <a:pt x="184" y="10"/>
                    </a:cubicBezTo>
                    <a:cubicBezTo>
                      <a:pt x="184" y="16"/>
                      <a:pt x="175" y="20"/>
                      <a:pt x="175" y="24"/>
                    </a:cubicBezTo>
                    <a:cubicBezTo>
                      <a:pt x="175" y="40"/>
                      <a:pt x="187" y="50"/>
                      <a:pt x="187" y="62"/>
                    </a:cubicBezTo>
                    <a:cubicBezTo>
                      <a:pt x="187" y="76"/>
                      <a:pt x="224" y="85"/>
                      <a:pt x="232" y="92"/>
                    </a:cubicBezTo>
                    <a:cubicBezTo>
                      <a:pt x="224" y="97"/>
                      <a:pt x="222" y="96"/>
                      <a:pt x="214" y="9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6" name="Freeform 55">
                <a:extLst>
                  <a:ext uri="{FF2B5EF4-FFF2-40B4-BE49-F238E27FC236}">
                    <a16:creationId xmlns:a16="http://schemas.microsoft.com/office/drawing/2014/main" id="{F159E721-49B2-4CE2-B4E4-FAEC0EF42BE1}"/>
                  </a:ext>
                </a:extLst>
              </p:cNvPr>
              <p:cNvSpPr/>
              <p:nvPr/>
            </p:nvSpPr>
            <p:spPr bwMode="auto">
              <a:xfrm>
                <a:off x="2274888" y="1309688"/>
                <a:ext cx="173038" cy="114300"/>
              </a:xfrm>
              <a:custGeom>
                <a:avLst/>
                <a:gdLst/>
                <a:ahLst/>
                <a:cxnLst>
                  <a:cxn ang="0">
                    <a:pos x="28" y="82"/>
                  </a:cxn>
                  <a:cxn ang="0">
                    <a:pos x="22" y="73"/>
                  </a:cxn>
                  <a:cxn ang="0">
                    <a:pos x="0" y="64"/>
                  </a:cxn>
                  <a:cxn ang="0">
                    <a:pos x="22" y="21"/>
                  </a:cxn>
                  <a:cxn ang="0">
                    <a:pos x="16" y="5"/>
                  </a:cxn>
                  <a:cxn ang="0">
                    <a:pos x="42" y="5"/>
                  </a:cxn>
                  <a:cxn ang="0">
                    <a:pos x="60" y="2"/>
                  </a:cxn>
                  <a:cxn ang="0">
                    <a:pos x="84" y="11"/>
                  </a:cxn>
                  <a:cxn ang="0">
                    <a:pos x="99" y="10"/>
                  </a:cxn>
                  <a:cxn ang="0">
                    <a:pos x="130" y="29"/>
                  </a:cxn>
                  <a:cxn ang="0">
                    <a:pos x="102" y="38"/>
                  </a:cxn>
                  <a:cxn ang="0">
                    <a:pos x="69" y="71"/>
                  </a:cxn>
                  <a:cxn ang="0">
                    <a:pos x="35" y="86"/>
                  </a:cxn>
                  <a:cxn ang="0">
                    <a:pos x="28" y="82"/>
                  </a:cxn>
                </a:cxnLst>
                <a:rect l="0" t="0" r="r" b="b"/>
                <a:pathLst>
                  <a:path w="130" h="86">
                    <a:moveTo>
                      <a:pt x="28" y="82"/>
                    </a:moveTo>
                    <a:cubicBezTo>
                      <a:pt x="26" y="82"/>
                      <a:pt x="23" y="75"/>
                      <a:pt x="22" y="73"/>
                    </a:cubicBezTo>
                    <a:cubicBezTo>
                      <a:pt x="18" y="68"/>
                      <a:pt x="0" y="69"/>
                      <a:pt x="0" y="64"/>
                    </a:cubicBezTo>
                    <a:cubicBezTo>
                      <a:pt x="0" y="49"/>
                      <a:pt x="22" y="37"/>
                      <a:pt x="22" y="21"/>
                    </a:cubicBezTo>
                    <a:cubicBezTo>
                      <a:pt x="22" y="17"/>
                      <a:pt x="16" y="10"/>
                      <a:pt x="16" y="5"/>
                    </a:cubicBezTo>
                    <a:cubicBezTo>
                      <a:pt x="27" y="1"/>
                      <a:pt x="32" y="5"/>
                      <a:pt x="42" y="5"/>
                    </a:cubicBezTo>
                    <a:cubicBezTo>
                      <a:pt x="48" y="5"/>
                      <a:pt x="52" y="0"/>
                      <a:pt x="60" y="2"/>
                    </a:cubicBezTo>
                    <a:cubicBezTo>
                      <a:pt x="70" y="5"/>
                      <a:pt x="74" y="10"/>
                      <a:pt x="84" y="11"/>
                    </a:cubicBezTo>
                    <a:cubicBezTo>
                      <a:pt x="88" y="15"/>
                      <a:pt x="93" y="10"/>
                      <a:pt x="99" y="10"/>
                    </a:cubicBezTo>
                    <a:cubicBezTo>
                      <a:pt x="108" y="10"/>
                      <a:pt x="130" y="19"/>
                      <a:pt x="130" y="29"/>
                    </a:cubicBezTo>
                    <a:cubicBezTo>
                      <a:pt x="130" y="34"/>
                      <a:pt x="106" y="37"/>
                      <a:pt x="102" y="38"/>
                    </a:cubicBezTo>
                    <a:cubicBezTo>
                      <a:pt x="88" y="43"/>
                      <a:pt x="69" y="61"/>
                      <a:pt x="69" y="71"/>
                    </a:cubicBezTo>
                    <a:cubicBezTo>
                      <a:pt x="69" y="75"/>
                      <a:pt x="38" y="86"/>
                      <a:pt x="35" y="86"/>
                    </a:cubicBezTo>
                    <a:cubicBezTo>
                      <a:pt x="32" y="86"/>
                      <a:pt x="30" y="82"/>
                      <a:pt x="28" y="8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7" name="Freeform 56">
                <a:extLst>
                  <a:ext uri="{FF2B5EF4-FFF2-40B4-BE49-F238E27FC236}">
                    <a16:creationId xmlns:a16="http://schemas.microsoft.com/office/drawing/2014/main" id="{3DAF0096-1D2E-45D8-8007-5FCB764E0F37}"/>
                  </a:ext>
                </a:extLst>
              </p:cNvPr>
              <p:cNvSpPr/>
              <p:nvPr/>
            </p:nvSpPr>
            <p:spPr bwMode="auto">
              <a:xfrm>
                <a:off x="2413000" y="1228725"/>
                <a:ext cx="204788" cy="87313"/>
              </a:xfrm>
              <a:custGeom>
                <a:avLst/>
                <a:gdLst/>
                <a:ahLst/>
                <a:cxnLst>
                  <a:cxn ang="0">
                    <a:pos x="53" y="65"/>
                  </a:cxn>
                  <a:cxn ang="0">
                    <a:pos x="41" y="59"/>
                  </a:cxn>
                  <a:cxn ang="0">
                    <a:pos x="53" y="53"/>
                  </a:cxn>
                  <a:cxn ang="0">
                    <a:pos x="46" y="43"/>
                  </a:cxn>
                  <a:cxn ang="0">
                    <a:pos x="41" y="49"/>
                  </a:cxn>
                  <a:cxn ang="0">
                    <a:pos x="22" y="52"/>
                  </a:cxn>
                  <a:cxn ang="0">
                    <a:pos x="7" y="49"/>
                  </a:cxn>
                  <a:cxn ang="0">
                    <a:pos x="0" y="42"/>
                  </a:cxn>
                  <a:cxn ang="0">
                    <a:pos x="0" y="36"/>
                  </a:cxn>
                  <a:cxn ang="0">
                    <a:pos x="11" y="31"/>
                  </a:cxn>
                  <a:cxn ang="0">
                    <a:pos x="31" y="36"/>
                  </a:cxn>
                  <a:cxn ang="0">
                    <a:pos x="11" y="30"/>
                  </a:cxn>
                  <a:cxn ang="0">
                    <a:pos x="11" y="23"/>
                  </a:cxn>
                  <a:cxn ang="0">
                    <a:pos x="19" y="23"/>
                  </a:cxn>
                  <a:cxn ang="0">
                    <a:pos x="38" y="26"/>
                  </a:cxn>
                  <a:cxn ang="0">
                    <a:pos x="16" y="22"/>
                  </a:cxn>
                  <a:cxn ang="0">
                    <a:pos x="25" y="17"/>
                  </a:cxn>
                  <a:cxn ang="0">
                    <a:pos x="36" y="18"/>
                  </a:cxn>
                  <a:cxn ang="0">
                    <a:pos x="23" y="12"/>
                  </a:cxn>
                  <a:cxn ang="0">
                    <a:pos x="38" y="12"/>
                  </a:cxn>
                  <a:cxn ang="0">
                    <a:pos x="45" y="19"/>
                  </a:cxn>
                  <a:cxn ang="0">
                    <a:pos x="55" y="19"/>
                  </a:cxn>
                  <a:cxn ang="0">
                    <a:pos x="97" y="36"/>
                  </a:cxn>
                  <a:cxn ang="0">
                    <a:pos x="107" y="30"/>
                  </a:cxn>
                  <a:cxn ang="0">
                    <a:pos x="98" y="29"/>
                  </a:cxn>
                  <a:cxn ang="0">
                    <a:pos x="102" y="27"/>
                  </a:cxn>
                  <a:cxn ang="0">
                    <a:pos x="102" y="21"/>
                  </a:cxn>
                  <a:cxn ang="0">
                    <a:pos x="91" y="15"/>
                  </a:cxn>
                  <a:cxn ang="0">
                    <a:pos x="107" y="0"/>
                  </a:cxn>
                  <a:cxn ang="0">
                    <a:pos x="116" y="4"/>
                  </a:cxn>
                  <a:cxn ang="0">
                    <a:pos x="116" y="9"/>
                  </a:cxn>
                  <a:cxn ang="0">
                    <a:pos x="132" y="26"/>
                  </a:cxn>
                  <a:cxn ang="0">
                    <a:pos x="144" y="20"/>
                  </a:cxn>
                  <a:cxn ang="0">
                    <a:pos x="154" y="31"/>
                  </a:cxn>
                  <a:cxn ang="0">
                    <a:pos x="140" y="52"/>
                  </a:cxn>
                  <a:cxn ang="0">
                    <a:pos x="111" y="51"/>
                  </a:cxn>
                  <a:cxn ang="0">
                    <a:pos x="82" y="59"/>
                  </a:cxn>
                  <a:cxn ang="0">
                    <a:pos x="53" y="65"/>
                  </a:cxn>
                </a:cxnLst>
                <a:rect l="0" t="0" r="r" b="b"/>
                <a:pathLst>
                  <a:path w="154" h="65">
                    <a:moveTo>
                      <a:pt x="53" y="65"/>
                    </a:moveTo>
                    <a:cubicBezTo>
                      <a:pt x="48" y="65"/>
                      <a:pt x="41" y="61"/>
                      <a:pt x="41" y="59"/>
                    </a:cubicBezTo>
                    <a:cubicBezTo>
                      <a:pt x="41" y="52"/>
                      <a:pt x="47" y="53"/>
                      <a:pt x="53" y="53"/>
                    </a:cubicBezTo>
                    <a:cubicBezTo>
                      <a:pt x="50" y="50"/>
                      <a:pt x="46" y="48"/>
                      <a:pt x="46" y="43"/>
                    </a:cubicBezTo>
                    <a:cubicBezTo>
                      <a:pt x="43" y="44"/>
                      <a:pt x="41" y="46"/>
                      <a:pt x="41" y="49"/>
                    </a:cubicBezTo>
                    <a:cubicBezTo>
                      <a:pt x="33" y="50"/>
                      <a:pt x="27" y="52"/>
                      <a:pt x="22" y="52"/>
                    </a:cubicBezTo>
                    <a:cubicBezTo>
                      <a:pt x="16" y="52"/>
                      <a:pt x="10" y="49"/>
                      <a:pt x="7" y="49"/>
                    </a:cubicBezTo>
                    <a:cubicBezTo>
                      <a:pt x="3" y="49"/>
                      <a:pt x="0" y="46"/>
                      <a:pt x="0" y="42"/>
                    </a:cubicBezTo>
                    <a:cubicBezTo>
                      <a:pt x="0" y="38"/>
                      <a:pt x="2" y="39"/>
                      <a:pt x="0" y="36"/>
                    </a:cubicBezTo>
                    <a:cubicBezTo>
                      <a:pt x="5" y="35"/>
                      <a:pt x="7" y="31"/>
                      <a:pt x="11" y="31"/>
                    </a:cubicBezTo>
                    <a:cubicBezTo>
                      <a:pt x="20" y="31"/>
                      <a:pt x="24" y="35"/>
                      <a:pt x="31" y="36"/>
                    </a:cubicBezTo>
                    <a:cubicBezTo>
                      <a:pt x="24" y="35"/>
                      <a:pt x="17" y="32"/>
                      <a:pt x="11" y="3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5" y="23"/>
                      <a:pt x="19" y="23"/>
                      <a:pt x="19" y="23"/>
                    </a:cubicBezTo>
                    <a:cubicBezTo>
                      <a:pt x="20" y="23"/>
                      <a:pt x="34" y="26"/>
                      <a:pt x="38" y="26"/>
                    </a:cubicBezTo>
                    <a:cubicBezTo>
                      <a:pt x="30" y="25"/>
                      <a:pt x="23" y="26"/>
                      <a:pt x="16" y="22"/>
                    </a:cubicBezTo>
                    <a:cubicBezTo>
                      <a:pt x="18" y="19"/>
                      <a:pt x="22" y="17"/>
                      <a:pt x="25" y="17"/>
                    </a:cubicBezTo>
                    <a:cubicBezTo>
                      <a:pt x="31" y="17"/>
                      <a:pt x="32" y="19"/>
                      <a:pt x="36" y="18"/>
                    </a:cubicBezTo>
                    <a:cubicBezTo>
                      <a:pt x="31" y="19"/>
                      <a:pt x="23" y="18"/>
                      <a:pt x="23" y="12"/>
                    </a:cubicBezTo>
                    <a:cubicBezTo>
                      <a:pt x="31" y="11"/>
                      <a:pt x="34" y="12"/>
                      <a:pt x="38" y="12"/>
                    </a:cubicBezTo>
                    <a:cubicBezTo>
                      <a:pt x="39" y="12"/>
                      <a:pt x="45" y="14"/>
                      <a:pt x="45" y="19"/>
                    </a:cubicBezTo>
                    <a:cubicBezTo>
                      <a:pt x="50" y="19"/>
                      <a:pt x="54" y="19"/>
                      <a:pt x="55" y="19"/>
                    </a:cubicBezTo>
                    <a:cubicBezTo>
                      <a:pt x="68" y="19"/>
                      <a:pt x="78" y="36"/>
                      <a:pt x="97" y="36"/>
                    </a:cubicBezTo>
                    <a:cubicBezTo>
                      <a:pt x="103" y="36"/>
                      <a:pt x="105" y="34"/>
                      <a:pt x="107" y="30"/>
                    </a:cubicBezTo>
                    <a:cubicBezTo>
                      <a:pt x="102" y="30"/>
                      <a:pt x="100" y="30"/>
                      <a:pt x="98" y="29"/>
                    </a:cubicBezTo>
                    <a:cubicBezTo>
                      <a:pt x="98" y="28"/>
                      <a:pt x="101" y="27"/>
                      <a:pt x="102" y="27"/>
                    </a:cubicBezTo>
                    <a:cubicBezTo>
                      <a:pt x="102" y="21"/>
                      <a:pt x="102" y="21"/>
                      <a:pt x="102" y="21"/>
                    </a:cubicBezTo>
                    <a:cubicBezTo>
                      <a:pt x="99" y="21"/>
                      <a:pt x="91" y="19"/>
                      <a:pt x="91" y="15"/>
                    </a:cubicBezTo>
                    <a:cubicBezTo>
                      <a:pt x="91" y="7"/>
                      <a:pt x="103" y="4"/>
                      <a:pt x="107" y="0"/>
                    </a:cubicBezTo>
                    <a:cubicBezTo>
                      <a:pt x="110" y="2"/>
                      <a:pt x="113" y="4"/>
                      <a:pt x="116" y="4"/>
                    </a:cubicBezTo>
                    <a:cubicBezTo>
                      <a:pt x="115" y="7"/>
                      <a:pt x="116" y="8"/>
                      <a:pt x="116" y="9"/>
                    </a:cubicBezTo>
                    <a:cubicBezTo>
                      <a:pt x="116" y="16"/>
                      <a:pt x="124" y="26"/>
                      <a:pt x="132" y="26"/>
                    </a:cubicBezTo>
                    <a:cubicBezTo>
                      <a:pt x="136" y="26"/>
                      <a:pt x="139" y="20"/>
                      <a:pt x="144" y="20"/>
                    </a:cubicBezTo>
                    <a:cubicBezTo>
                      <a:pt x="150" y="20"/>
                      <a:pt x="154" y="26"/>
                      <a:pt x="154" y="31"/>
                    </a:cubicBezTo>
                    <a:cubicBezTo>
                      <a:pt x="154" y="37"/>
                      <a:pt x="144" y="51"/>
                      <a:pt x="140" y="52"/>
                    </a:cubicBezTo>
                    <a:cubicBezTo>
                      <a:pt x="137" y="53"/>
                      <a:pt x="111" y="50"/>
                      <a:pt x="111" y="51"/>
                    </a:cubicBezTo>
                    <a:cubicBezTo>
                      <a:pt x="111" y="52"/>
                      <a:pt x="83" y="58"/>
                      <a:pt x="82" y="59"/>
                    </a:cubicBezTo>
                    <a:cubicBezTo>
                      <a:pt x="73" y="62"/>
                      <a:pt x="64" y="65"/>
                      <a:pt x="53" y="6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8" name="Freeform 57">
                <a:extLst>
                  <a:ext uri="{FF2B5EF4-FFF2-40B4-BE49-F238E27FC236}">
                    <a16:creationId xmlns:a16="http://schemas.microsoft.com/office/drawing/2014/main" id="{59224EE8-CCF6-467E-83F6-22D99F5EC7AC}"/>
                  </a:ext>
                </a:extLst>
              </p:cNvPr>
              <p:cNvSpPr/>
              <p:nvPr/>
            </p:nvSpPr>
            <p:spPr bwMode="auto">
              <a:xfrm>
                <a:off x="2382838" y="1260475"/>
                <a:ext cx="28575" cy="20638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11"/>
                  </a:cxn>
                  <a:cxn ang="0">
                    <a:pos x="21" y="0"/>
                  </a:cxn>
                  <a:cxn ang="0">
                    <a:pos x="8" y="16"/>
                  </a:cxn>
                </a:cxnLst>
                <a:rect l="0" t="0" r="r" b="b"/>
                <a:pathLst>
                  <a:path w="21" h="16">
                    <a:moveTo>
                      <a:pt x="8" y="16"/>
                    </a:moveTo>
                    <a:cubicBezTo>
                      <a:pt x="4" y="16"/>
                      <a:pt x="0" y="14"/>
                      <a:pt x="0" y="11"/>
                    </a:cubicBezTo>
                    <a:cubicBezTo>
                      <a:pt x="0" y="3"/>
                      <a:pt x="16" y="0"/>
                      <a:pt x="21" y="0"/>
                    </a:cubicBezTo>
                    <a:cubicBezTo>
                      <a:pt x="20" y="7"/>
                      <a:pt x="13" y="16"/>
                      <a:pt x="8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29" name="Freeform 58">
                <a:extLst>
                  <a:ext uri="{FF2B5EF4-FFF2-40B4-BE49-F238E27FC236}">
                    <a16:creationId xmlns:a16="http://schemas.microsoft.com/office/drawing/2014/main" id="{0BE07C0A-22EA-45A4-AB54-A30EDDF47F7B}"/>
                  </a:ext>
                </a:extLst>
              </p:cNvPr>
              <p:cNvSpPr/>
              <p:nvPr/>
            </p:nvSpPr>
            <p:spPr bwMode="auto">
              <a:xfrm>
                <a:off x="2457450" y="1230313"/>
                <a:ext cx="22225" cy="7938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6" y="6"/>
                  </a:cxn>
                </a:cxnLst>
                <a:rect l="0" t="0" r="r" b="b"/>
                <a:pathLst>
                  <a:path w="16" h="6">
                    <a:moveTo>
                      <a:pt x="6" y="6"/>
                    </a:moveTo>
                    <a:cubicBezTo>
                      <a:pt x="4" y="6"/>
                      <a:pt x="0" y="4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4" y="6"/>
                      <a:pt x="6" y="6"/>
                      <a:pt x="6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0" name="Freeform 59">
                <a:extLst>
                  <a:ext uri="{FF2B5EF4-FFF2-40B4-BE49-F238E27FC236}">
                    <a16:creationId xmlns:a16="http://schemas.microsoft.com/office/drawing/2014/main" id="{5AD70E55-BAC1-4DC3-AF8F-1E5ED64817AE}"/>
                  </a:ext>
                </a:extLst>
              </p:cNvPr>
              <p:cNvSpPr/>
              <p:nvPr/>
            </p:nvSpPr>
            <p:spPr bwMode="auto">
              <a:xfrm>
                <a:off x="2324100" y="1203325"/>
                <a:ext cx="117475" cy="65088"/>
              </a:xfrm>
              <a:custGeom>
                <a:avLst/>
                <a:gdLst/>
                <a:ahLst/>
                <a:cxnLst>
                  <a:cxn ang="0">
                    <a:pos x="88" y="8"/>
                  </a:cxn>
                  <a:cxn ang="0">
                    <a:pos x="82" y="15"/>
                  </a:cxn>
                  <a:cxn ang="0">
                    <a:pos x="86" y="24"/>
                  </a:cxn>
                  <a:cxn ang="0">
                    <a:pos x="67" y="38"/>
                  </a:cxn>
                  <a:cxn ang="0">
                    <a:pos x="56" y="26"/>
                  </a:cxn>
                  <a:cxn ang="0">
                    <a:pos x="41" y="39"/>
                  </a:cxn>
                  <a:cxn ang="0">
                    <a:pos x="32" y="49"/>
                  </a:cxn>
                  <a:cxn ang="0">
                    <a:pos x="24" y="42"/>
                  </a:cxn>
                  <a:cxn ang="0">
                    <a:pos x="12" y="42"/>
                  </a:cxn>
                  <a:cxn ang="0">
                    <a:pos x="4" y="46"/>
                  </a:cxn>
                  <a:cxn ang="0">
                    <a:pos x="0" y="39"/>
                  </a:cxn>
                  <a:cxn ang="0">
                    <a:pos x="10" y="31"/>
                  </a:cxn>
                  <a:cxn ang="0">
                    <a:pos x="31" y="23"/>
                  </a:cxn>
                  <a:cxn ang="0">
                    <a:pos x="54" y="6"/>
                  </a:cxn>
                  <a:cxn ang="0">
                    <a:pos x="62" y="7"/>
                  </a:cxn>
                  <a:cxn ang="0">
                    <a:pos x="88" y="8"/>
                  </a:cxn>
                </a:cxnLst>
                <a:rect l="0" t="0" r="r" b="b"/>
                <a:pathLst>
                  <a:path w="88" h="49">
                    <a:moveTo>
                      <a:pt x="88" y="8"/>
                    </a:moveTo>
                    <a:cubicBezTo>
                      <a:pt x="88" y="11"/>
                      <a:pt x="86" y="14"/>
                      <a:pt x="82" y="15"/>
                    </a:cubicBezTo>
                    <a:cubicBezTo>
                      <a:pt x="83" y="19"/>
                      <a:pt x="86" y="20"/>
                      <a:pt x="86" y="24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0" y="38"/>
                      <a:pt x="60" y="28"/>
                      <a:pt x="56" y="26"/>
                    </a:cubicBezTo>
                    <a:cubicBezTo>
                      <a:pt x="55" y="33"/>
                      <a:pt x="48" y="40"/>
                      <a:pt x="41" y="39"/>
                    </a:cubicBezTo>
                    <a:cubicBezTo>
                      <a:pt x="40" y="44"/>
                      <a:pt x="37" y="49"/>
                      <a:pt x="32" y="49"/>
                    </a:cubicBezTo>
                    <a:cubicBezTo>
                      <a:pt x="28" y="49"/>
                      <a:pt x="25" y="44"/>
                      <a:pt x="24" y="42"/>
                    </a:cubicBezTo>
                    <a:cubicBezTo>
                      <a:pt x="19" y="45"/>
                      <a:pt x="16" y="42"/>
                      <a:pt x="12" y="42"/>
                    </a:cubicBezTo>
                    <a:cubicBezTo>
                      <a:pt x="9" y="42"/>
                      <a:pt x="8" y="45"/>
                      <a:pt x="4" y="46"/>
                    </a:cubicBezTo>
                    <a:cubicBezTo>
                      <a:pt x="4" y="43"/>
                      <a:pt x="0" y="41"/>
                      <a:pt x="0" y="39"/>
                    </a:cubicBezTo>
                    <a:cubicBezTo>
                      <a:pt x="0" y="38"/>
                      <a:pt x="8" y="32"/>
                      <a:pt x="10" y="31"/>
                    </a:cubicBezTo>
                    <a:cubicBezTo>
                      <a:pt x="17" y="28"/>
                      <a:pt x="23" y="27"/>
                      <a:pt x="31" y="23"/>
                    </a:cubicBezTo>
                    <a:cubicBezTo>
                      <a:pt x="39" y="18"/>
                      <a:pt x="41" y="6"/>
                      <a:pt x="54" y="6"/>
                    </a:cubicBezTo>
                    <a:cubicBezTo>
                      <a:pt x="57" y="6"/>
                      <a:pt x="58" y="7"/>
                      <a:pt x="62" y="7"/>
                    </a:cubicBezTo>
                    <a:cubicBezTo>
                      <a:pt x="62" y="7"/>
                      <a:pt x="88" y="0"/>
                      <a:pt x="88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1" name="Freeform 60">
                <a:extLst>
                  <a:ext uri="{FF2B5EF4-FFF2-40B4-BE49-F238E27FC236}">
                    <a16:creationId xmlns:a16="http://schemas.microsoft.com/office/drawing/2014/main" id="{F7EE38C3-4E17-4FE1-9BE2-F053636854FC}"/>
                  </a:ext>
                </a:extLst>
              </p:cNvPr>
              <p:cNvSpPr/>
              <p:nvPr/>
            </p:nvSpPr>
            <p:spPr bwMode="auto">
              <a:xfrm>
                <a:off x="2481263" y="1162050"/>
                <a:ext cx="66675" cy="20638"/>
              </a:xfrm>
              <a:custGeom>
                <a:avLst/>
                <a:gdLst/>
                <a:ahLst/>
                <a:cxnLst>
                  <a:cxn ang="0">
                    <a:pos x="20" y="15"/>
                  </a:cxn>
                  <a:cxn ang="0">
                    <a:pos x="9" y="12"/>
                  </a:cxn>
                  <a:cxn ang="0">
                    <a:pos x="0" y="15"/>
                  </a:cxn>
                  <a:cxn ang="0">
                    <a:pos x="32" y="0"/>
                  </a:cxn>
                  <a:cxn ang="0">
                    <a:pos x="50" y="11"/>
                  </a:cxn>
                  <a:cxn ang="0">
                    <a:pos x="39" y="15"/>
                  </a:cxn>
                  <a:cxn ang="0">
                    <a:pos x="20" y="15"/>
                  </a:cxn>
                </a:cxnLst>
                <a:rect l="0" t="0" r="r" b="b"/>
                <a:pathLst>
                  <a:path w="50" h="15">
                    <a:moveTo>
                      <a:pt x="20" y="15"/>
                    </a:moveTo>
                    <a:cubicBezTo>
                      <a:pt x="14" y="15"/>
                      <a:pt x="13" y="12"/>
                      <a:pt x="9" y="12"/>
                    </a:cubicBezTo>
                    <a:cubicBezTo>
                      <a:pt x="5" y="12"/>
                      <a:pt x="3" y="15"/>
                      <a:pt x="0" y="15"/>
                    </a:cubicBezTo>
                    <a:cubicBezTo>
                      <a:pt x="0" y="9"/>
                      <a:pt x="26" y="0"/>
                      <a:pt x="32" y="0"/>
                    </a:cubicBezTo>
                    <a:cubicBezTo>
                      <a:pt x="41" y="0"/>
                      <a:pt x="49" y="5"/>
                      <a:pt x="50" y="11"/>
                    </a:cubicBezTo>
                    <a:cubicBezTo>
                      <a:pt x="47" y="12"/>
                      <a:pt x="44" y="15"/>
                      <a:pt x="39" y="15"/>
                    </a:cubicBezTo>
                    <a:cubicBezTo>
                      <a:pt x="27" y="15"/>
                      <a:pt x="29" y="15"/>
                      <a:pt x="20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2" name="Freeform 61">
                <a:extLst>
                  <a:ext uri="{FF2B5EF4-FFF2-40B4-BE49-F238E27FC236}">
                    <a16:creationId xmlns:a16="http://schemas.microsoft.com/office/drawing/2014/main" id="{33813162-F547-4B27-AF09-41C4599A2C14}"/>
                  </a:ext>
                </a:extLst>
              </p:cNvPr>
              <p:cNvSpPr/>
              <p:nvPr/>
            </p:nvSpPr>
            <p:spPr bwMode="auto">
              <a:xfrm>
                <a:off x="2482850" y="1185863"/>
                <a:ext cx="58738" cy="30163"/>
              </a:xfrm>
              <a:custGeom>
                <a:avLst/>
                <a:gdLst/>
                <a:ahLst/>
                <a:cxnLst>
                  <a:cxn ang="0">
                    <a:pos x="38" y="10"/>
                  </a:cxn>
                  <a:cxn ang="0">
                    <a:pos x="14" y="23"/>
                  </a:cxn>
                  <a:cxn ang="0">
                    <a:pos x="0" y="11"/>
                  </a:cxn>
                  <a:cxn ang="0">
                    <a:pos x="36" y="0"/>
                  </a:cxn>
                  <a:cxn ang="0">
                    <a:pos x="44" y="5"/>
                  </a:cxn>
                  <a:cxn ang="0">
                    <a:pos x="25" y="10"/>
                  </a:cxn>
                  <a:cxn ang="0">
                    <a:pos x="38" y="10"/>
                  </a:cxn>
                </a:cxnLst>
                <a:rect l="0" t="0" r="r" b="b"/>
                <a:pathLst>
                  <a:path w="44" h="23">
                    <a:moveTo>
                      <a:pt x="38" y="10"/>
                    </a:moveTo>
                    <a:cubicBezTo>
                      <a:pt x="38" y="19"/>
                      <a:pt x="24" y="23"/>
                      <a:pt x="14" y="23"/>
                    </a:cubicBezTo>
                    <a:cubicBezTo>
                      <a:pt x="8" y="23"/>
                      <a:pt x="0" y="15"/>
                      <a:pt x="0" y="11"/>
                    </a:cubicBezTo>
                    <a:cubicBezTo>
                      <a:pt x="0" y="1"/>
                      <a:pt x="27" y="0"/>
                      <a:pt x="36" y="0"/>
                    </a:cubicBezTo>
                    <a:cubicBezTo>
                      <a:pt x="41" y="0"/>
                      <a:pt x="43" y="3"/>
                      <a:pt x="44" y="5"/>
                    </a:cubicBezTo>
                    <a:cubicBezTo>
                      <a:pt x="39" y="9"/>
                      <a:pt x="32" y="10"/>
                      <a:pt x="25" y="10"/>
                    </a:cubicBezTo>
                    <a:lnTo>
                      <a:pt x="38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3" name="Freeform 62">
                <a:extLst>
                  <a:ext uri="{FF2B5EF4-FFF2-40B4-BE49-F238E27FC236}">
                    <a16:creationId xmlns:a16="http://schemas.microsoft.com/office/drawing/2014/main" id="{4BEFCAC0-30D0-4299-8D26-6B901ED0FD54}"/>
                  </a:ext>
                </a:extLst>
              </p:cNvPr>
              <p:cNvSpPr/>
              <p:nvPr/>
            </p:nvSpPr>
            <p:spPr bwMode="auto">
              <a:xfrm>
                <a:off x="2454275" y="1181100"/>
                <a:ext cx="20638" cy="22225"/>
              </a:xfrm>
              <a:custGeom>
                <a:avLst/>
                <a:gdLst/>
                <a:ahLst/>
                <a:cxnLst>
                  <a:cxn ang="0">
                    <a:pos x="15" y="12"/>
                  </a:cxn>
                  <a:cxn ang="0">
                    <a:pos x="9" y="17"/>
                  </a:cxn>
                  <a:cxn ang="0">
                    <a:pos x="0" y="11"/>
                  </a:cxn>
                  <a:cxn ang="0">
                    <a:pos x="15" y="12"/>
                  </a:cxn>
                </a:cxnLst>
                <a:rect l="0" t="0" r="r" b="b"/>
                <a:pathLst>
                  <a:path w="15" h="17">
                    <a:moveTo>
                      <a:pt x="15" y="12"/>
                    </a:moveTo>
                    <a:cubicBezTo>
                      <a:pt x="13" y="15"/>
                      <a:pt x="12" y="17"/>
                      <a:pt x="9" y="17"/>
                    </a:cubicBezTo>
                    <a:cubicBezTo>
                      <a:pt x="5" y="17"/>
                      <a:pt x="0" y="13"/>
                      <a:pt x="0" y="11"/>
                    </a:cubicBezTo>
                    <a:cubicBezTo>
                      <a:pt x="0" y="0"/>
                      <a:pt x="12" y="11"/>
                      <a:pt x="15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4" name="Freeform 63">
                <a:extLst>
                  <a:ext uri="{FF2B5EF4-FFF2-40B4-BE49-F238E27FC236}">
                    <a16:creationId xmlns:a16="http://schemas.microsoft.com/office/drawing/2014/main" id="{E91E8417-6BA3-45BB-9D64-D9AE549DC617}"/>
                  </a:ext>
                </a:extLst>
              </p:cNvPr>
              <p:cNvSpPr/>
              <p:nvPr/>
            </p:nvSpPr>
            <p:spPr bwMode="auto">
              <a:xfrm>
                <a:off x="2671763" y="1335088"/>
                <a:ext cx="100013" cy="80963"/>
              </a:xfrm>
              <a:custGeom>
                <a:avLst/>
                <a:gdLst/>
                <a:ahLst/>
                <a:cxnLst>
                  <a:cxn ang="0">
                    <a:pos x="66" y="23"/>
                  </a:cxn>
                  <a:cxn ang="0">
                    <a:pos x="65" y="30"/>
                  </a:cxn>
                  <a:cxn ang="0">
                    <a:pos x="75" y="32"/>
                  </a:cxn>
                  <a:cxn ang="0">
                    <a:pos x="57" y="55"/>
                  </a:cxn>
                  <a:cxn ang="0">
                    <a:pos x="49" y="61"/>
                  </a:cxn>
                  <a:cxn ang="0">
                    <a:pos x="39" y="54"/>
                  </a:cxn>
                  <a:cxn ang="0">
                    <a:pos x="0" y="30"/>
                  </a:cxn>
                  <a:cxn ang="0">
                    <a:pos x="0" y="23"/>
                  </a:cxn>
                  <a:cxn ang="0">
                    <a:pos x="20" y="28"/>
                  </a:cxn>
                  <a:cxn ang="0">
                    <a:pos x="27" y="28"/>
                  </a:cxn>
                  <a:cxn ang="0">
                    <a:pos x="27" y="16"/>
                  </a:cxn>
                  <a:cxn ang="0">
                    <a:pos x="12" y="11"/>
                  </a:cxn>
                  <a:cxn ang="0">
                    <a:pos x="16" y="7"/>
                  </a:cxn>
                  <a:cxn ang="0">
                    <a:pos x="42" y="2"/>
                  </a:cxn>
                  <a:cxn ang="0">
                    <a:pos x="60" y="2"/>
                  </a:cxn>
                  <a:cxn ang="0">
                    <a:pos x="64" y="6"/>
                  </a:cxn>
                  <a:cxn ang="0">
                    <a:pos x="50" y="22"/>
                  </a:cxn>
                  <a:cxn ang="0">
                    <a:pos x="66" y="23"/>
                  </a:cxn>
                </a:cxnLst>
                <a:rect l="0" t="0" r="r" b="b"/>
                <a:pathLst>
                  <a:path w="75" h="61">
                    <a:moveTo>
                      <a:pt x="66" y="23"/>
                    </a:moveTo>
                    <a:cubicBezTo>
                      <a:pt x="66" y="29"/>
                      <a:pt x="65" y="25"/>
                      <a:pt x="65" y="30"/>
                    </a:cubicBezTo>
                    <a:cubicBezTo>
                      <a:pt x="67" y="30"/>
                      <a:pt x="72" y="31"/>
                      <a:pt x="75" y="32"/>
                    </a:cubicBezTo>
                    <a:cubicBezTo>
                      <a:pt x="73" y="56"/>
                      <a:pt x="72" y="49"/>
                      <a:pt x="57" y="55"/>
                    </a:cubicBezTo>
                    <a:cubicBezTo>
                      <a:pt x="53" y="56"/>
                      <a:pt x="53" y="61"/>
                      <a:pt x="49" y="61"/>
                    </a:cubicBezTo>
                    <a:cubicBezTo>
                      <a:pt x="42" y="61"/>
                      <a:pt x="42" y="56"/>
                      <a:pt x="39" y="54"/>
                    </a:cubicBezTo>
                    <a:cubicBezTo>
                      <a:pt x="27" y="41"/>
                      <a:pt x="13" y="43"/>
                      <a:pt x="0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6" y="23"/>
                      <a:pt x="12" y="28"/>
                      <a:pt x="20" y="28"/>
                    </a:cubicBezTo>
                    <a:cubicBezTo>
                      <a:pt x="24" y="28"/>
                      <a:pt x="23" y="28"/>
                      <a:pt x="27" y="28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1" y="15"/>
                      <a:pt x="12" y="16"/>
                      <a:pt x="12" y="11"/>
                    </a:cubicBezTo>
                    <a:cubicBezTo>
                      <a:pt x="12" y="9"/>
                      <a:pt x="15" y="8"/>
                      <a:pt x="16" y="7"/>
                    </a:cubicBezTo>
                    <a:cubicBezTo>
                      <a:pt x="23" y="0"/>
                      <a:pt x="32" y="2"/>
                      <a:pt x="42" y="2"/>
                    </a:cubicBezTo>
                    <a:cubicBezTo>
                      <a:pt x="50" y="2"/>
                      <a:pt x="60" y="2"/>
                      <a:pt x="60" y="2"/>
                    </a:cubicBezTo>
                    <a:cubicBezTo>
                      <a:pt x="61" y="2"/>
                      <a:pt x="64" y="4"/>
                      <a:pt x="64" y="6"/>
                    </a:cubicBezTo>
                    <a:cubicBezTo>
                      <a:pt x="64" y="15"/>
                      <a:pt x="53" y="18"/>
                      <a:pt x="50" y="22"/>
                    </a:cubicBezTo>
                    <a:cubicBezTo>
                      <a:pt x="53" y="22"/>
                      <a:pt x="66" y="18"/>
                      <a:pt x="66" y="2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5" name="Freeform 64">
                <a:extLst>
                  <a:ext uri="{FF2B5EF4-FFF2-40B4-BE49-F238E27FC236}">
                    <a16:creationId xmlns:a16="http://schemas.microsoft.com/office/drawing/2014/main" id="{30BDE3DB-CC0D-4D16-A0E1-FCC5BC95C7C5}"/>
                  </a:ext>
                </a:extLst>
              </p:cNvPr>
              <p:cNvSpPr/>
              <p:nvPr/>
            </p:nvSpPr>
            <p:spPr bwMode="auto">
              <a:xfrm>
                <a:off x="2636838" y="1236663"/>
                <a:ext cx="111125" cy="60325"/>
              </a:xfrm>
              <a:custGeom>
                <a:avLst/>
                <a:gdLst/>
                <a:ahLst/>
                <a:cxnLst>
                  <a:cxn ang="0">
                    <a:pos x="4" y="11"/>
                  </a:cxn>
                  <a:cxn ang="0">
                    <a:pos x="0" y="2"/>
                  </a:cxn>
                  <a:cxn ang="0">
                    <a:pos x="5" y="2"/>
                  </a:cxn>
                  <a:cxn ang="0">
                    <a:pos x="38" y="20"/>
                  </a:cxn>
                  <a:cxn ang="0">
                    <a:pos x="29" y="13"/>
                  </a:cxn>
                  <a:cxn ang="0">
                    <a:pos x="29" y="8"/>
                  </a:cxn>
                  <a:cxn ang="0">
                    <a:pos x="54" y="17"/>
                  </a:cxn>
                  <a:cxn ang="0">
                    <a:pos x="54" y="8"/>
                  </a:cxn>
                  <a:cxn ang="0">
                    <a:pos x="38" y="1"/>
                  </a:cxn>
                  <a:cxn ang="0">
                    <a:pos x="46" y="1"/>
                  </a:cxn>
                  <a:cxn ang="0">
                    <a:pos x="66" y="5"/>
                  </a:cxn>
                  <a:cxn ang="0">
                    <a:pos x="75" y="2"/>
                  </a:cxn>
                  <a:cxn ang="0">
                    <a:pos x="84" y="13"/>
                  </a:cxn>
                  <a:cxn ang="0">
                    <a:pos x="80" y="41"/>
                  </a:cxn>
                  <a:cxn ang="0">
                    <a:pos x="62" y="43"/>
                  </a:cxn>
                  <a:cxn ang="0">
                    <a:pos x="48" y="41"/>
                  </a:cxn>
                  <a:cxn ang="0">
                    <a:pos x="51" y="36"/>
                  </a:cxn>
                  <a:cxn ang="0">
                    <a:pos x="51" y="32"/>
                  </a:cxn>
                  <a:cxn ang="0">
                    <a:pos x="62" y="25"/>
                  </a:cxn>
                  <a:cxn ang="0">
                    <a:pos x="57" y="24"/>
                  </a:cxn>
                  <a:cxn ang="0">
                    <a:pos x="25" y="28"/>
                  </a:cxn>
                  <a:cxn ang="0">
                    <a:pos x="20" y="23"/>
                  </a:cxn>
                  <a:cxn ang="0">
                    <a:pos x="13" y="23"/>
                  </a:cxn>
                  <a:cxn ang="0">
                    <a:pos x="12" y="19"/>
                  </a:cxn>
                  <a:cxn ang="0">
                    <a:pos x="1" y="14"/>
                  </a:cxn>
                  <a:cxn ang="0">
                    <a:pos x="1" y="6"/>
                  </a:cxn>
                  <a:cxn ang="0">
                    <a:pos x="4" y="11"/>
                  </a:cxn>
                </a:cxnLst>
                <a:rect l="0" t="0" r="r" b="b"/>
                <a:pathLst>
                  <a:path w="84" h="45">
                    <a:moveTo>
                      <a:pt x="4" y="11"/>
                    </a:moveTo>
                    <a:cubicBezTo>
                      <a:pt x="2" y="9"/>
                      <a:pt x="0" y="6"/>
                      <a:pt x="0" y="2"/>
                    </a:cubicBezTo>
                    <a:cubicBezTo>
                      <a:pt x="1" y="2"/>
                      <a:pt x="3" y="2"/>
                      <a:pt x="5" y="2"/>
                    </a:cubicBezTo>
                    <a:cubicBezTo>
                      <a:pt x="18" y="2"/>
                      <a:pt x="24" y="24"/>
                      <a:pt x="38" y="20"/>
                    </a:cubicBezTo>
                    <a:cubicBezTo>
                      <a:pt x="35" y="18"/>
                      <a:pt x="31" y="15"/>
                      <a:pt x="29" y="13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39" y="8"/>
                      <a:pt x="43" y="17"/>
                      <a:pt x="54" y="1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46" y="8"/>
                      <a:pt x="40" y="8"/>
                      <a:pt x="38" y="1"/>
                    </a:cubicBezTo>
                    <a:cubicBezTo>
                      <a:pt x="41" y="0"/>
                      <a:pt x="43" y="1"/>
                      <a:pt x="46" y="1"/>
                    </a:cubicBezTo>
                    <a:cubicBezTo>
                      <a:pt x="53" y="1"/>
                      <a:pt x="58" y="5"/>
                      <a:pt x="66" y="5"/>
                    </a:cubicBezTo>
                    <a:cubicBezTo>
                      <a:pt x="69" y="5"/>
                      <a:pt x="71" y="2"/>
                      <a:pt x="75" y="2"/>
                    </a:cubicBezTo>
                    <a:cubicBezTo>
                      <a:pt x="83" y="2"/>
                      <a:pt x="84" y="6"/>
                      <a:pt x="84" y="13"/>
                    </a:cubicBezTo>
                    <a:cubicBezTo>
                      <a:pt x="84" y="23"/>
                      <a:pt x="78" y="28"/>
                      <a:pt x="80" y="41"/>
                    </a:cubicBezTo>
                    <a:cubicBezTo>
                      <a:pt x="73" y="43"/>
                      <a:pt x="64" y="43"/>
                      <a:pt x="62" y="43"/>
                    </a:cubicBezTo>
                    <a:cubicBezTo>
                      <a:pt x="60" y="43"/>
                      <a:pt x="48" y="45"/>
                      <a:pt x="48" y="41"/>
                    </a:cubicBezTo>
                    <a:cubicBezTo>
                      <a:pt x="48" y="39"/>
                      <a:pt x="50" y="37"/>
                      <a:pt x="51" y="36"/>
                    </a:cubicBezTo>
                    <a:cubicBezTo>
                      <a:pt x="51" y="35"/>
                      <a:pt x="51" y="33"/>
                      <a:pt x="51" y="32"/>
                    </a:cubicBezTo>
                    <a:cubicBezTo>
                      <a:pt x="51" y="28"/>
                      <a:pt x="60" y="28"/>
                      <a:pt x="62" y="25"/>
                    </a:cubicBezTo>
                    <a:cubicBezTo>
                      <a:pt x="61" y="24"/>
                      <a:pt x="59" y="24"/>
                      <a:pt x="57" y="24"/>
                    </a:cubicBezTo>
                    <a:cubicBezTo>
                      <a:pt x="49" y="24"/>
                      <a:pt x="34" y="28"/>
                      <a:pt x="25" y="28"/>
                    </a:cubicBezTo>
                    <a:cubicBezTo>
                      <a:pt x="22" y="28"/>
                      <a:pt x="20" y="26"/>
                      <a:pt x="20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7" y="20"/>
                      <a:pt x="4" y="17"/>
                      <a:pt x="1" y="14"/>
                    </a:cubicBezTo>
                    <a:cubicBezTo>
                      <a:pt x="1" y="6"/>
                      <a:pt x="1" y="6"/>
                      <a:pt x="1" y="6"/>
                    </a:cubicBezTo>
                    <a:lnTo>
                      <a:pt x="4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6" name="Freeform 65">
                <a:extLst>
                  <a:ext uri="{FF2B5EF4-FFF2-40B4-BE49-F238E27FC236}">
                    <a16:creationId xmlns:a16="http://schemas.microsoft.com/office/drawing/2014/main" id="{B66205F7-3F9D-42C6-873B-B36389AACFAC}"/>
                  </a:ext>
                </a:extLst>
              </p:cNvPr>
              <p:cNvSpPr/>
              <p:nvPr/>
            </p:nvSpPr>
            <p:spPr bwMode="auto">
              <a:xfrm>
                <a:off x="2720975" y="1462088"/>
                <a:ext cx="65088" cy="38100"/>
              </a:xfrm>
              <a:custGeom>
                <a:avLst/>
                <a:gdLst/>
                <a:ahLst/>
                <a:cxnLst>
                  <a:cxn ang="0">
                    <a:pos x="38" y="29"/>
                  </a:cxn>
                  <a:cxn ang="0">
                    <a:pos x="0" y="16"/>
                  </a:cxn>
                  <a:cxn ang="0">
                    <a:pos x="9" y="14"/>
                  </a:cxn>
                  <a:cxn ang="0">
                    <a:pos x="22" y="0"/>
                  </a:cxn>
                  <a:cxn ang="0">
                    <a:pos x="49" y="22"/>
                  </a:cxn>
                  <a:cxn ang="0">
                    <a:pos x="38" y="29"/>
                  </a:cxn>
                </a:cxnLst>
                <a:rect l="0" t="0" r="r" b="b"/>
                <a:pathLst>
                  <a:path w="49" h="29">
                    <a:moveTo>
                      <a:pt x="38" y="29"/>
                    </a:moveTo>
                    <a:cubicBezTo>
                      <a:pt x="32" y="29"/>
                      <a:pt x="0" y="17"/>
                      <a:pt x="0" y="16"/>
                    </a:cubicBezTo>
                    <a:cubicBezTo>
                      <a:pt x="0" y="12"/>
                      <a:pt x="8" y="14"/>
                      <a:pt x="9" y="14"/>
                    </a:cubicBezTo>
                    <a:cubicBezTo>
                      <a:pt x="15" y="12"/>
                      <a:pt x="13" y="0"/>
                      <a:pt x="22" y="0"/>
                    </a:cubicBezTo>
                    <a:cubicBezTo>
                      <a:pt x="28" y="0"/>
                      <a:pt x="46" y="16"/>
                      <a:pt x="49" y="22"/>
                    </a:cubicBezTo>
                    <a:cubicBezTo>
                      <a:pt x="45" y="25"/>
                      <a:pt x="43" y="29"/>
                      <a:pt x="38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7" name="Freeform 66">
                <a:extLst>
                  <a:ext uri="{FF2B5EF4-FFF2-40B4-BE49-F238E27FC236}">
                    <a16:creationId xmlns:a16="http://schemas.microsoft.com/office/drawing/2014/main" id="{78375AD8-F624-4699-B2C0-57CC180580D3}"/>
                  </a:ext>
                </a:extLst>
              </p:cNvPr>
              <p:cNvSpPr/>
              <p:nvPr/>
            </p:nvSpPr>
            <p:spPr bwMode="auto">
              <a:xfrm>
                <a:off x="2784475" y="1323975"/>
                <a:ext cx="85725" cy="69850"/>
              </a:xfrm>
              <a:custGeom>
                <a:avLst/>
                <a:gdLst/>
                <a:ahLst/>
                <a:cxnLst>
                  <a:cxn ang="0">
                    <a:pos x="65" y="11"/>
                  </a:cxn>
                  <a:cxn ang="0">
                    <a:pos x="57" y="18"/>
                  </a:cxn>
                  <a:cxn ang="0">
                    <a:pos x="32" y="35"/>
                  </a:cxn>
                  <a:cxn ang="0">
                    <a:pos x="20" y="38"/>
                  </a:cxn>
                  <a:cxn ang="0">
                    <a:pos x="25" y="38"/>
                  </a:cxn>
                  <a:cxn ang="0">
                    <a:pos x="15" y="53"/>
                  </a:cxn>
                  <a:cxn ang="0">
                    <a:pos x="6" y="53"/>
                  </a:cxn>
                  <a:cxn ang="0">
                    <a:pos x="7" y="40"/>
                  </a:cxn>
                  <a:cxn ang="0">
                    <a:pos x="0" y="19"/>
                  </a:cxn>
                  <a:cxn ang="0">
                    <a:pos x="0" y="11"/>
                  </a:cxn>
                  <a:cxn ang="0">
                    <a:pos x="10" y="11"/>
                  </a:cxn>
                  <a:cxn ang="0">
                    <a:pos x="10" y="7"/>
                  </a:cxn>
                  <a:cxn ang="0">
                    <a:pos x="22" y="0"/>
                  </a:cxn>
                  <a:cxn ang="0">
                    <a:pos x="65" y="5"/>
                  </a:cxn>
                  <a:cxn ang="0">
                    <a:pos x="65" y="11"/>
                  </a:cxn>
                </a:cxnLst>
                <a:rect l="0" t="0" r="r" b="b"/>
                <a:pathLst>
                  <a:path w="65" h="53">
                    <a:moveTo>
                      <a:pt x="65" y="11"/>
                    </a:moveTo>
                    <a:cubicBezTo>
                      <a:pt x="65" y="12"/>
                      <a:pt x="57" y="18"/>
                      <a:pt x="57" y="18"/>
                    </a:cubicBezTo>
                    <a:cubicBezTo>
                      <a:pt x="51" y="26"/>
                      <a:pt x="45" y="35"/>
                      <a:pt x="32" y="35"/>
                    </a:cubicBezTo>
                    <a:cubicBezTo>
                      <a:pt x="22" y="35"/>
                      <a:pt x="22" y="30"/>
                      <a:pt x="20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4" y="46"/>
                      <a:pt x="21" y="48"/>
                      <a:pt x="15" y="53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6" y="47"/>
                      <a:pt x="6" y="42"/>
                      <a:pt x="7" y="40"/>
                    </a:cubicBezTo>
                    <a:cubicBezTo>
                      <a:pt x="0" y="33"/>
                      <a:pt x="3" y="27"/>
                      <a:pt x="0" y="1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11"/>
                      <a:pt x="8" y="11"/>
                      <a:pt x="10" y="11"/>
                    </a:cubicBezTo>
                    <a:cubicBezTo>
                      <a:pt x="9" y="11"/>
                      <a:pt x="10" y="8"/>
                      <a:pt x="10" y="7"/>
                    </a:cubicBezTo>
                    <a:cubicBezTo>
                      <a:pt x="10" y="6"/>
                      <a:pt x="13" y="0"/>
                      <a:pt x="22" y="0"/>
                    </a:cubicBezTo>
                    <a:cubicBezTo>
                      <a:pt x="37" y="0"/>
                      <a:pt x="49" y="5"/>
                      <a:pt x="65" y="5"/>
                    </a:cubicBezTo>
                    <a:cubicBezTo>
                      <a:pt x="65" y="8"/>
                      <a:pt x="65" y="9"/>
                      <a:pt x="6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8" name="Freeform 67">
                <a:extLst>
                  <a:ext uri="{FF2B5EF4-FFF2-40B4-BE49-F238E27FC236}">
                    <a16:creationId xmlns:a16="http://schemas.microsoft.com/office/drawing/2014/main" id="{1430CAF2-75F2-4F66-A981-EB18A8039298}"/>
                  </a:ext>
                </a:extLst>
              </p:cNvPr>
              <p:cNvSpPr/>
              <p:nvPr/>
            </p:nvSpPr>
            <p:spPr bwMode="auto">
              <a:xfrm>
                <a:off x="2608263" y="1198563"/>
                <a:ext cx="28575" cy="23813"/>
              </a:xfrm>
              <a:custGeom>
                <a:avLst/>
                <a:gdLst/>
                <a:ahLst/>
                <a:cxnLst>
                  <a:cxn ang="0">
                    <a:pos x="21" y="12"/>
                  </a:cxn>
                  <a:cxn ang="0">
                    <a:pos x="15" y="18"/>
                  </a:cxn>
                  <a:cxn ang="0">
                    <a:pos x="0" y="0"/>
                  </a:cxn>
                  <a:cxn ang="0">
                    <a:pos x="21" y="12"/>
                  </a:cxn>
                </a:cxnLst>
                <a:rect l="0" t="0" r="r" b="b"/>
                <a:pathLst>
                  <a:path w="21" h="18">
                    <a:moveTo>
                      <a:pt x="21" y="12"/>
                    </a:moveTo>
                    <a:cubicBezTo>
                      <a:pt x="21" y="16"/>
                      <a:pt x="18" y="18"/>
                      <a:pt x="15" y="18"/>
                    </a:cubicBezTo>
                    <a:cubicBezTo>
                      <a:pt x="10" y="18"/>
                      <a:pt x="0" y="6"/>
                      <a:pt x="0" y="0"/>
                    </a:cubicBezTo>
                    <a:cubicBezTo>
                      <a:pt x="11" y="0"/>
                      <a:pt x="12" y="9"/>
                      <a:pt x="21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39" name="Freeform 68">
                <a:extLst>
                  <a:ext uri="{FF2B5EF4-FFF2-40B4-BE49-F238E27FC236}">
                    <a16:creationId xmlns:a16="http://schemas.microsoft.com/office/drawing/2014/main" id="{A7CED7F4-2FD8-4571-86B7-F2C03881B880}"/>
                  </a:ext>
                </a:extLst>
              </p:cNvPr>
              <p:cNvSpPr/>
              <p:nvPr/>
            </p:nvSpPr>
            <p:spPr bwMode="auto">
              <a:xfrm>
                <a:off x="2625725" y="1277938"/>
                <a:ext cx="19050" cy="1587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5" y="6"/>
                  </a:cxn>
                  <a:cxn ang="0">
                    <a:pos x="9" y="12"/>
                  </a:cxn>
                  <a:cxn ang="0">
                    <a:pos x="0" y="12"/>
                  </a:cxn>
                  <a:cxn ang="0">
                    <a:pos x="12" y="0"/>
                  </a:cxn>
                </a:cxnLst>
                <a:rect l="0" t="0" r="r" b="b"/>
                <a:pathLst>
                  <a:path w="15" h="12">
                    <a:moveTo>
                      <a:pt x="12" y="0"/>
                    </a:moveTo>
                    <a:cubicBezTo>
                      <a:pt x="13" y="2"/>
                      <a:pt x="15" y="3"/>
                      <a:pt x="15" y="6"/>
                    </a:cubicBezTo>
                    <a:cubicBezTo>
                      <a:pt x="15" y="12"/>
                      <a:pt x="11" y="12"/>
                      <a:pt x="9" y="12"/>
                    </a:cubicBezTo>
                    <a:cubicBezTo>
                      <a:pt x="4" y="12"/>
                      <a:pt x="3" y="11"/>
                      <a:pt x="0" y="12"/>
                    </a:cubicBezTo>
                    <a:cubicBezTo>
                      <a:pt x="2" y="4"/>
                      <a:pt x="6" y="2"/>
                      <a:pt x="1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0" name="Freeform 69">
                <a:extLst>
                  <a:ext uri="{FF2B5EF4-FFF2-40B4-BE49-F238E27FC236}">
                    <a16:creationId xmlns:a16="http://schemas.microsoft.com/office/drawing/2014/main" id="{605534DA-4392-461E-A9E7-4E71D8C0F52D}"/>
                  </a:ext>
                </a:extLst>
              </p:cNvPr>
              <p:cNvSpPr/>
              <p:nvPr/>
            </p:nvSpPr>
            <p:spPr bwMode="auto">
              <a:xfrm>
                <a:off x="2614613" y="1139825"/>
                <a:ext cx="109538" cy="57150"/>
              </a:xfrm>
              <a:custGeom>
                <a:avLst/>
                <a:gdLst/>
                <a:ahLst/>
                <a:cxnLst>
                  <a:cxn ang="0">
                    <a:pos x="54" y="32"/>
                  </a:cxn>
                  <a:cxn ang="0">
                    <a:pos x="33" y="30"/>
                  </a:cxn>
                  <a:cxn ang="0">
                    <a:pos x="19" y="29"/>
                  </a:cxn>
                  <a:cxn ang="0">
                    <a:pos x="7" y="25"/>
                  </a:cxn>
                  <a:cxn ang="0">
                    <a:pos x="20" y="20"/>
                  </a:cxn>
                  <a:cxn ang="0">
                    <a:pos x="20" y="15"/>
                  </a:cxn>
                  <a:cxn ang="0">
                    <a:pos x="5" y="15"/>
                  </a:cxn>
                  <a:cxn ang="0">
                    <a:pos x="8" y="10"/>
                  </a:cxn>
                  <a:cxn ang="0">
                    <a:pos x="0" y="3"/>
                  </a:cxn>
                  <a:cxn ang="0">
                    <a:pos x="14" y="0"/>
                  </a:cxn>
                  <a:cxn ang="0">
                    <a:pos x="31" y="8"/>
                  </a:cxn>
                  <a:cxn ang="0">
                    <a:pos x="40" y="4"/>
                  </a:cxn>
                  <a:cxn ang="0">
                    <a:pos x="53" y="15"/>
                  </a:cxn>
                  <a:cxn ang="0">
                    <a:pos x="60" y="11"/>
                  </a:cxn>
                  <a:cxn ang="0">
                    <a:pos x="73" y="21"/>
                  </a:cxn>
                  <a:cxn ang="0">
                    <a:pos x="70" y="26"/>
                  </a:cxn>
                  <a:cxn ang="0">
                    <a:pos x="82" y="37"/>
                  </a:cxn>
                  <a:cxn ang="0">
                    <a:pos x="74" y="43"/>
                  </a:cxn>
                  <a:cxn ang="0">
                    <a:pos x="54" y="32"/>
                  </a:cxn>
                </a:cxnLst>
                <a:rect l="0" t="0" r="r" b="b"/>
                <a:pathLst>
                  <a:path w="82" h="43">
                    <a:moveTo>
                      <a:pt x="54" y="32"/>
                    </a:moveTo>
                    <a:cubicBezTo>
                      <a:pt x="46" y="32"/>
                      <a:pt x="41" y="29"/>
                      <a:pt x="33" y="30"/>
                    </a:cubicBezTo>
                    <a:cubicBezTo>
                      <a:pt x="31" y="26"/>
                      <a:pt x="25" y="29"/>
                      <a:pt x="19" y="29"/>
                    </a:cubicBezTo>
                    <a:cubicBezTo>
                      <a:pt x="13" y="29"/>
                      <a:pt x="11" y="29"/>
                      <a:pt x="7" y="25"/>
                    </a:cubicBezTo>
                    <a:cubicBezTo>
                      <a:pt x="11" y="21"/>
                      <a:pt x="15" y="22"/>
                      <a:pt x="20" y="20"/>
                    </a:cubicBezTo>
                    <a:cubicBezTo>
                      <a:pt x="19" y="18"/>
                      <a:pt x="19" y="16"/>
                      <a:pt x="20" y="15"/>
                    </a:cubicBezTo>
                    <a:cubicBezTo>
                      <a:pt x="10" y="15"/>
                      <a:pt x="8" y="17"/>
                      <a:pt x="5" y="15"/>
                    </a:cubicBezTo>
                    <a:cubicBezTo>
                      <a:pt x="6" y="14"/>
                      <a:pt x="7" y="12"/>
                      <a:pt x="8" y="10"/>
                    </a:cubicBezTo>
                    <a:cubicBezTo>
                      <a:pt x="2" y="10"/>
                      <a:pt x="0" y="9"/>
                      <a:pt x="0" y="3"/>
                    </a:cubicBezTo>
                    <a:cubicBezTo>
                      <a:pt x="6" y="3"/>
                      <a:pt x="9" y="0"/>
                      <a:pt x="14" y="0"/>
                    </a:cubicBezTo>
                    <a:cubicBezTo>
                      <a:pt x="24" y="0"/>
                      <a:pt x="26" y="8"/>
                      <a:pt x="31" y="8"/>
                    </a:cubicBezTo>
                    <a:cubicBezTo>
                      <a:pt x="35" y="8"/>
                      <a:pt x="36" y="4"/>
                      <a:pt x="40" y="4"/>
                    </a:cubicBezTo>
                    <a:cubicBezTo>
                      <a:pt x="49" y="4"/>
                      <a:pt x="48" y="15"/>
                      <a:pt x="53" y="15"/>
                    </a:cubicBezTo>
                    <a:cubicBezTo>
                      <a:pt x="56" y="15"/>
                      <a:pt x="57" y="11"/>
                      <a:pt x="60" y="11"/>
                    </a:cubicBezTo>
                    <a:cubicBezTo>
                      <a:pt x="66" y="11"/>
                      <a:pt x="71" y="19"/>
                      <a:pt x="73" y="21"/>
                    </a:cubicBezTo>
                    <a:cubicBezTo>
                      <a:pt x="72" y="22"/>
                      <a:pt x="70" y="24"/>
                      <a:pt x="70" y="26"/>
                    </a:cubicBezTo>
                    <a:cubicBezTo>
                      <a:pt x="73" y="29"/>
                      <a:pt x="82" y="33"/>
                      <a:pt x="82" y="37"/>
                    </a:cubicBezTo>
                    <a:cubicBezTo>
                      <a:pt x="82" y="42"/>
                      <a:pt x="77" y="43"/>
                      <a:pt x="74" y="43"/>
                    </a:cubicBezTo>
                    <a:cubicBezTo>
                      <a:pt x="63" y="43"/>
                      <a:pt x="64" y="32"/>
                      <a:pt x="54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1" name="Freeform 70">
                <a:extLst>
                  <a:ext uri="{FF2B5EF4-FFF2-40B4-BE49-F238E27FC236}">
                    <a16:creationId xmlns:a16="http://schemas.microsoft.com/office/drawing/2014/main" id="{29F07E9C-08B2-4073-96B2-5EA50F77B1D6}"/>
                  </a:ext>
                </a:extLst>
              </p:cNvPr>
              <p:cNvSpPr/>
              <p:nvPr/>
            </p:nvSpPr>
            <p:spPr bwMode="auto">
              <a:xfrm>
                <a:off x="2657475" y="1189038"/>
                <a:ext cx="30163" cy="9525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12" y="0"/>
                  </a:cxn>
                  <a:cxn ang="0">
                    <a:pos x="23" y="4"/>
                  </a:cxn>
                  <a:cxn ang="0">
                    <a:pos x="8" y="7"/>
                  </a:cxn>
                </a:cxnLst>
                <a:rect l="0" t="0" r="r" b="b"/>
                <a:pathLst>
                  <a:path w="23" h="7">
                    <a:moveTo>
                      <a:pt x="8" y="7"/>
                    </a:moveTo>
                    <a:cubicBezTo>
                      <a:pt x="0" y="7"/>
                      <a:pt x="11" y="0"/>
                      <a:pt x="12" y="0"/>
                    </a:cubicBezTo>
                    <a:cubicBezTo>
                      <a:pt x="17" y="0"/>
                      <a:pt x="19" y="3"/>
                      <a:pt x="23" y="4"/>
                    </a:cubicBezTo>
                    <a:cubicBezTo>
                      <a:pt x="20" y="7"/>
                      <a:pt x="15" y="7"/>
                      <a:pt x="8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2" name="Freeform 71">
                <a:extLst>
                  <a:ext uri="{FF2B5EF4-FFF2-40B4-BE49-F238E27FC236}">
                    <a16:creationId xmlns:a16="http://schemas.microsoft.com/office/drawing/2014/main" id="{D6072C77-1CB4-49B9-9373-7D45F261E29A}"/>
                  </a:ext>
                </a:extLst>
              </p:cNvPr>
              <p:cNvSpPr/>
              <p:nvPr/>
            </p:nvSpPr>
            <p:spPr bwMode="auto">
              <a:xfrm>
                <a:off x="2765425" y="1223963"/>
                <a:ext cx="287338" cy="90488"/>
              </a:xfrm>
              <a:custGeom>
                <a:avLst/>
                <a:gdLst/>
                <a:ahLst/>
                <a:cxnLst>
                  <a:cxn ang="0">
                    <a:pos x="215" y="45"/>
                  </a:cxn>
                  <a:cxn ang="0">
                    <a:pos x="210" y="51"/>
                  </a:cxn>
                  <a:cxn ang="0">
                    <a:pos x="216" y="52"/>
                  </a:cxn>
                  <a:cxn ang="0">
                    <a:pos x="179" y="67"/>
                  </a:cxn>
                  <a:cxn ang="0">
                    <a:pos x="170" y="60"/>
                  </a:cxn>
                  <a:cxn ang="0">
                    <a:pos x="159" y="66"/>
                  </a:cxn>
                  <a:cxn ang="0">
                    <a:pos x="124" y="66"/>
                  </a:cxn>
                  <a:cxn ang="0">
                    <a:pos x="102" y="60"/>
                  </a:cxn>
                  <a:cxn ang="0">
                    <a:pos x="97" y="60"/>
                  </a:cxn>
                  <a:cxn ang="0">
                    <a:pos x="84" y="67"/>
                  </a:cxn>
                  <a:cxn ang="0">
                    <a:pos x="53" y="47"/>
                  </a:cxn>
                  <a:cxn ang="0">
                    <a:pos x="58" y="40"/>
                  </a:cxn>
                  <a:cxn ang="0">
                    <a:pos x="40" y="18"/>
                  </a:cxn>
                  <a:cxn ang="0">
                    <a:pos x="32" y="22"/>
                  </a:cxn>
                  <a:cxn ang="0">
                    <a:pos x="0" y="7"/>
                  </a:cxn>
                  <a:cxn ang="0">
                    <a:pos x="13" y="0"/>
                  </a:cxn>
                  <a:cxn ang="0">
                    <a:pos x="51" y="15"/>
                  </a:cxn>
                  <a:cxn ang="0">
                    <a:pos x="60" y="12"/>
                  </a:cxn>
                  <a:cxn ang="0">
                    <a:pos x="68" y="12"/>
                  </a:cxn>
                  <a:cxn ang="0">
                    <a:pos x="89" y="25"/>
                  </a:cxn>
                  <a:cxn ang="0">
                    <a:pos x="71" y="25"/>
                  </a:cxn>
                  <a:cxn ang="0">
                    <a:pos x="91" y="35"/>
                  </a:cxn>
                  <a:cxn ang="0">
                    <a:pos x="88" y="38"/>
                  </a:cxn>
                  <a:cxn ang="0">
                    <a:pos x="95" y="40"/>
                  </a:cxn>
                  <a:cxn ang="0">
                    <a:pos x="125" y="45"/>
                  </a:cxn>
                  <a:cxn ang="0">
                    <a:pos x="181" y="34"/>
                  </a:cxn>
                  <a:cxn ang="0">
                    <a:pos x="216" y="46"/>
                  </a:cxn>
                  <a:cxn ang="0">
                    <a:pos x="211" y="47"/>
                  </a:cxn>
                  <a:cxn ang="0">
                    <a:pos x="215" y="45"/>
                  </a:cxn>
                </a:cxnLst>
                <a:rect l="0" t="0" r="r" b="b"/>
                <a:pathLst>
                  <a:path w="216" h="68">
                    <a:moveTo>
                      <a:pt x="215" y="45"/>
                    </a:moveTo>
                    <a:cubicBezTo>
                      <a:pt x="213" y="46"/>
                      <a:pt x="211" y="48"/>
                      <a:pt x="210" y="51"/>
                    </a:cubicBezTo>
                    <a:cubicBezTo>
                      <a:pt x="213" y="52"/>
                      <a:pt x="216" y="52"/>
                      <a:pt x="216" y="52"/>
                    </a:cubicBezTo>
                    <a:cubicBezTo>
                      <a:pt x="215" y="67"/>
                      <a:pt x="195" y="67"/>
                      <a:pt x="179" y="67"/>
                    </a:cubicBezTo>
                    <a:cubicBezTo>
                      <a:pt x="174" y="67"/>
                      <a:pt x="171" y="64"/>
                      <a:pt x="170" y="60"/>
                    </a:cubicBezTo>
                    <a:cubicBezTo>
                      <a:pt x="164" y="61"/>
                      <a:pt x="163" y="64"/>
                      <a:pt x="159" y="66"/>
                    </a:cubicBezTo>
                    <a:cubicBezTo>
                      <a:pt x="124" y="66"/>
                      <a:pt x="124" y="66"/>
                      <a:pt x="124" y="66"/>
                    </a:cubicBezTo>
                    <a:cubicBezTo>
                      <a:pt x="115" y="68"/>
                      <a:pt x="101" y="67"/>
                      <a:pt x="102" y="60"/>
                    </a:cubicBezTo>
                    <a:cubicBezTo>
                      <a:pt x="97" y="60"/>
                      <a:pt x="97" y="60"/>
                      <a:pt x="97" y="60"/>
                    </a:cubicBezTo>
                    <a:cubicBezTo>
                      <a:pt x="95" y="62"/>
                      <a:pt x="88" y="67"/>
                      <a:pt x="84" y="67"/>
                    </a:cubicBezTo>
                    <a:cubicBezTo>
                      <a:pt x="75" y="67"/>
                      <a:pt x="53" y="56"/>
                      <a:pt x="53" y="47"/>
                    </a:cubicBezTo>
                    <a:cubicBezTo>
                      <a:pt x="53" y="44"/>
                      <a:pt x="56" y="41"/>
                      <a:pt x="58" y="40"/>
                    </a:cubicBezTo>
                    <a:cubicBezTo>
                      <a:pt x="50" y="32"/>
                      <a:pt x="48" y="25"/>
                      <a:pt x="40" y="18"/>
                    </a:cubicBezTo>
                    <a:cubicBezTo>
                      <a:pt x="38" y="20"/>
                      <a:pt x="35" y="22"/>
                      <a:pt x="32" y="22"/>
                    </a:cubicBezTo>
                    <a:cubicBezTo>
                      <a:pt x="27" y="22"/>
                      <a:pt x="0" y="11"/>
                      <a:pt x="0" y="7"/>
                    </a:cubicBezTo>
                    <a:cubicBezTo>
                      <a:pt x="0" y="0"/>
                      <a:pt x="8" y="0"/>
                      <a:pt x="13" y="0"/>
                    </a:cubicBezTo>
                    <a:cubicBezTo>
                      <a:pt x="33" y="0"/>
                      <a:pt x="36" y="15"/>
                      <a:pt x="51" y="15"/>
                    </a:cubicBezTo>
                    <a:cubicBezTo>
                      <a:pt x="56" y="15"/>
                      <a:pt x="58" y="15"/>
                      <a:pt x="60" y="12"/>
                    </a:cubicBezTo>
                    <a:cubicBezTo>
                      <a:pt x="63" y="12"/>
                      <a:pt x="68" y="12"/>
                      <a:pt x="68" y="12"/>
                    </a:cubicBezTo>
                    <a:cubicBezTo>
                      <a:pt x="65" y="22"/>
                      <a:pt x="85" y="19"/>
                      <a:pt x="89" y="25"/>
                    </a:cubicBezTo>
                    <a:cubicBezTo>
                      <a:pt x="71" y="25"/>
                      <a:pt x="71" y="25"/>
                      <a:pt x="71" y="25"/>
                    </a:cubicBezTo>
                    <a:cubicBezTo>
                      <a:pt x="74" y="37"/>
                      <a:pt x="85" y="30"/>
                      <a:pt x="91" y="35"/>
                    </a:cubicBezTo>
                    <a:cubicBezTo>
                      <a:pt x="90" y="36"/>
                      <a:pt x="88" y="36"/>
                      <a:pt x="88" y="38"/>
                    </a:cubicBezTo>
                    <a:cubicBezTo>
                      <a:pt x="88" y="44"/>
                      <a:pt x="93" y="41"/>
                      <a:pt x="95" y="40"/>
                    </a:cubicBezTo>
                    <a:cubicBezTo>
                      <a:pt x="106" y="42"/>
                      <a:pt x="114" y="45"/>
                      <a:pt x="125" y="45"/>
                    </a:cubicBezTo>
                    <a:cubicBezTo>
                      <a:pt x="150" y="45"/>
                      <a:pt x="158" y="34"/>
                      <a:pt x="181" y="34"/>
                    </a:cubicBezTo>
                    <a:cubicBezTo>
                      <a:pt x="198" y="34"/>
                      <a:pt x="210" y="35"/>
                      <a:pt x="216" y="46"/>
                    </a:cubicBezTo>
                    <a:cubicBezTo>
                      <a:pt x="215" y="47"/>
                      <a:pt x="213" y="47"/>
                      <a:pt x="211" y="47"/>
                    </a:cubicBezTo>
                    <a:lnTo>
                      <a:pt x="215" y="45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3" name="Freeform 72">
                <a:extLst>
                  <a:ext uri="{FF2B5EF4-FFF2-40B4-BE49-F238E27FC236}">
                    <a16:creationId xmlns:a16="http://schemas.microsoft.com/office/drawing/2014/main" id="{21B965AC-B46C-4D49-9D55-2E66760302FF}"/>
                  </a:ext>
                </a:extLst>
              </p:cNvPr>
              <p:cNvSpPr/>
              <p:nvPr/>
            </p:nvSpPr>
            <p:spPr bwMode="auto">
              <a:xfrm>
                <a:off x="2768600" y="1271588"/>
                <a:ext cx="49213" cy="38100"/>
              </a:xfrm>
              <a:custGeom>
                <a:avLst/>
                <a:gdLst/>
                <a:ahLst/>
                <a:cxnLst>
                  <a:cxn ang="0">
                    <a:pos x="6" y="10"/>
                  </a:cxn>
                  <a:cxn ang="0">
                    <a:pos x="19" y="0"/>
                  </a:cxn>
                  <a:cxn ang="0">
                    <a:pos x="37" y="15"/>
                  </a:cxn>
                  <a:cxn ang="0">
                    <a:pos x="29" y="29"/>
                  </a:cxn>
                  <a:cxn ang="0">
                    <a:pos x="0" y="17"/>
                  </a:cxn>
                  <a:cxn ang="0">
                    <a:pos x="6" y="10"/>
                  </a:cxn>
                </a:cxnLst>
                <a:rect l="0" t="0" r="r" b="b"/>
                <a:pathLst>
                  <a:path w="37" h="29">
                    <a:moveTo>
                      <a:pt x="6" y="10"/>
                    </a:moveTo>
                    <a:cubicBezTo>
                      <a:pt x="10" y="10"/>
                      <a:pt x="9" y="0"/>
                      <a:pt x="19" y="0"/>
                    </a:cubicBezTo>
                    <a:cubicBezTo>
                      <a:pt x="27" y="0"/>
                      <a:pt x="37" y="9"/>
                      <a:pt x="37" y="15"/>
                    </a:cubicBezTo>
                    <a:cubicBezTo>
                      <a:pt x="37" y="22"/>
                      <a:pt x="35" y="29"/>
                      <a:pt x="29" y="29"/>
                    </a:cubicBezTo>
                    <a:cubicBezTo>
                      <a:pt x="25" y="29"/>
                      <a:pt x="0" y="17"/>
                      <a:pt x="0" y="17"/>
                    </a:cubicBezTo>
                    <a:cubicBezTo>
                      <a:pt x="0" y="13"/>
                      <a:pt x="5" y="10"/>
                      <a:pt x="6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4" name="Freeform 73">
                <a:extLst>
                  <a:ext uri="{FF2B5EF4-FFF2-40B4-BE49-F238E27FC236}">
                    <a16:creationId xmlns:a16="http://schemas.microsoft.com/office/drawing/2014/main" id="{E72CDE79-F918-4F65-BD20-50055C6C97CB}"/>
                  </a:ext>
                </a:extLst>
              </p:cNvPr>
              <p:cNvSpPr/>
              <p:nvPr/>
            </p:nvSpPr>
            <p:spPr bwMode="auto">
              <a:xfrm>
                <a:off x="2774950" y="1198563"/>
                <a:ext cx="46038" cy="12700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5" y="0"/>
                  </a:cxn>
                  <a:cxn ang="0">
                    <a:pos x="35" y="6"/>
                  </a:cxn>
                  <a:cxn ang="0">
                    <a:pos x="28" y="10"/>
                  </a:cxn>
                  <a:cxn ang="0">
                    <a:pos x="0" y="5"/>
                  </a:cxn>
                  <a:cxn ang="0">
                    <a:pos x="29" y="0"/>
                  </a:cxn>
                </a:cxnLst>
                <a:rect l="0" t="0" r="r" b="b"/>
                <a:pathLst>
                  <a:path w="35" h="10">
                    <a:moveTo>
                      <a:pt x="29" y="0"/>
                    </a:moveTo>
                    <a:cubicBezTo>
                      <a:pt x="34" y="0"/>
                      <a:pt x="30" y="1"/>
                      <a:pt x="35" y="0"/>
                    </a:cubicBezTo>
                    <a:cubicBezTo>
                      <a:pt x="35" y="3"/>
                      <a:pt x="35" y="5"/>
                      <a:pt x="35" y="6"/>
                    </a:cubicBezTo>
                    <a:cubicBezTo>
                      <a:pt x="35" y="8"/>
                      <a:pt x="32" y="10"/>
                      <a:pt x="28" y="10"/>
                    </a:cubicBezTo>
                    <a:cubicBezTo>
                      <a:pt x="26" y="10"/>
                      <a:pt x="0" y="5"/>
                      <a:pt x="0" y="5"/>
                    </a:cubicBezTo>
                    <a:cubicBezTo>
                      <a:pt x="5" y="1"/>
                      <a:pt x="21" y="0"/>
                      <a:pt x="29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5" name="Freeform 74">
                <a:extLst>
                  <a:ext uri="{FF2B5EF4-FFF2-40B4-BE49-F238E27FC236}">
                    <a16:creationId xmlns:a16="http://schemas.microsoft.com/office/drawing/2014/main" id="{8EBCACF8-CDBC-45CC-A7CE-A86B09FAA9A5}"/>
                  </a:ext>
                </a:extLst>
              </p:cNvPr>
              <p:cNvSpPr/>
              <p:nvPr/>
            </p:nvSpPr>
            <p:spPr bwMode="auto">
              <a:xfrm>
                <a:off x="2740025" y="1154113"/>
                <a:ext cx="53975" cy="44450"/>
              </a:xfrm>
              <a:custGeom>
                <a:avLst/>
                <a:gdLst/>
                <a:ahLst/>
                <a:cxnLst>
                  <a:cxn ang="0">
                    <a:pos x="10" y="28"/>
                  </a:cxn>
                  <a:cxn ang="0">
                    <a:pos x="14" y="23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5" y="7"/>
                  </a:cxn>
                  <a:cxn ang="0">
                    <a:pos x="41" y="17"/>
                  </a:cxn>
                  <a:cxn ang="0">
                    <a:pos x="41" y="28"/>
                  </a:cxn>
                  <a:cxn ang="0">
                    <a:pos x="10" y="28"/>
                  </a:cxn>
                </a:cxnLst>
                <a:rect l="0" t="0" r="r" b="b"/>
                <a:pathLst>
                  <a:path w="41" h="33">
                    <a:moveTo>
                      <a:pt x="10" y="28"/>
                    </a:moveTo>
                    <a:cubicBezTo>
                      <a:pt x="10" y="26"/>
                      <a:pt x="13" y="24"/>
                      <a:pt x="14" y="23"/>
                    </a:cubicBezTo>
                    <a:cubicBezTo>
                      <a:pt x="9" y="18"/>
                      <a:pt x="0" y="15"/>
                      <a:pt x="0" y="7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11" y="4"/>
                      <a:pt x="21" y="7"/>
                      <a:pt x="25" y="7"/>
                    </a:cubicBezTo>
                    <a:cubicBezTo>
                      <a:pt x="25" y="17"/>
                      <a:pt x="41" y="7"/>
                      <a:pt x="41" y="17"/>
                    </a:cubicBezTo>
                    <a:cubicBezTo>
                      <a:pt x="41" y="20"/>
                      <a:pt x="39" y="23"/>
                      <a:pt x="41" y="28"/>
                    </a:cubicBezTo>
                    <a:cubicBezTo>
                      <a:pt x="25" y="31"/>
                      <a:pt x="10" y="33"/>
                      <a:pt x="10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6" name="Freeform 75">
                <a:extLst>
                  <a:ext uri="{FF2B5EF4-FFF2-40B4-BE49-F238E27FC236}">
                    <a16:creationId xmlns:a16="http://schemas.microsoft.com/office/drawing/2014/main" id="{F91E23E6-64F3-4564-A857-6BBD4BD5E89C}"/>
                  </a:ext>
                </a:extLst>
              </p:cNvPr>
              <p:cNvSpPr/>
              <p:nvPr/>
            </p:nvSpPr>
            <p:spPr bwMode="auto">
              <a:xfrm>
                <a:off x="2719388" y="1114425"/>
                <a:ext cx="20638" cy="12700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9"/>
                  </a:cxn>
                  <a:cxn ang="0">
                    <a:pos x="8" y="9"/>
                  </a:cxn>
                  <a:cxn ang="0">
                    <a:pos x="0" y="0"/>
                  </a:cxn>
                  <a:cxn ang="0">
                    <a:pos x="16" y="0"/>
                  </a:cxn>
                </a:cxnLst>
                <a:rect l="0" t="0" r="r" b="b"/>
                <a:pathLst>
                  <a:path w="16" h="9">
                    <a:moveTo>
                      <a:pt x="16" y="0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7"/>
                      <a:pt x="0" y="6"/>
                      <a:pt x="0" y="0"/>
                    </a:cubicBezTo>
                    <a:cubicBezTo>
                      <a:pt x="6" y="0"/>
                      <a:pt x="13" y="0"/>
                      <a:pt x="16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7" name="Freeform 76">
                <a:extLst>
                  <a:ext uri="{FF2B5EF4-FFF2-40B4-BE49-F238E27FC236}">
                    <a16:creationId xmlns:a16="http://schemas.microsoft.com/office/drawing/2014/main" id="{EE36ACA2-FAF1-4174-9E37-B335A6C47EE0}"/>
                  </a:ext>
                </a:extLst>
              </p:cNvPr>
              <p:cNvSpPr/>
              <p:nvPr/>
            </p:nvSpPr>
            <p:spPr bwMode="auto">
              <a:xfrm>
                <a:off x="2776538" y="1062038"/>
                <a:ext cx="184150" cy="123825"/>
              </a:xfrm>
              <a:custGeom>
                <a:avLst/>
                <a:gdLst/>
                <a:ahLst/>
                <a:cxnLst>
                  <a:cxn ang="0">
                    <a:pos x="92" y="37"/>
                  </a:cxn>
                  <a:cxn ang="0">
                    <a:pos x="97" y="37"/>
                  </a:cxn>
                  <a:cxn ang="0">
                    <a:pos x="97" y="32"/>
                  </a:cxn>
                  <a:cxn ang="0">
                    <a:pos x="95" y="28"/>
                  </a:cxn>
                  <a:cxn ang="0">
                    <a:pos x="100" y="28"/>
                  </a:cxn>
                  <a:cxn ang="0">
                    <a:pos x="105" y="36"/>
                  </a:cxn>
                  <a:cxn ang="0">
                    <a:pos x="111" y="43"/>
                  </a:cxn>
                  <a:cxn ang="0">
                    <a:pos x="108" y="49"/>
                  </a:cxn>
                  <a:cxn ang="0">
                    <a:pos x="115" y="49"/>
                  </a:cxn>
                  <a:cxn ang="0">
                    <a:pos x="137" y="55"/>
                  </a:cxn>
                  <a:cxn ang="0">
                    <a:pos x="136" y="61"/>
                  </a:cxn>
                  <a:cxn ang="0">
                    <a:pos x="126" y="64"/>
                  </a:cxn>
                  <a:cxn ang="0">
                    <a:pos x="105" y="78"/>
                  </a:cxn>
                  <a:cxn ang="0">
                    <a:pos x="98" y="69"/>
                  </a:cxn>
                  <a:cxn ang="0">
                    <a:pos x="93" y="76"/>
                  </a:cxn>
                  <a:cxn ang="0">
                    <a:pos x="99" y="84"/>
                  </a:cxn>
                  <a:cxn ang="0">
                    <a:pos x="91" y="84"/>
                  </a:cxn>
                  <a:cxn ang="0">
                    <a:pos x="91" y="90"/>
                  </a:cxn>
                  <a:cxn ang="0">
                    <a:pos x="75" y="82"/>
                  </a:cxn>
                  <a:cxn ang="0">
                    <a:pos x="64" y="92"/>
                  </a:cxn>
                  <a:cxn ang="0">
                    <a:pos x="47" y="84"/>
                  </a:cxn>
                  <a:cxn ang="0">
                    <a:pos x="53" y="81"/>
                  </a:cxn>
                  <a:cxn ang="0">
                    <a:pos x="33" y="70"/>
                  </a:cxn>
                  <a:cxn ang="0">
                    <a:pos x="66" y="61"/>
                  </a:cxn>
                  <a:cxn ang="0">
                    <a:pos x="48" y="58"/>
                  </a:cxn>
                  <a:cxn ang="0">
                    <a:pos x="35" y="61"/>
                  </a:cxn>
                  <a:cxn ang="0">
                    <a:pos x="29" y="56"/>
                  </a:cxn>
                  <a:cxn ang="0">
                    <a:pos x="19" y="59"/>
                  </a:cxn>
                  <a:cxn ang="0">
                    <a:pos x="16" y="55"/>
                  </a:cxn>
                  <a:cxn ang="0">
                    <a:pos x="26" y="49"/>
                  </a:cxn>
                  <a:cxn ang="0">
                    <a:pos x="0" y="35"/>
                  </a:cxn>
                  <a:cxn ang="0">
                    <a:pos x="7" y="35"/>
                  </a:cxn>
                  <a:cxn ang="0">
                    <a:pos x="20" y="39"/>
                  </a:cxn>
                  <a:cxn ang="0">
                    <a:pos x="24" y="36"/>
                  </a:cxn>
                  <a:cxn ang="0">
                    <a:pos x="5" y="26"/>
                  </a:cxn>
                  <a:cxn ang="0">
                    <a:pos x="15" y="22"/>
                  </a:cxn>
                  <a:cxn ang="0">
                    <a:pos x="27" y="25"/>
                  </a:cxn>
                  <a:cxn ang="0">
                    <a:pos x="32" y="20"/>
                  </a:cxn>
                  <a:cxn ang="0">
                    <a:pos x="19" y="20"/>
                  </a:cxn>
                  <a:cxn ang="0">
                    <a:pos x="14" y="13"/>
                  </a:cxn>
                  <a:cxn ang="0">
                    <a:pos x="30" y="9"/>
                  </a:cxn>
                  <a:cxn ang="0">
                    <a:pos x="38" y="9"/>
                  </a:cxn>
                  <a:cxn ang="0">
                    <a:pos x="25" y="0"/>
                  </a:cxn>
                  <a:cxn ang="0">
                    <a:pos x="53" y="5"/>
                  </a:cxn>
                  <a:cxn ang="0">
                    <a:pos x="67" y="24"/>
                  </a:cxn>
                  <a:cxn ang="0">
                    <a:pos x="84" y="25"/>
                  </a:cxn>
                  <a:cxn ang="0">
                    <a:pos x="92" y="37"/>
                  </a:cxn>
                </a:cxnLst>
                <a:rect l="0" t="0" r="r" b="b"/>
                <a:pathLst>
                  <a:path w="138" h="92">
                    <a:moveTo>
                      <a:pt x="92" y="37"/>
                    </a:moveTo>
                    <a:cubicBezTo>
                      <a:pt x="97" y="37"/>
                      <a:pt x="97" y="37"/>
                      <a:pt x="97" y="37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7" y="28"/>
                      <a:pt x="98" y="28"/>
                      <a:pt x="100" y="28"/>
                    </a:cubicBezTo>
                    <a:cubicBezTo>
                      <a:pt x="106" y="28"/>
                      <a:pt x="105" y="31"/>
                      <a:pt x="105" y="36"/>
                    </a:cubicBezTo>
                    <a:cubicBezTo>
                      <a:pt x="105" y="39"/>
                      <a:pt x="111" y="39"/>
                      <a:pt x="111" y="43"/>
                    </a:cubicBezTo>
                    <a:cubicBezTo>
                      <a:pt x="111" y="46"/>
                      <a:pt x="108" y="46"/>
                      <a:pt x="108" y="49"/>
                    </a:cubicBezTo>
                    <a:cubicBezTo>
                      <a:pt x="108" y="53"/>
                      <a:pt x="114" y="49"/>
                      <a:pt x="115" y="49"/>
                    </a:cubicBezTo>
                    <a:cubicBezTo>
                      <a:pt x="120" y="49"/>
                      <a:pt x="131" y="54"/>
                      <a:pt x="137" y="55"/>
                    </a:cubicBezTo>
                    <a:cubicBezTo>
                      <a:pt x="137" y="58"/>
                      <a:pt x="138" y="60"/>
                      <a:pt x="136" y="61"/>
                    </a:cubicBezTo>
                    <a:cubicBezTo>
                      <a:pt x="135" y="64"/>
                      <a:pt x="130" y="63"/>
                      <a:pt x="126" y="64"/>
                    </a:cubicBezTo>
                    <a:cubicBezTo>
                      <a:pt x="117" y="65"/>
                      <a:pt x="111" y="78"/>
                      <a:pt x="105" y="78"/>
                    </a:cubicBezTo>
                    <a:cubicBezTo>
                      <a:pt x="100" y="78"/>
                      <a:pt x="100" y="74"/>
                      <a:pt x="98" y="69"/>
                    </a:cubicBezTo>
                    <a:cubicBezTo>
                      <a:pt x="96" y="71"/>
                      <a:pt x="95" y="73"/>
                      <a:pt x="93" y="76"/>
                    </a:cubicBezTo>
                    <a:cubicBezTo>
                      <a:pt x="96" y="80"/>
                      <a:pt x="97" y="81"/>
                      <a:pt x="99" y="84"/>
                    </a:cubicBezTo>
                    <a:cubicBezTo>
                      <a:pt x="91" y="84"/>
                      <a:pt x="91" y="84"/>
                      <a:pt x="91" y="84"/>
                    </a:cubicBezTo>
                    <a:cubicBezTo>
                      <a:pt x="91" y="90"/>
                      <a:pt x="91" y="90"/>
                      <a:pt x="91" y="90"/>
                    </a:cubicBezTo>
                    <a:cubicBezTo>
                      <a:pt x="87" y="91"/>
                      <a:pt x="79" y="85"/>
                      <a:pt x="75" y="82"/>
                    </a:cubicBezTo>
                    <a:cubicBezTo>
                      <a:pt x="75" y="90"/>
                      <a:pt x="71" y="92"/>
                      <a:pt x="64" y="92"/>
                    </a:cubicBezTo>
                    <a:cubicBezTo>
                      <a:pt x="57" y="92"/>
                      <a:pt x="48" y="91"/>
                      <a:pt x="47" y="84"/>
                    </a:cubicBezTo>
                    <a:cubicBezTo>
                      <a:pt x="50" y="84"/>
                      <a:pt x="51" y="83"/>
                      <a:pt x="53" y="81"/>
                    </a:cubicBezTo>
                    <a:cubicBezTo>
                      <a:pt x="45" y="81"/>
                      <a:pt x="33" y="77"/>
                      <a:pt x="33" y="70"/>
                    </a:cubicBezTo>
                    <a:cubicBezTo>
                      <a:pt x="33" y="62"/>
                      <a:pt x="60" y="63"/>
                      <a:pt x="66" y="61"/>
                    </a:cubicBezTo>
                    <a:cubicBezTo>
                      <a:pt x="60" y="60"/>
                      <a:pt x="55" y="58"/>
                      <a:pt x="48" y="58"/>
                    </a:cubicBezTo>
                    <a:cubicBezTo>
                      <a:pt x="41" y="58"/>
                      <a:pt x="40" y="61"/>
                      <a:pt x="35" y="61"/>
                    </a:cubicBezTo>
                    <a:cubicBezTo>
                      <a:pt x="30" y="61"/>
                      <a:pt x="30" y="58"/>
                      <a:pt x="29" y="56"/>
                    </a:cubicBezTo>
                    <a:cubicBezTo>
                      <a:pt x="24" y="58"/>
                      <a:pt x="23" y="59"/>
                      <a:pt x="19" y="59"/>
                    </a:cubicBezTo>
                    <a:cubicBezTo>
                      <a:pt x="16" y="59"/>
                      <a:pt x="16" y="58"/>
                      <a:pt x="16" y="55"/>
                    </a:cubicBezTo>
                    <a:cubicBezTo>
                      <a:pt x="20" y="53"/>
                      <a:pt x="23" y="53"/>
                      <a:pt x="26" y="49"/>
                    </a:cubicBezTo>
                    <a:cubicBezTo>
                      <a:pt x="11" y="49"/>
                      <a:pt x="2" y="48"/>
                      <a:pt x="0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9" y="37"/>
                      <a:pt x="16" y="39"/>
                      <a:pt x="20" y="39"/>
                    </a:cubicBezTo>
                    <a:cubicBezTo>
                      <a:pt x="22" y="39"/>
                      <a:pt x="24" y="36"/>
                      <a:pt x="24" y="36"/>
                    </a:cubicBezTo>
                    <a:cubicBezTo>
                      <a:pt x="19" y="34"/>
                      <a:pt x="5" y="31"/>
                      <a:pt x="5" y="26"/>
                    </a:cubicBezTo>
                    <a:cubicBezTo>
                      <a:pt x="5" y="21"/>
                      <a:pt x="11" y="22"/>
                      <a:pt x="15" y="22"/>
                    </a:cubicBezTo>
                    <a:cubicBezTo>
                      <a:pt x="21" y="22"/>
                      <a:pt x="23" y="25"/>
                      <a:pt x="27" y="25"/>
                    </a:cubicBezTo>
                    <a:cubicBezTo>
                      <a:pt x="30" y="25"/>
                      <a:pt x="30" y="22"/>
                      <a:pt x="32" y="20"/>
                    </a:cubicBezTo>
                    <a:cubicBezTo>
                      <a:pt x="27" y="18"/>
                      <a:pt x="22" y="20"/>
                      <a:pt x="19" y="20"/>
                    </a:cubicBezTo>
                    <a:cubicBezTo>
                      <a:pt x="18" y="20"/>
                      <a:pt x="14" y="14"/>
                      <a:pt x="14" y="13"/>
                    </a:cubicBezTo>
                    <a:cubicBezTo>
                      <a:pt x="19" y="10"/>
                      <a:pt x="23" y="8"/>
                      <a:pt x="30" y="9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3" y="7"/>
                      <a:pt x="25" y="6"/>
                      <a:pt x="25" y="0"/>
                    </a:cubicBezTo>
                    <a:cubicBezTo>
                      <a:pt x="36" y="1"/>
                      <a:pt x="45" y="2"/>
                      <a:pt x="53" y="5"/>
                    </a:cubicBezTo>
                    <a:cubicBezTo>
                      <a:pt x="61" y="9"/>
                      <a:pt x="60" y="21"/>
                      <a:pt x="67" y="24"/>
                    </a:cubicBezTo>
                    <a:cubicBezTo>
                      <a:pt x="73" y="27"/>
                      <a:pt x="78" y="22"/>
                      <a:pt x="84" y="25"/>
                    </a:cubicBezTo>
                    <a:cubicBezTo>
                      <a:pt x="91" y="28"/>
                      <a:pt x="88" y="33"/>
                      <a:pt x="92" y="3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8" name="Freeform 77">
                <a:extLst>
                  <a:ext uri="{FF2B5EF4-FFF2-40B4-BE49-F238E27FC236}">
                    <a16:creationId xmlns:a16="http://schemas.microsoft.com/office/drawing/2014/main" id="{28EBBCA3-6649-482E-8055-1A3384025FBB}"/>
                  </a:ext>
                </a:extLst>
              </p:cNvPr>
              <p:cNvSpPr/>
              <p:nvPr/>
            </p:nvSpPr>
            <p:spPr bwMode="auto">
              <a:xfrm>
                <a:off x="2925763" y="1574800"/>
                <a:ext cx="117475" cy="74613"/>
              </a:xfrm>
              <a:custGeom>
                <a:avLst/>
                <a:gdLst/>
                <a:ahLst/>
                <a:cxnLst>
                  <a:cxn ang="0">
                    <a:pos x="6" y="39"/>
                  </a:cxn>
                  <a:cxn ang="0">
                    <a:pos x="11" y="33"/>
                  </a:cxn>
                  <a:cxn ang="0">
                    <a:pos x="11" y="27"/>
                  </a:cxn>
                  <a:cxn ang="0">
                    <a:pos x="25" y="0"/>
                  </a:cxn>
                  <a:cxn ang="0">
                    <a:pos x="32" y="13"/>
                  </a:cxn>
                  <a:cxn ang="0">
                    <a:pos x="36" y="9"/>
                  </a:cxn>
                  <a:cxn ang="0">
                    <a:pos x="67" y="27"/>
                  </a:cxn>
                  <a:cxn ang="0">
                    <a:pos x="70" y="35"/>
                  </a:cxn>
                  <a:cxn ang="0">
                    <a:pos x="89" y="43"/>
                  </a:cxn>
                  <a:cxn ang="0">
                    <a:pos x="75" y="48"/>
                  </a:cxn>
                  <a:cxn ang="0">
                    <a:pos x="63" y="48"/>
                  </a:cxn>
                  <a:cxn ang="0">
                    <a:pos x="46" y="37"/>
                  </a:cxn>
                  <a:cxn ang="0">
                    <a:pos x="25" y="53"/>
                  </a:cxn>
                  <a:cxn ang="0">
                    <a:pos x="22" y="57"/>
                  </a:cxn>
                  <a:cxn ang="0">
                    <a:pos x="19" y="48"/>
                  </a:cxn>
                  <a:cxn ang="0">
                    <a:pos x="0" y="48"/>
                  </a:cxn>
                  <a:cxn ang="0">
                    <a:pos x="6" y="39"/>
                  </a:cxn>
                </a:cxnLst>
                <a:rect l="0" t="0" r="r" b="b"/>
                <a:pathLst>
                  <a:path w="89" h="57">
                    <a:moveTo>
                      <a:pt x="6" y="39"/>
                    </a:moveTo>
                    <a:cubicBezTo>
                      <a:pt x="9" y="37"/>
                      <a:pt x="11" y="36"/>
                      <a:pt x="11" y="33"/>
                    </a:cubicBezTo>
                    <a:cubicBezTo>
                      <a:pt x="11" y="29"/>
                      <a:pt x="11" y="31"/>
                      <a:pt x="11" y="27"/>
                    </a:cubicBezTo>
                    <a:cubicBezTo>
                      <a:pt x="11" y="19"/>
                      <a:pt x="13" y="2"/>
                      <a:pt x="25" y="0"/>
                    </a:cubicBezTo>
                    <a:cubicBezTo>
                      <a:pt x="28" y="7"/>
                      <a:pt x="30" y="8"/>
                      <a:pt x="32" y="13"/>
                    </a:cubicBezTo>
                    <a:cubicBezTo>
                      <a:pt x="33" y="11"/>
                      <a:pt x="35" y="10"/>
                      <a:pt x="36" y="9"/>
                    </a:cubicBezTo>
                    <a:cubicBezTo>
                      <a:pt x="45" y="21"/>
                      <a:pt x="59" y="16"/>
                      <a:pt x="67" y="27"/>
                    </a:cubicBezTo>
                    <a:cubicBezTo>
                      <a:pt x="69" y="30"/>
                      <a:pt x="68" y="33"/>
                      <a:pt x="70" y="35"/>
                    </a:cubicBezTo>
                    <a:cubicBezTo>
                      <a:pt x="77" y="40"/>
                      <a:pt x="85" y="38"/>
                      <a:pt x="89" y="43"/>
                    </a:cubicBezTo>
                    <a:cubicBezTo>
                      <a:pt x="84" y="46"/>
                      <a:pt x="80" y="48"/>
                      <a:pt x="75" y="48"/>
                    </a:cubicBezTo>
                    <a:cubicBezTo>
                      <a:pt x="69" y="48"/>
                      <a:pt x="67" y="48"/>
                      <a:pt x="63" y="48"/>
                    </a:cubicBezTo>
                    <a:cubicBezTo>
                      <a:pt x="63" y="48"/>
                      <a:pt x="49" y="38"/>
                      <a:pt x="46" y="37"/>
                    </a:cubicBezTo>
                    <a:cubicBezTo>
                      <a:pt x="46" y="47"/>
                      <a:pt x="31" y="56"/>
                      <a:pt x="25" y="53"/>
                    </a:cubicBezTo>
                    <a:cubicBezTo>
                      <a:pt x="24" y="55"/>
                      <a:pt x="24" y="57"/>
                      <a:pt x="22" y="57"/>
                    </a:cubicBezTo>
                    <a:cubicBezTo>
                      <a:pt x="16" y="57"/>
                      <a:pt x="18" y="52"/>
                      <a:pt x="19" y="48"/>
                    </a:cubicBezTo>
                    <a:cubicBezTo>
                      <a:pt x="12" y="46"/>
                      <a:pt x="3" y="48"/>
                      <a:pt x="0" y="48"/>
                    </a:cubicBezTo>
                    <a:cubicBezTo>
                      <a:pt x="0" y="40"/>
                      <a:pt x="5" y="41"/>
                      <a:pt x="6" y="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49" name="Freeform 78">
                <a:extLst>
                  <a:ext uri="{FF2B5EF4-FFF2-40B4-BE49-F238E27FC236}">
                    <a16:creationId xmlns:a16="http://schemas.microsoft.com/office/drawing/2014/main" id="{5487983F-49E0-4A62-995D-A6685ACED74B}"/>
                  </a:ext>
                </a:extLst>
              </p:cNvPr>
              <p:cNvSpPr/>
              <p:nvPr/>
            </p:nvSpPr>
            <p:spPr bwMode="auto">
              <a:xfrm>
                <a:off x="3094038" y="1500188"/>
                <a:ext cx="36513" cy="36513"/>
              </a:xfrm>
              <a:custGeom>
                <a:avLst/>
                <a:gdLst/>
                <a:ahLst/>
                <a:cxnLst>
                  <a:cxn ang="0">
                    <a:pos x="27" y="18"/>
                  </a:cxn>
                  <a:cxn ang="0">
                    <a:pos x="11" y="28"/>
                  </a:cxn>
                  <a:cxn ang="0">
                    <a:pos x="0" y="18"/>
                  </a:cxn>
                  <a:cxn ang="0">
                    <a:pos x="27" y="18"/>
                  </a:cxn>
                </a:cxnLst>
                <a:rect l="0" t="0" r="r" b="b"/>
                <a:pathLst>
                  <a:path w="27" h="28">
                    <a:moveTo>
                      <a:pt x="27" y="18"/>
                    </a:moveTo>
                    <a:cubicBezTo>
                      <a:pt x="27" y="24"/>
                      <a:pt x="16" y="28"/>
                      <a:pt x="11" y="28"/>
                    </a:cubicBezTo>
                    <a:cubicBezTo>
                      <a:pt x="4" y="28"/>
                      <a:pt x="0" y="23"/>
                      <a:pt x="0" y="18"/>
                    </a:cubicBezTo>
                    <a:cubicBezTo>
                      <a:pt x="0" y="0"/>
                      <a:pt x="27" y="3"/>
                      <a:pt x="27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0" name="Freeform 79">
                <a:extLst>
                  <a:ext uri="{FF2B5EF4-FFF2-40B4-BE49-F238E27FC236}">
                    <a16:creationId xmlns:a16="http://schemas.microsoft.com/office/drawing/2014/main" id="{987E3EE9-B296-429F-8749-03FD1844B2E2}"/>
                  </a:ext>
                </a:extLst>
              </p:cNvPr>
              <p:cNvSpPr/>
              <p:nvPr/>
            </p:nvSpPr>
            <p:spPr bwMode="auto">
              <a:xfrm>
                <a:off x="2984500" y="1652588"/>
                <a:ext cx="30163" cy="23813"/>
              </a:xfrm>
              <a:custGeom>
                <a:avLst/>
                <a:gdLst/>
                <a:ahLst/>
                <a:cxnLst>
                  <a:cxn ang="0">
                    <a:pos x="10" y="1"/>
                  </a:cxn>
                  <a:cxn ang="0">
                    <a:pos x="22" y="3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10" y="1"/>
                  </a:cxn>
                </a:cxnLst>
                <a:rect l="0" t="0" r="r" b="b"/>
                <a:pathLst>
                  <a:path w="22" h="18">
                    <a:moveTo>
                      <a:pt x="10" y="1"/>
                    </a:moveTo>
                    <a:cubicBezTo>
                      <a:pt x="19" y="0"/>
                      <a:pt x="17" y="0"/>
                      <a:pt x="22" y="3"/>
                    </a:cubicBezTo>
                    <a:cubicBezTo>
                      <a:pt x="18" y="8"/>
                      <a:pt x="7" y="17"/>
                      <a:pt x="0" y="1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4" y="7"/>
                      <a:pt x="9" y="4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1" name="Freeform 80">
                <a:extLst>
                  <a:ext uri="{FF2B5EF4-FFF2-40B4-BE49-F238E27FC236}">
                    <a16:creationId xmlns:a16="http://schemas.microsoft.com/office/drawing/2014/main" id="{7A71583E-9AF5-47AC-B68A-AE5B7D8E8E0D}"/>
                  </a:ext>
                </a:extLst>
              </p:cNvPr>
              <p:cNvSpPr/>
              <p:nvPr/>
            </p:nvSpPr>
            <p:spPr bwMode="auto">
              <a:xfrm>
                <a:off x="3032125" y="1336675"/>
                <a:ext cx="79375" cy="33338"/>
              </a:xfrm>
              <a:custGeom>
                <a:avLst/>
                <a:gdLst/>
                <a:ahLst/>
                <a:cxnLst>
                  <a:cxn ang="0">
                    <a:pos x="22" y="25"/>
                  </a:cxn>
                  <a:cxn ang="0">
                    <a:pos x="9" y="16"/>
                  </a:cxn>
                  <a:cxn ang="0">
                    <a:pos x="0" y="6"/>
                  </a:cxn>
                  <a:cxn ang="0">
                    <a:pos x="8" y="0"/>
                  </a:cxn>
                  <a:cxn ang="0">
                    <a:pos x="30" y="3"/>
                  </a:cxn>
                  <a:cxn ang="0">
                    <a:pos x="60" y="17"/>
                  </a:cxn>
                  <a:cxn ang="0">
                    <a:pos x="52" y="24"/>
                  </a:cxn>
                  <a:cxn ang="0">
                    <a:pos x="39" y="21"/>
                  </a:cxn>
                  <a:cxn ang="0">
                    <a:pos x="22" y="25"/>
                  </a:cxn>
                </a:cxnLst>
                <a:rect l="0" t="0" r="r" b="b"/>
                <a:pathLst>
                  <a:path w="60" h="25">
                    <a:moveTo>
                      <a:pt x="22" y="25"/>
                    </a:moveTo>
                    <a:cubicBezTo>
                      <a:pt x="14" y="25"/>
                      <a:pt x="6" y="23"/>
                      <a:pt x="9" y="16"/>
                    </a:cubicBezTo>
                    <a:cubicBezTo>
                      <a:pt x="5" y="13"/>
                      <a:pt x="0" y="11"/>
                      <a:pt x="0" y="6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8" y="0"/>
                      <a:pt x="21" y="3"/>
                      <a:pt x="30" y="3"/>
                    </a:cubicBezTo>
                    <a:cubicBezTo>
                      <a:pt x="42" y="3"/>
                      <a:pt x="52" y="13"/>
                      <a:pt x="60" y="17"/>
                    </a:cubicBezTo>
                    <a:cubicBezTo>
                      <a:pt x="59" y="21"/>
                      <a:pt x="56" y="24"/>
                      <a:pt x="52" y="24"/>
                    </a:cubicBezTo>
                    <a:cubicBezTo>
                      <a:pt x="46" y="24"/>
                      <a:pt x="44" y="21"/>
                      <a:pt x="39" y="21"/>
                    </a:cubicBezTo>
                    <a:cubicBezTo>
                      <a:pt x="34" y="21"/>
                      <a:pt x="30" y="25"/>
                      <a:pt x="22" y="2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2" name="Freeform 81">
                <a:extLst>
                  <a:ext uri="{FF2B5EF4-FFF2-40B4-BE49-F238E27FC236}">
                    <a16:creationId xmlns:a16="http://schemas.microsoft.com/office/drawing/2014/main" id="{756F4FFA-D1B7-4767-BC8F-53BA9BB0F740}"/>
                  </a:ext>
                </a:extLst>
              </p:cNvPr>
              <p:cNvSpPr/>
              <p:nvPr/>
            </p:nvSpPr>
            <p:spPr bwMode="auto">
              <a:xfrm>
                <a:off x="3040063" y="1666875"/>
                <a:ext cx="17463" cy="20638"/>
              </a:xfrm>
              <a:custGeom>
                <a:avLst/>
                <a:gdLst/>
                <a:ahLst/>
                <a:cxnLst>
                  <a:cxn ang="0">
                    <a:pos x="14" y="6"/>
                  </a:cxn>
                  <a:cxn ang="0">
                    <a:pos x="6" y="15"/>
                  </a:cxn>
                  <a:cxn ang="0">
                    <a:pos x="0" y="9"/>
                  </a:cxn>
                  <a:cxn ang="0">
                    <a:pos x="14" y="6"/>
                  </a:cxn>
                </a:cxnLst>
                <a:rect l="0" t="0" r="r" b="b"/>
                <a:pathLst>
                  <a:path w="14" h="15">
                    <a:moveTo>
                      <a:pt x="14" y="6"/>
                    </a:moveTo>
                    <a:cubicBezTo>
                      <a:pt x="12" y="9"/>
                      <a:pt x="11" y="15"/>
                      <a:pt x="6" y="15"/>
                    </a:cubicBezTo>
                    <a:cubicBezTo>
                      <a:pt x="5" y="15"/>
                      <a:pt x="0" y="9"/>
                      <a:pt x="0" y="9"/>
                    </a:cubicBezTo>
                    <a:cubicBezTo>
                      <a:pt x="0" y="1"/>
                      <a:pt x="10" y="0"/>
                      <a:pt x="14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3" name="Freeform 82">
                <a:extLst>
                  <a:ext uri="{FF2B5EF4-FFF2-40B4-BE49-F238E27FC236}">
                    <a16:creationId xmlns:a16="http://schemas.microsoft.com/office/drawing/2014/main" id="{ACA55D61-DDC2-4F9E-882E-3E33DA138C83}"/>
                  </a:ext>
                </a:extLst>
              </p:cNvPr>
              <p:cNvSpPr/>
              <p:nvPr/>
            </p:nvSpPr>
            <p:spPr bwMode="auto">
              <a:xfrm>
                <a:off x="3136900" y="1509713"/>
                <a:ext cx="19050" cy="11113"/>
              </a:xfrm>
              <a:custGeom>
                <a:avLst/>
                <a:gdLst/>
                <a:ahLst/>
                <a:cxnLst>
                  <a:cxn ang="0">
                    <a:pos x="5" y="8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4" y="7"/>
                  </a:cxn>
                  <a:cxn ang="0">
                    <a:pos x="5" y="8"/>
                  </a:cxn>
                </a:cxnLst>
                <a:rect l="0" t="0" r="r" b="b"/>
                <a:pathLst>
                  <a:path w="14" h="8">
                    <a:moveTo>
                      <a:pt x="5" y="8"/>
                    </a:moveTo>
                    <a:cubicBezTo>
                      <a:pt x="2" y="8"/>
                      <a:pt x="0" y="7"/>
                      <a:pt x="0" y="4"/>
                    </a:cubicBezTo>
                    <a:cubicBezTo>
                      <a:pt x="0" y="3"/>
                      <a:pt x="4" y="0"/>
                      <a:pt x="5" y="0"/>
                    </a:cubicBezTo>
                    <a:cubicBezTo>
                      <a:pt x="9" y="0"/>
                      <a:pt x="13" y="5"/>
                      <a:pt x="14" y="7"/>
                    </a:cubicBezTo>
                    <a:cubicBezTo>
                      <a:pt x="8" y="8"/>
                      <a:pt x="10" y="8"/>
                      <a:pt x="5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4" name="Freeform 83">
                <a:extLst>
                  <a:ext uri="{FF2B5EF4-FFF2-40B4-BE49-F238E27FC236}">
                    <a16:creationId xmlns:a16="http://schemas.microsoft.com/office/drawing/2014/main" id="{7517D876-8FED-41C8-8A85-582C37CE1A4A}"/>
                  </a:ext>
                </a:extLst>
              </p:cNvPr>
              <p:cNvSpPr/>
              <p:nvPr/>
            </p:nvSpPr>
            <p:spPr bwMode="auto">
              <a:xfrm>
                <a:off x="3052763" y="1476375"/>
                <a:ext cx="20638" cy="12700"/>
              </a:xfrm>
              <a:custGeom>
                <a:avLst/>
                <a:gdLst/>
                <a:ahLst/>
                <a:cxnLst>
                  <a:cxn ang="0">
                    <a:pos x="5" y="10"/>
                  </a:cxn>
                  <a:cxn ang="0">
                    <a:pos x="15" y="0"/>
                  </a:cxn>
                  <a:cxn ang="0">
                    <a:pos x="5" y="10"/>
                  </a:cxn>
                </a:cxnLst>
                <a:rect l="0" t="0" r="r" b="b"/>
                <a:pathLst>
                  <a:path w="15" h="10">
                    <a:moveTo>
                      <a:pt x="5" y="10"/>
                    </a:moveTo>
                    <a:cubicBezTo>
                      <a:pt x="0" y="10"/>
                      <a:pt x="10" y="0"/>
                      <a:pt x="15" y="0"/>
                    </a:cubicBezTo>
                    <a:cubicBezTo>
                      <a:pt x="14" y="6"/>
                      <a:pt x="10" y="10"/>
                      <a:pt x="5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5" name="Freeform 84">
                <a:extLst>
                  <a:ext uri="{FF2B5EF4-FFF2-40B4-BE49-F238E27FC236}">
                    <a16:creationId xmlns:a16="http://schemas.microsoft.com/office/drawing/2014/main" id="{AABE08F5-D1DC-4B66-92C1-14BBA738F549}"/>
                  </a:ext>
                </a:extLst>
              </p:cNvPr>
              <p:cNvSpPr/>
              <p:nvPr/>
            </p:nvSpPr>
            <p:spPr bwMode="auto">
              <a:xfrm>
                <a:off x="2876550" y="1335088"/>
                <a:ext cx="482600" cy="347663"/>
              </a:xfrm>
              <a:custGeom>
                <a:avLst/>
                <a:gdLst/>
                <a:ahLst/>
                <a:cxnLst>
                  <a:cxn ang="0">
                    <a:pos x="333" y="196"/>
                  </a:cxn>
                  <a:cxn ang="0">
                    <a:pos x="281" y="171"/>
                  </a:cxn>
                  <a:cxn ang="0">
                    <a:pos x="289" y="177"/>
                  </a:cxn>
                  <a:cxn ang="0">
                    <a:pos x="283" y="184"/>
                  </a:cxn>
                  <a:cxn ang="0">
                    <a:pos x="298" y="201"/>
                  </a:cxn>
                  <a:cxn ang="0">
                    <a:pos x="318" y="206"/>
                  </a:cxn>
                  <a:cxn ang="0">
                    <a:pos x="326" y="225"/>
                  </a:cxn>
                  <a:cxn ang="0">
                    <a:pos x="278" y="225"/>
                  </a:cxn>
                  <a:cxn ang="0">
                    <a:pos x="304" y="256"/>
                  </a:cxn>
                  <a:cxn ang="0">
                    <a:pos x="295" y="256"/>
                  </a:cxn>
                  <a:cxn ang="0">
                    <a:pos x="233" y="226"/>
                  </a:cxn>
                  <a:cxn ang="0">
                    <a:pos x="190" y="210"/>
                  </a:cxn>
                  <a:cxn ang="0">
                    <a:pos x="169" y="214"/>
                  </a:cxn>
                  <a:cxn ang="0">
                    <a:pos x="168" y="189"/>
                  </a:cxn>
                  <a:cxn ang="0">
                    <a:pos x="207" y="183"/>
                  </a:cxn>
                  <a:cxn ang="0">
                    <a:pos x="210" y="167"/>
                  </a:cxn>
                  <a:cxn ang="0">
                    <a:pos x="186" y="115"/>
                  </a:cxn>
                  <a:cxn ang="0">
                    <a:pos x="168" y="115"/>
                  </a:cxn>
                  <a:cxn ang="0">
                    <a:pos x="146" y="85"/>
                  </a:cxn>
                  <a:cxn ang="0">
                    <a:pos x="122" y="91"/>
                  </a:cxn>
                  <a:cxn ang="0">
                    <a:pos x="41" y="82"/>
                  </a:cxn>
                  <a:cxn ang="0">
                    <a:pos x="11" y="69"/>
                  </a:cxn>
                  <a:cxn ang="0">
                    <a:pos x="30" y="65"/>
                  </a:cxn>
                  <a:cxn ang="0">
                    <a:pos x="0" y="48"/>
                  </a:cxn>
                  <a:cxn ang="0">
                    <a:pos x="11" y="16"/>
                  </a:cxn>
                  <a:cxn ang="0">
                    <a:pos x="61" y="4"/>
                  </a:cxn>
                  <a:cxn ang="0">
                    <a:pos x="46" y="32"/>
                  </a:cxn>
                  <a:cxn ang="0">
                    <a:pos x="50" y="47"/>
                  </a:cxn>
                  <a:cxn ang="0">
                    <a:pos x="55" y="26"/>
                  </a:cxn>
                  <a:cxn ang="0">
                    <a:pos x="120" y="29"/>
                  </a:cxn>
                  <a:cxn ang="0">
                    <a:pos x="128" y="34"/>
                  </a:cxn>
                  <a:cxn ang="0">
                    <a:pos x="156" y="27"/>
                  </a:cxn>
                  <a:cxn ang="0">
                    <a:pos x="217" y="56"/>
                  </a:cxn>
                  <a:cxn ang="0">
                    <a:pos x="242" y="65"/>
                  </a:cxn>
                  <a:cxn ang="0">
                    <a:pos x="273" y="85"/>
                  </a:cxn>
                  <a:cxn ang="0">
                    <a:pos x="293" y="95"/>
                  </a:cxn>
                  <a:cxn ang="0">
                    <a:pos x="291" y="102"/>
                  </a:cxn>
                  <a:cxn ang="0">
                    <a:pos x="283" y="116"/>
                  </a:cxn>
                  <a:cxn ang="0">
                    <a:pos x="317" y="135"/>
                  </a:cxn>
                  <a:cxn ang="0">
                    <a:pos x="342" y="153"/>
                  </a:cxn>
                  <a:cxn ang="0">
                    <a:pos x="362" y="165"/>
                  </a:cxn>
                  <a:cxn ang="0">
                    <a:pos x="349" y="178"/>
                  </a:cxn>
                </a:cxnLst>
                <a:rect l="0" t="0" r="r" b="b"/>
                <a:pathLst>
                  <a:path w="362" h="261">
                    <a:moveTo>
                      <a:pt x="339" y="184"/>
                    </a:moveTo>
                    <a:cubicBezTo>
                      <a:pt x="339" y="189"/>
                      <a:pt x="338" y="196"/>
                      <a:pt x="333" y="196"/>
                    </a:cubicBezTo>
                    <a:cubicBezTo>
                      <a:pt x="311" y="196"/>
                      <a:pt x="311" y="166"/>
                      <a:pt x="289" y="166"/>
                    </a:cubicBezTo>
                    <a:cubicBezTo>
                      <a:pt x="287" y="166"/>
                      <a:pt x="281" y="171"/>
                      <a:pt x="281" y="171"/>
                    </a:cubicBezTo>
                    <a:cubicBezTo>
                      <a:pt x="284" y="173"/>
                      <a:pt x="285" y="173"/>
                      <a:pt x="289" y="172"/>
                    </a:cubicBezTo>
                    <a:cubicBezTo>
                      <a:pt x="289" y="177"/>
                      <a:pt x="289" y="177"/>
                      <a:pt x="289" y="177"/>
                    </a:cubicBezTo>
                    <a:cubicBezTo>
                      <a:pt x="287" y="178"/>
                      <a:pt x="284" y="178"/>
                      <a:pt x="283" y="177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8" y="184"/>
                      <a:pt x="288" y="184"/>
                      <a:pt x="288" y="184"/>
                    </a:cubicBezTo>
                    <a:cubicBezTo>
                      <a:pt x="289" y="189"/>
                      <a:pt x="295" y="199"/>
                      <a:pt x="298" y="201"/>
                    </a:cubicBezTo>
                    <a:cubicBezTo>
                      <a:pt x="307" y="204"/>
                      <a:pt x="310" y="198"/>
                      <a:pt x="311" y="206"/>
                    </a:cubicBezTo>
                    <a:cubicBezTo>
                      <a:pt x="315" y="206"/>
                      <a:pt x="315" y="206"/>
                      <a:pt x="318" y="206"/>
                    </a:cubicBezTo>
                    <a:cubicBezTo>
                      <a:pt x="318" y="213"/>
                      <a:pt x="318" y="213"/>
                      <a:pt x="318" y="215"/>
                    </a:cubicBezTo>
                    <a:cubicBezTo>
                      <a:pt x="318" y="218"/>
                      <a:pt x="326" y="220"/>
                      <a:pt x="326" y="225"/>
                    </a:cubicBezTo>
                    <a:cubicBezTo>
                      <a:pt x="326" y="229"/>
                      <a:pt x="321" y="238"/>
                      <a:pt x="319" y="242"/>
                    </a:cubicBezTo>
                    <a:cubicBezTo>
                      <a:pt x="311" y="242"/>
                      <a:pt x="283" y="231"/>
                      <a:pt x="278" y="225"/>
                    </a:cubicBezTo>
                    <a:cubicBezTo>
                      <a:pt x="272" y="225"/>
                      <a:pt x="272" y="225"/>
                      <a:pt x="272" y="225"/>
                    </a:cubicBezTo>
                    <a:cubicBezTo>
                      <a:pt x="279" y="234"/>
                      <a:pt x="304" y="243"/>
                      <a:pt x="304" y="256"/>
                    </a:cubicBezTo>
                    <a:cubicBezTo>
                      <a:pt x="304" y="259"/>
                      <a:pt x="301" y="261"/>
                      <a:pt x="299" y="261"/>
                    </a:cubicBezTo>
                    <a:cubicBezTo>
                      <a:pt x="297" y="261"/>
                      <a:pt x="296" y="256"/>
                      <a:pt x="295" y="256"/>
                    </a:cubicBezTo>
                    <a:cubicBezTo>
                      <a:pt x="282" y="249"/>
                      <a:pt x="274" y="252"/>
                      <a:pt x="263" y="245"/>
                    </a:cubicBezTo>
                    <a:cubicBezTo>
                      <a:pt x="252" y="239"/>
                      <a:pt x="226" y="240"/>
                      <a:pt x="233" y="226"/>
                    </a:cubicBezTo>
                    <a:cubicBezTo>
                      <a:pt x="219" y="219"/>
                      <a:pt x="212" y="211"/>
                      <a:pt x="199" y="204"/>
                    </a:cubicBezTo>
                    <a:cubicBezTo>
                      <a:pt x="197" y="207"/>
                      <a:pt x="194" y="210"/>
                      <a:pt x="190" y="210"/>
                    </a:cubicBezTo>
                    <a:cubicBezTo>
                      <a:pt x="186" y="210"/>
                      <a:pt x="187" y="207"/>
                      <a:pt x="183" y="207"/>
                    </a:cubicBezTo>
                    <a:cubicBezTo>
                      <a:pt x="177" y="207"/>
                      <a:pt x="175" y="214"/>
                      <a:pt x="169" y="214"/>
                    </a:cubicBezTo>
                    <a:cubicBezTo>
                      <a:pt x="165" y="214"/>
                      <a:pt x="150" y="208"/>
                      <a:pt x="150" y="201"/>
                    </a:cubicBezTo>
                    <a:cubicBezTo>
                      <a:pt x="150" y="197"/>
                      <a:pt x="162" y="189"/>
                      <a:pt x="168" y="189"/>
                    </a:cubicBezTo>
                    <a:cubicBezTo>
                      <a:pt x="176" y="189"/>
                      <a:pt x="183" y="189"/>
                      <a:pt x="187" y="189"/>
                    </a:cubicBezTo>
                    <a:cubicBezTo>
                      <a:pt x="191" y="189"/>
                      <a:pt x="202" y="187"/>
                      <a:pt x="207" y="183"/>
                    </a:cubicBezTo>
                    <a:cubicBezTo>
                      <a:pt x="205" y="182"/>
                      <a:pt x="199" y="178"/>
                      <a:pt x="199" y="174"/>
                    </a:cubicBezTo>
                    <a:cubicBezTo>
                      <a:pt x="199" y="167"/>
                      <a:pt x="207" y="171"/>
                      <a:pt x="210" y="167"/>
                    </a:cubicBezTo>
                    <a:cubicBezTo>
                      <a:pt x="214" y="163"/>
                      <a:pt x="223" y="154"/>
                      <a:pt x="223" y="148"/>
                    </a:cubicBezTo>
                    <a:cubicBezTo>
                      <a:pt x="223" y="136"/>
                      <a:pt x="195" y="115"/>
                      <a:pt x="186" y="115"/>
                    </a:cubicBezTo>
                    <a:cubicBezTo>
                      <a:pt x="180" y="115"/>
                      <a:pt x="177" y="120"/>
                      <a:pt x="172" y="120"/>
                    </a:cubicBezTo>
                    <a:cubicBezTo>
                      <a:pt x="170" y="120"/>
                      <a:pt x="168" y="115"/>
                      <a:pt x="168" y="115"/>
                    </a:cubicBezTo>
                    <a:cubicBezTo>
                      <a:pt x="168" y="110"/>
                      <a:pt x="176" y="109"/>
                      <a:pt x="179" y="109"/>
                    </a:cubicBezTo>
                    <a:cubicBezTo>
                      <a:pt x="175" y="105"/>
                      <a:pt x="151" y="85"/>
                      <a:pt x="146" y="85"/>
                    </a:cubicBezTo>
                    <a:cubicBezTo>
                      <a:pt x="140" y="85"/>
                      <a:pt x="133" y="101"/>
                      <a:pt x="125" y="101"/>
                    </a:cubicBezTo>
                    <a:cubicBezTo>
                      <a:pt x="120" y="101"/>
                      <a:pt x="121" y="94"/>
                      <a:pt x="122" y="91"/>
                    </a:cubicBezTo>
                    <a:cubicBezTo>
                      <a:pt x="108" y="90"/>
                      <a:pt x="75" y="91"/>
                      <a:pt x="55" y="91"/>
                    </a:cubicBezTo>
                    <a:cubicBezTo>
                      <a:pt x="51" y="91"/>
                      <a:pt x="44" y="86"/>
                      <a:pt x="41" y="82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8" y="76"/>
                      <a:pt x="11" y="75"/>
                      <a:pt x="11" y="69"/>
                    </a:cubicBezTo>
                    <a:cubicBezTo>
                      <a:pt x="16" y="67"/>
                      <a:pt x="23" y="70"/>
                      <a:pt x="30" y="70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6" y="62"/>
                      <a:pt x="6" y="60"/>
                      <a:pt x="6" y="60"/>
                    </a:cubicBezTo>
                    <a:cubicBezTo>
                      <a:pt x="6" y="60"/>
                      <a:pt x="0" y="52"/>
                      <a:pt x="0" y="48"/>
                    </a:cubicBezTo>
                    <a:cubicBezTo>
                      <a:pt x="0" y="36"/>
                      <a:pt x="2" y="33"/>
                      <a:pt x="8" y="29"/>
                    </a:cubicBezTo>
                    <a:cubicBezTo>
                      <a:pt x="12" y="26"/>
                      <a:pt x="10" y="18"/>
                      <a:pt x="11" y="16"/>
                    </a:cubicBezTo>
                    <a:cubicBezTo>
                      <a:pt x="20" y="7"/>
                      <a:pt x="32" y="0"/>
                      <a:pt x="47" y="0"/>
                    </a:cubicBezTo>
                    <a:cubicBezTo>
                      <a:pt x="47" y="0"/>
                      <a:pt x="61" y="4"/>
                      <a:pt x="61" y="4"/>
                    </a:cubicBezTo>
                    <a:cubicBezTo>
                      <a:pt x="57" y="14"/>
                      <a:pt x="42" y="14"/>
                      <a:pt x="42" y="27"/>
                    </a:cubicBezTo>
                    <a:cubicBezTo>
                      <a:pt x="42" y="30"/>
                      <a:pt x="44" y="32"/>
                      <a:pt x="46" y="32"/>
                    </a:cubicBezTo>
                    <a:cubicBezTo>
                      <a:pt x="45" y="35"/>
                      <a:pt x="46" y="40"/>
                      <a:pt x="46" y="40"/>
                    </a:cubicBezTo>
                    <a:cubicBezTo>
                      <a:pt x="46" y="43"/>
                      <a:pt x="45" y="47"/>
                      <a:pt x="50" y="47"/>
                    </a:cubicBezTo>
                    <a:cubicBezTo>
                      <a:pt x="53" y="47"/>
                      <a:pt x="59" y="42"/>
                      <a:pt x="59" y="38"/>
                    </a:cubicBezTo>
                    <a:cubicBezTo>
                      <a:pt x="59" y="34"/>
                      <a:pt x="55" y="31"/>
                      <a:pt x="55" y="26"/>
                    </a:cubicBezTo>
                    <a:cubicBezTo>
                      <a:pt x="55" y="10"/>
                      <a:pt x="84" y="4"/>
                      <a:pt x="102" y="4"/>
                    </a:cubicBezTo>
                    <a:cubicBezTo>
                      <a:pt x="113" y="4"/>
                      <a:pt x="120" y="20"/>
                      <a:pt x="120" y="29"/>
                    </a:cubicBezTo>
                    <a:cubicBezTo>
                      <a:pt x="120" y="31"/>
                      <a:pt x="117" y="38"/>
                      <a:pt x="120" y="38"/>
                    </a:cubicBezTo>
                    <a:cubicBezTo>
                      <a:pt x="122" y="38"/>
                      <a:pt x="124" y="34"/>
                      <a:pt x="128" y="34"/>
                    </a:cubicBezTo>
                    <a:cubicBezTo>
                      <a:pt x="133" y="34"/>
                      <a:pt x="135" y="38"/>
                      <a:pt x="138" y="38"/>
                    </a:cubicBezTo>
                    <a:cubicBezTo>
                      <a:pt x="146" y="38"/>
                      <a:pt x="148" y="27"/>
                      <a:pt x="156" y="27"/>
                    </a:cubicBezTo>
                    <a:cubicBezTo>
                      <a:pt x="165" y="27"/>
                      <a:pt x="183" y="30"/>
                      <a:pt x="189" y="34"/>
                    </a:cubicBezTo>
                    <a:cubicBezTo>
                      <a:pt x="199" y="41"/>
                      <a:pt x="202" y="56"/>
                      <a:pt x="217" y="56"/>
                    </a:cubicBezTo>
                    <a:cubicBezTo>
                      <a:pt x="223" y="56"/>
                      <a:pt x="224" y="56"/>
                      <a:pt x="228" y="56"/>
                    </a:cubicBezTo>
                    <a:cubicBezTo>
                      <a:pt x="232" y="56"/>
                      <a:pt x="243" y="57"/>
                      <a:pt x="242" y="65"/>
                    </a:cubicBezTo>
                    <a:cubicBezTo>
                      <a:pt x="254" y="69"/>
                      <a:pt x="261" y="76"/>
                      <a:pt x="273" y="77"/>
                    </a:cubicBezTo>
                    <a:cubicBezTo>
                      <a:pt x="273" y="85"/>
                      <a:pt x="273" y="85"/>
                      <a:pt x="273" y="85"/>
                    </a:cubicBezTo>
                    <a:cubicBezTo>
                      <a:pt x="276" y="85"/>
                      <a:pt x="281" y="85"/>
                      <a:pt x="281" y="85"/>
                    </a:cubicBezTo>
                    <a:cubicBezTo>
                      <a:pt x="287" y="85"/>
                      <a:pt x="290" y="89"/>
                      <a:pt x="293" y="95"/>
                    </a:cubicBezTo>
                    <a:cubicBezTo>
                      <a:pt x="287" y="96"/>
                      <a:pt x="281" y="96"/>
                      <a:pt x="277" y="101"/>
                    </a:cubicBezTo>
                    <a:cubicBezTo>
                      <a:pt x="285" y="102"/>
                      <a:pt x="287" y="102"/>
                      <a:pt x="291" y="102"/>
                    </a:cubicBezTo>
                    <a:cubicBezTo>
                      <a:pt x="293" y="102"/>
                      <a:pt x="296" y="103"/>
                      <a:pt x="297" y="106"/>
                    </a:cubicBezTo>
                    <a:cubicBezTo>
                      <a:pt x="290" y="110"/>
                      <a:pt x="287" y="110"/>
                      <a:pt x="283" y="116"/>
                    </a:cubicBezTo>
                    <a:cubicBezTo>
                      <a:pt x="287" y="118"/>
                      <a:pt x="289" y="120"/>
                      <a:pt x="295" y="120"/>
                    </a:cubicBezTo>
                    <a:cubicBezTo>
                      <a:pt x="296" y="130"/>
                      <a:pt x="308" y="134"/>
                      <a:pt x="317" y="135"/>
                    </a:cubicBezTo>
                    <a:cubicBezTo>
                      <a:pt x="318" y="143"/>
                      <a:pt x="320" y="151"/>
                      <a:pt x="327" y="151"/>
                    </a:cubicBezTo>
                    <a:cubicBezTo>
                      <a:pt x="337" y="151"/>
                      <a:pt x="339" y="145"/>
                      <a:pt x="342" y="153"/>
                    </a:cubicBezTo>
                    <a:cubicBezTo>
                      <a:pt x="344" y="155"/>
                      <a:pt x="348" y="155"/>
                      <a:pt x="350" y="155"/>
                    </a:cubicBezTo>
                    <a:cubicBezTo>
                      <a:pt x="359" y="155"/>
                      <a:pt x="362" y="158"/>
                      <a:pt x="362" y="165"/>
                    </a:cubicBezTo>
                    <a:cubicBezTo>
                      <a:pt x="362" y="171"/>
                      <a:pt x="355" y="173"/>
                      <a:pt x="349" y="173"/>
                    </a:cubicBezTo>
                    <a:cubicBezTo>
                      <a:pt x="349" y="178"/>
                      <a:pt x="349" y="176"/>
                      <a:pt x="349" y="178"/>
                    </a:cubicBezTo>
                    <a:cubicBezTo>
                      <a:pt x="349" y="180"/>
                      <a:pt x="348" y="184"/>
                      <a:pt x="339" y="1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6" name="Freeform 85">
                <a:extLst>
                  <a:ext uri="{FF2B5EF4-FFF2-40B4-BE49-F238E27FC236}">
                    <a16:creationId xmlns:a16="http://schemas.microsoft.com/office/drawing/2014/main" id="{BCEE59E5-73F2-422A-AD6A-FBC9DBC37778}"/>
                  </a:ext>
                </a:extLst>
              </p:cNvPr>
              <p:cNvSpPr/>
              <p:nvPr/>
            </p:nvSpPr>
            <p:spPr bwMode="auto">
              <a:xfrm>
                <a:off x="3073400" y="1635125"/>
                <a:ext cx="14288" cy="12700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0" y="6"/>
                  </a:cxn>
                  <a:cxn ang="0">
                    <a:pos x="10" y="6"/>
                  </a:cxn>
                </a:cxnLst>
                <a:rect l="0" t="0" r="r" b="b"/>
                <a:pathLst>
                  <a:path w="10" h="9">
                    <a:moveTo>
                      <a:pt x="10" y="6"/>
                    </a:moveTo>
                    <a:cubicBezTo>
                      <a:pt x="6" y="9"/>
                      <a:pt x="5" y="9"/>
                      <a:pt x="0" y="6"/>
                    </a:cubicBezTo>
                    <a:cubicBezTo>
                      <a:pt x="5" y="0"/>
                      <a:pt x="5" y="3"/>
                      <a:pt x="10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7" name="Freeform 86">
                <a:extLst>
                  <a:ext uri="{FF2B5EF4-FFF2-40B4-BE49-F238E27FC236}">
                    <a16:creationId xmlns:a16="http://schemas.microsoft.com/office/drawing/2014/main" id="{466AC69A-A2E4-4424-9B99-A43BB5088456}"/>
                  </a:ext>
                </a:extLst>
              </p:cNvPr>
              <p:cNvSpPr/>
              <p:nvPr/>
            </p:nvSpPr>
            <p:spPr bwMode="auto">
              <a:xfrm>
                <a:off x="2974975" y="1568450"/>
                <a:ext cx="12700" cy="12700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9" y="9"/>
                  </a:cxn>
                  <a:cxn ang="0">
                    <a:pos x="1" y="2"/>
                  </a:cxn>
                </a:cxnLst>
                <a:rect l="0" t="0" r="r" b="b"/>
                <a:pathLst>
                  <a:path w="9" h="9">
                    <a:moveTo>
                      <a:pt x="1" y="2"/>
                    </a:moveTo>
                    <a:cubicBezTo>
                      <a:pt x="6" y="0"/>
                      <a:pt x="6" y="5"/>
                      <a:pt x="9" y="9"/>
                    </a:cubicBezTo>
                    <a:cubicBezTo>
                      <a:pt x="4" y="9"/>
                      <a:pt x="0" y="5"/>
                      <a:pt x="1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8" name="Freeform 87">
                <a:extLst>
                  <a:ext uri="{FF2B5EF4-FFF2-40B4-BE49-F238E27FC236}">
                    <a16:creationId xmlns:a16="http://schemas.microsoft.com/office/drawing/2014/main" id="{657B5286-B133-4AEC-ADD8-47D8D4E5A70F}"/>
                  </a:ext>
                </a:extLst>
              </p:cNvPr>
              <p:cNvSpPr/>
              <p:nvPr/>
            </p:nvSpPr>
            <p:spPr bwMode="auto">
              <a:xfrm>
                <a:off x="2847975" y="985838"/>
                <a:ext cx="514350" cy="269875"/>
              </a:xfrm>
              <a:custGeom>
                <a:avLst/>
                <a:gdLst/>
                <a:ahLst/>
                <a:cxnLst>
                  <a:cxn ang="0">
                    <a:pos x="307" y="16"/>
                  </a:cxn>
                  <a:cxn ang="0">
                    <a:pos x="350" y="9"/>
                  </a:cxn>
                  <a:cxn ang="0">
                    <a:pos x="386" y="28"/>
                  </a:cxn>
                  <a:cxn ang="0">
                    <a:pos x="313" y="51"/>
                  </a:cxn>
                  <a:cxn ang="0">
                    <a:pos x="295" y="74"/>
                  </a:cxn>
                  <a:cxn ang="0">
                    <a:pos x="231" y="108"/>
                  </a:cxn>
                  <a:cxn ang="0">
                    <a:pos x="216" y="118"/>
                  </a:cxn>
                  <a:cxn ang="0">
                    <a:pos x="216" y="137"/>
                  </a:cxn>
                  <a:cxn ang="0">
                    <a:pos x="174" y="157"/>
                  </a:cxn>
                  <a:cxn ang="0">
                    <a:pos x="158" y="184"/>
                  </a:cxn>
                  <a:cxn ang="0">
                    <a:pos x="176" y="188"/>
                  </a:cxn>
                  <a:cxn ang="0">
                    <a:pos x="126" y="197"/>
                  </a:cxn>
                  <a:cxn ang="0">
                    <a:pos x="80" y="201"/>
                  </a:cxn>
                  <a:cxn ang="0">
                    <a:pos x="33" y="197"/>
                  </a:cxn>
                  <a:cxn ang="0">
                    <a:pos x="60" y="176"/>
                  </a:cxn>
                  <a:cxn ang="0">
                    <a:pos x="57" y="158"/>
                  </a:cxn>
                  <a:cxn ang="0">
                    <a:pos x="92" y="170"/>
                  </a:cxn>
                  <a:cxn ang="0">
                    <a:pos x="66" y="148"/>
                  </a:cxn>
                  <a:cxn ang="0">
                    <a:pos x="55" y="151"/>
                  </a:cxn>
                  <a:cxn ang="0">
                    <a:pos x="68" y="131"/>
                  </a:cxn>
                  <a:cxn ang="0">
                    <a:pos x="62" y="97"/>
                  </a:cxn>
                  <a:cxn ang="0">
                    <a:pos x="67" y="89"/>
                  </a:cxn>
                  <a:cxn ang="0">
                    <a:pos x="97" y="90"/>
                  </a:cxn>
                  <a:cxn ang="0">
                    <a:pos x="108" y="91"/>
                  </a:cxn>
                  <a:cxn ang="0">
                    <a:pos x="133" y="86"/>
                  </a:cxn>
                  <a:cxn ang="0">
                    <a:pos x="147" y="74"/>
                  </a:cxn>
                  <a:cxn ang="0">
                    <a:pos x="99" y="81"/>
                  </a:cxn>
                  <a:cxn ang="0">
                    <a:pos x="72" y="76"/>
                  </a:cxn>
                  <a:cxn ang="0">
                    <a:pos x="57" y="81"/>
                  </a:cxn>
                  <a:cxn ang="0">
                    <a:pos x="44" y="67"/>
                  </a:cxn>
                  <a:cxn ang="0">
                    <a:pos x="51" y="53"/>
                  </a:cxn>
                  <a:cxn ang="0">
                    <a:pos x="25" y="60"/>
                  </a:cxn>
                  <a:cxn ang="0">
                    <a:pos x="29" y="49"/>
                  </a:cxn>
                  <a:cxn ang="0">
                    <a:pos x="9" y="52"/>
                  </a:cxn>
                  <a:cxn ang="0">
                    <a:pos x="44" y="36"/>
                  </a:cxn>
                  <a:cxn ang="0">
                    <a:pos x="57" y="32"/>
                  </a:cxn>
                  <a:cxn ang="0">
                    <a:pos x="104" y="32"/>
                  </a:cxn>
                  <a:cxn ang="0">
                    <a:pos x="135" y="11"/>
                  </a:cxn>
                  <a:cxn ang="0">
                    <a:pos x="196" y="6"/>
                  </a:cxn>
                  <a:cxn ang="0">
                    <a:pos x="218" y="8"/>
                  </a:cxn>
                  <a:cxn ang="0">
                    <a:pos x="245" y="3"/>
                  </a:cxn>
                  <a:cxn ang="0">
                    <a:pos x="315" y="11"/>
                  </a:cxn>
                </a:cxnLst>
                <a:rect l="0" t="0" r="r" b="b"/>
                <a:pathLst>
                  <a:path w="386" h="203">
                    <a:moveTo>
                      <a:pt x="315" y="11"/>
                    </a:moveTo>
                    <a:cubicBezTo>
                      <a:pt x="312" y="14"/>
                      <a:pt x="310" y="15"/>
                      <a:pt x="307" y="16"/>
                    </a:cubicBezTo>
                    <a:cubicBezTo>
                      <a:pt x="342" y="6"/>
                      <a:pt x="342" y="6"/>
                      <a:pt x="342" y="6"/>
                    </a:cubicBezTo>
                    <a:cubicBezTo>
                      <a:pt x="345" y="7"/>
                      <a:pt x="347" y="8"/>
                      <a:pt x="350" y="9"/>
                    </a:cubicBezTo>
                    <a:cubicBezTo>
                      <a:pt x="355" y="11"/>
                      <a:pt x="355" y="14"/>
                      <a:pt x="358" y="17"/>
                    </a:cubicBezTo>
                    <a:cubicBezTo>
                      <a:pt x="363" y="22"/>
                      <a:pt x="386" y="20"/>
                      <a:pt x="386" y="28"/>
                    </a:cubicBezTo>
                    <a:cubicBezTo>
                      <a:pt x="386" y="33"/>
                      <a:pt x="378" y="32"/>
                      <a:pt x="375" y="34"/>
                    </a:cubicBezTo>
                    <a:cubicBezTo>
                      <a:pt x="358" y="48"/>
                      <a:pt x="336" y="40"/>
                      <a:pt x="313" y="51"/>
                    </a:cubicBezTo>
                    <a:cubicBezTo>
                      <a:pt x="317" y="56"/>
                      <a:pt x="335" y="52"/>
                      <a:pt x="346" y="52"/>
                    </a:cubicBezTo>
                    <a:cubicBezTo>
                      <a:pt x="336" y="63"/>
                      <a:pt x="311" y="69"/>
                      <a:pt x="295" y="74"/>
                    </a:cubicBezTo>
                    <a:cubicBezTo>
                      <a:pt x="277" y="80"/>
                      <a:pt x="267" y="97"/>
                      <a:pt x="254" y="107"/>
                    </a:cubicBezTo>
                    <a:cubicBezTo>
                      <a:pt x="248" y="112"/>
                      <a:pt x="238" y="106"/>
                      <a:pt x="231" y="108"/>
                    </a:cubicBezTo>
                    <a:cubicBezTo>
                      <a:pt x="221" y="112"/>
                      <a:pt x="210" y="112"/>
                      <a:pt x="203" y="118"/>
                    </a:cubicBezTo>
                    <a:cubicBezTo>
                      <a:pt x="216" y="118"/>
                      <a:pt x="216" y="118"/>
                      <a:pt x="216" y="118"/>
                    </a:cubicBezTo>
                    <a:cubicBezTo>
                      <a:pt x="217" y="128"/>
                      <a:pt x="211" y="127"/>
                      <a:pt x="203" y="126"/>
                    </a:cubicBezTo>
                    <a:cubicBezTo>
                      <a:pt x="208" y="129"/>
                      <a:pt x="213" y="131"/>
                      <a:pt x="216" y="137"/>
                    </a:cubicBezTo>
                    <a:cubicBezTo>
                      <a:pt x="206" y="141"/>
                      <a:pt x="203" y="152"/>
                      <a:pt x="196" y="157"/>
                    </a:cubicBezTo>
                    <a:cubicBezTo>
                      <a:pt x="177" y="157"/>
                      <a:pt x="177" y="157"/>
                      <a:pt x="174" y="157"/>
                    </a:cubicBezTo>
                    <a:cubicBezTo>
                      <a:pt x="175" y="160"/>
                      <a:pt x="177" y="161"/>
                      <a:pt x="177" y="164"/>
                    </a:cubicBezTo>
                    <a:cubicBezTo>
                      <a:pt x="177" y="178"/>
                      <a:pt x="158" y="169"/>
                      <a:pt x="158" y="184"/>
                    </a:cubicBezTo>
                    <a:cubicBezTo>
                      <a:pt x="165" y="184"/>
                      <a:pt x="166" y="184"/>
                      <a:pt x="169" y="184"/>
                    </a:cubicBezTo>
                    <a:cubicBezTo>
                      <a:pt x="171" y="184"/>
                      <a:pt x="176" y="184"/>
                      <a:pt x="176" y="188"/>
                    </a:cubicBezTo>
                    <a:cubicBezTo>
                      <a:pt x="176" y="195"/>
                      <a:pt x="151" y="203"/>
                      <a:pt x="141" y="203"/>
                    </a:cubicBezTo>
                    <a:cubicBezTo>
                      <a:pt x="131" y="203"/>
                      <a:pt x="135" y="197"/>
                      <a:pt x="126" y="197"/>
                    </a:cubicBezTo>
                    <a:cubicBezTo>
                      <a:pt x="113" y="197"/>
                      <a:pt x="104" y="197"/>
                      <a:pt x="93" y="197"/>
                    </a:cubicBezTo>
                    <a:cubicBezTo>
                      <a:pt x="89" y="197"/>
                      <a:pt x="86" y="201"/>
                      <a:pt x="80" y="201"/>
                    </a:cubicBezTo>
                    <a:cubicBezTo>
                      <a:pt x="65" y="201"/>
                      <a:pt x="53" y="197"/>
                      <a:pt x="38" y="192"/>
                    </a:cubicBezTo>
                    <a:cubicBezTo>
                      <a:pt x="37" y="194"/>
                      <a:pt x="35" y="197"/>
                      <a:pt x="33" y="197"/>
                    </a:cubicBezTo>
                    <a:cubicBezTo>
                      <a:pt x="29" y="197"/>
                      <a:pt x="28" y="194"/>
                      <a:pt x="28" y="193"/>
                    </a:cubicBezTo>
                    <a:cubicBezTo>
                      <a:pt x="28" y="176"/>
                      <a:pt x="51" y="182"/>
                      <a:pt x="60" y="176"/>
                    </a:cubicBezTo>
                    <a:cubicBezTo>
                      <a:pt x="55" y="172"/>
                      <a:pt x="46" y="170"/>
                      <a:pt x="46" y="162"/>
                    </a:cubicBezTo>
                    <a:cubicBezTo>
                      <a:pt x="46" y="156"/>
                      <a:pt x="52" y="158"/>
                      <a:pt x="57" y="158"/>
                    </a:cubicBezTo>
                    <a:cubicBezTo>
                      <a:pt x="71" y="158"/>
                      <a:pt x="76" y="165"/>
                      <a:pt x="84" y="170"/>
                    </a:cubicBezTo>
                    <a:cubicBezTo>
                      <a:pt x="92" y="170"/>
                      <a:pt x="92" y="170"/>
                      <a:pt x="92" y="170"/>
                    </a:cubicBezTo>
                    <a:cubicBezTo>
                      <a:pt x="86" y="164"/>
                      <a:pt x="72" y="159"/>
                      <a:pt x="72" y="148"/>
                    </a:cubicBezTo>
                    <a:cubicBezTo>
                      <a:pt x="66" y="148"/>
                      <a:pt x="66" y="148"/>
                      <a:pt x="66" y="148"/>
                    </a:cubicBezTo>
                    <a:cubicBezTo>
                      <a:pt x="63" y="149"/>
                      <a:pt x="63" y="149"/>
                      <a:pt x="61" y="151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5" y="146"/>
                      <a:pt x="55" y="146"/>
                      <a:pt x="55" y="146"/>
                    </a:cubicBezTo>
                    <a:cubicBezTo>
                      <a:pt x="58" y="138"/>
                      <a:pt x="61" y="134"/>
                      <a:pt x="68" y="131"/>
                    </a:cubicBezTo>
                    <a:cubicBezTo>
                      <a:pt x="79" y="128"/>
                      <a:pt x="92" y="132"/>
                      <a:pt x="92" y="119"/>
                    </a:cubicBezTo>
                    <a:cubicBezTo>
                      <a:pt x="92" y="105"/>
                      <a:pt x="62" y="105"/>
                      <a:pt x="62" y="97"/>
                    </a:cubicBezTo>
                    <a:cubicBezTo>
                      <a:pt x="62" y="93"/>
                      <a:pt x="69" y="94"/>
                      <a:pt x="73" y="94"/>
                    </a:cubicBezTo>
                    <a:cubicBezTo>
                      <a:pt x="68" y="94"/>
                      <a:pt x="67" y="92"/>
                      <a:pt x="67" y="89"/>
                    </a:cubicBezTo>
                    <a:cubicBezTo>
                      <a:pt x="69" y="88"/>
                      <a:pt x="71" y="89"/>
                      <a:pt x="73" y="89"/>
                    </a:cubicBezTo>
                    <a:cubicBezTo>
                      <a:pt x="78" y="89"/>
                      <a:pt x="88" y="87"/>
                      <a:pt x="97" y="90"/>
                    </a:cubicBezTo>
                    <a:cubicBezTo>
                      <a:pt x="108" y="93"/>
                      <a:pt x="112" y="106"/>
                      <a:pt x="124" y="104"/>
                    </a:cubicBezTo>
                    <a:cubicBezTo>
                      <a:pt x="122" y="102"/>
                      <a:pt x="108" y="93"/>
                      <a:pt x="108" y="91"/>
                    </a:cubicBezTo>
                    <a:cubicBezTo>
                      <a:pt x="108" y="89"/>
                      <a:pt x="110" y="88"/>
                      <a:pt x="111" y="86"/>
                    </a:cubicBezTo>
                    <a:cubicBezTo>
                      <a:pt x="133" y="86"/>
                      <a:pt x="133" y="86"/>
                      <a:pt x="133" y="86"/>
                    </a:cubicBezTo>
                    <a:cubicBezTo>
                      <a:pt x="141" y="83"/>
                      <a:pt x="149" y="81"/>
                      <a:pt x="154" y="74"/>
                    </a:cubicBezTo>
                    <a:cubicBezTo>
                      <a:pt x="147" y="74"/>
                      <a:pt x="147" y="74"/>
                      <a:pt x="147" y="74"/>
                    </a:cubicBezTo>
                    <a:cubicBezTo>
                      <a:pt x="138" y="81"/>
                      <a:pt x="128" y="84"/>
                      <a:pt x="114" y="84"/>
                    </a:cubicBezTo>
                    <a:cubicBezTo>
                      <a:pt x="106" y="84"/>
                      <a:pt x="103" y="81"/>
                      <a:pt x="99" y="81"/>
                    </a:cubicBezTo>
                    <a:cubicBezTo>
                      <a:pt x="95" y="81"/>
                      <a:pt x="93" y="85"/>
                      <a:pt x="90" y="85"/>
                    </a:cubicBezTo>
                    <a:cubicBezTo>
                      <a:pt x="81" y="85"/>
                      <a:pt x="70" y="82"/>
                      <a:pt x="72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3" y="78"/>
                      <a:pt x="61" y="81"/>
                      <a:pt x="57" y="81"/>
                    </a:cubicBezTo>
                    <a:cubicBezTo>
                      <a:pt x="48" y="81"/>
                      <a:pt x="36" y="75"/>
                      <a:pt x="33" y="71"/>
                    </a:cubicBezTo>
                    <a:cubicBezTo>
                      <a:pt x="36" y="69"/>
                      <a:pt x="39" y="67"/>
                      <a:pt x="44" y="67"/>
                    </a:cubicBezTo>
                    <a:cubicBezTo>
                      <a:pt x="36" y="67"/>
                      <a:pt x="27" y="66"/>
                      <a:pt x="24" y="67"/>
                    </a:cubicBezTo>
                    <a:cubicBezTo>
                      <a:pt x="29" y="55"/>
                      <a:pt x="40" y="56"/>
                      <a:pt x="51" y="53"/>
                    </a:cubicBezTo>
                    <a:cubicBezTo>
                      <a:pt x="47" y="52"/>
                      <a:pt x="46" y="52"/>
                      <a:pt x="42" y="52"/>
                    </a:cubicBezTo>
                    <a:cubicBezTo>
                      <a:pt x="33" y="52"/>
                      <a:pt x="33" y="60"/>
                      <a:pt x="25" y="60"/>
                    </a:cubicBezTo>
                    <a:cubicBezTo>
                      <a:pt x="22" y="60"/>
                      <a:pt x="18" y="57"/>
                      <a:pt x="17" y="56"/>
                    </a:cubicBezTo>
                    <a:cubicBezTo>
                      <a:pt x="21" y="52"/>
                      <a:pt x="24" y="51"/>
                      <a:pt x="29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3" y="50"/>
                      <a:pt x="11" y="51"/>
                      <a:pt x="9" y="52"/>
                    </a:cubicBezTo>
                    <a:cubicBezTo>
                      <a:pt x="7" y="52"/>
                      <a:pt x="2" y="52"/>
                      <a:pt x="0" y="52"/>
                    </a:cubicBezTo>
                    <a:cubicBezTo>
                      <a:pt x="2" y="41"/>
                      <a:pt x="31" y="36"/>
                      <a:pt x="44" y="36"/>
                    </a:cubicBezTo>
                    <a:cubicBezTo>
                      <a:pt x="49" y="36"/>
                      <a:pt x="52" y="36"/>
                      <a:pt x="53" y="36"/>
                    </a:cubicBezTo>
                    <a:cubicBezTo>
                      <a:pt x="55" y="36"/>
                      <a:pt x="57" y="34"/>
                      <a:pt x="57" y="32"/>
                    </a:cubicBezTo>
                    <a:cubicBezTo>
                      <a:pt x="71" y="32"/>
                      <a:pt x="65" y="22"/>
                      <a:pt x="74" y="22"/>
                    </a:cubicBezTo>
                    <a:cubicBezTo>
                      <a:pt x="83" y="22"/>
                      <a:pt x="100" y="31"/>
                      <a:pt x="104" y="32"/>
                    </a:cubicBezTo>
                    <a:cubicBezTo>
                      <a:pt x="108" y="22"/>
                      <a:pt x="113" y="12"/>
                      <a:pt x="126" y="12"/>
                    </a:cubicBezTo>
                    <a:cubicBezTo>
                      <a:pt x="134" y="12"/>
                      <a:pt x="129" y="16"/>
                      <a:pt x="135" y="11"/>
                    </a:cubicBezTo>
                    <a:cubicBezTo>
                      <a:pt x="137" y="7"/>
                      <a:pt x="141" y="6"/>
                      <a:pt x="145" y="6"/>
                    </a:cubicBezTo>
                    <a:cubicBezTo>
                      <a:pt x="168" y="6"/>
                      <a:pt x="173" y="6"/>
                      <a:pt x="196" y="6"/>
                    </a:cubicBezTo>
                    <a:cubicBezTo>
                      <a:pt x="197" y="4"/>
                      <a:pt x="199" y="3"/>
                      <a:pt x="201" y="3"/>
                    </a:cubicBezTo>
                    <a:cubicBezTo>
                      <a:pt x="209" y="3"/>
                      <a:pt x="211" y="8"/>
                      <a:pt x="218" y="8"/>
                    </a:cubicBezTo>
                    <a:cubicBezTo>
                      <a:pt x="224" y="8"/>
                      <a:pt x="226" y="0"/>
                      <a:pt x="232" y="0"/>
                    </a:cubicBezTo>
                    <a:cubicBezTo>
                      <a:pt x="239" y="0"/>
                      <a:pt x="241" y="3"/>
                      <a:pt x="245" y="3"/>
                    </a:cubicBezTo>
                    <a:cubicBezTo>
                      <a:pt x="250" y="3"/>
                      <a:pt x="253" y="3"/>
                      <a:pt x="258" y="3"/>
                    </a:cubicBezTo>
                    <a:cubicBezTo>
                      <a:pt x="268" y="3"/>
                      <a:pt x="306" y="2"/>
                      <a:pt x="31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59" name="Freeform 88">
                <a:extLst>
                  <a:ext uri="{FF2B5EF4-FFF2-40B4-BE49-F238E27FC236}">
                    <a16:creationId xmlns:a16="http://schemas.microsoft.com/office/drawing/2014/main" id="{64692B06-5677-4B04-B3FC-56A6A0F55291}"/>
                  </a:ext>
                </a:extLst>
              </p:cNvPr>
              <p:cNvSpPr/>
              <p:nvPr/>
            </p:nvSpPr>
            <p:spPr bwMode="auto">
              <a:xfrm>
                <a:off x="3170238" y="960438"/>
                <a:ext cx="1006475" cy="765175"/>
              </a:xfrm>
              <a:custGeom>
                <a:avLst/>
                <a:gdLst/>
                <a:ahLst/>
                <a:cxnLst>
                  <a:cxn ang="0">
                    <a:pos x="280" y="372"/>
                  </a:cxn>
                  <a:cxn ang="0">
                    <a:pos x="267" y="360"/>
                  </a:cxn>
                  <a:cxn ang="0">
                    <a:pos x="228" y="336"/>
                  </a:cxn>
                  <a:cxn ang="0">
                    <a:pos x="215" y="302"/>
                  </a:cxn>
                  <a:cxn ang="0">
                    <a:pos x="109" y="219"/>
                  </a:cxn>
                  <a:cxn ang="0">
                    <a:pos x="73" y="223"/>
                  </a:cxn>
                  <a:cxn ang="0">
                    <a:pos x="43" y="217"/>
                  </a:cxn>
                  <a:cxn ang="0">
                    <a:pos x="19" y="202"/>
                  </a:cxn>
                  <a:cxn ang="0">
                    <a:pos x="51" y="190"/>
                  </a:cxn>
                  <a:cxn ang="0">
                    <a:pos x="64" y="180"/>
                  </a:cxn>
                  <a:cxn ang="0">
                    <a:pos x="0" y="166"/>
                  </a:cxn>
                  <a:cxn ang="0">
                    <a:pos x="84" y="141"/>
                  </a:cxn>
                  <a:cxn ang="0">
                    <a:pos x="72" y="102"/>
                  </a:cxn>
                  <a:cxn ang="0">
                    <a:pos x="144" y="59"/>
                  </a:cxn>
                  <a:cxn ang="0">
                    <a:pos x="237" y="56"/>
                  </a:cxn>
                  <a:cxn ang="0">
                    <a:pos x="260" y="53"/>
                  </a:cxn>
                  <a:cxn ang="0">
                    <a:pos x="274" y="38"/>
                  </a:cxn>
                  <a:cxn ang="0">
                    <a:pos x="309" y="36"/>
                  </a:cxn>
                  <a:cxn ang="0">
                    <a:pos x="355" y="15"/>
                  </a:cxn>
                  <a:cxn ang="0">
                    <a:pos x="391" y="13"/>
                  </a:cxn>
                  <a:cxn ang="0">
                    <a:pos x="534" y="0"/>
                  </a:cxn>
                  <a:cxn ang="0">
                    <a:pos x="594" y="48"/>
                  </a:cxn>
                  <a:cxn ang="0">
                    <a:pos x="570" y="75"/>
                  </a:cxn>
                  <a:cxn ang="0">
                    <a:pos x="603" y="102"/>
                  </a:cxn>
                  <a:cxn ang="0">
                    <a:pos x="684" y="66"/>
                  </a:cxn>
                  <a:cxn ang="0">
                    <a:pos x="730" y="51"/>
                  </a:cxn>
                  <a:cxn ang="0">
                    <a:pos x="702" y="94"/>
                  </a:cxn>
                  <a:cxn ang="0">
                    <a:pos x="691" y="114"/>
                  </a:cxn>
                  <a:cxn ang="0">
                    <a:pos x="654" y="150"/>
                  </a:cxn>
                  <a:cxn ang="0">
                    <a:pos x="677" y="178"/>
                  </a:cxn>
                  <a:cxn ang="0">
                    <a:pos x="657" y="202"/>
                  </a:cxn>
                  <a:cxn ang="0">
                    <a:pos x="669" y="236"/>
                  </a:cxn>
                  <a:cxn ang="0">
                    <a:pos x="673" y="260"/>
                  </a:cxn>
                  <a:cxn ang="0">
                    <a:pos x="633" y="295"/>
                  </a:cxn>
                  <a:cxn ang="0">
                    <a:pos x="637" y="305"/>
                  </a:cxn>
                  <a:cxn ang="0">
                    <a:pos x="601" y="297"/>
                  </a:cxn>
                  <a:cxn ang="0">
                    <a:pos x="633" y="358"/>
                  </a:cxn>
                  <a:cxn ang="0">
                    <a:pos x="596" y="347"/>
                  </a:cxn>
                  <a:cxn ang="0">
                    <a:pos x="616" y="375"/>
                  </a:cxn>
                  <a:cxn ang="0">
                    <a:pos x="518" y="408"/>
                  </a:cxn>
                  <a:cxn ang="0">
                    <a:pos x="483" y="445"/>
                  </a:cxn>
                  <a:cxn ang="0">
                    <a:pos x="443" y="449"/>
                  </a:cxn>
                  <a:cxn ang="0">
                    <a:pos x="402" y="485"/>
                  </a:cxn>
                  <a:cxn ang="0">
                    <a:pos x="384" y="523"/>
                  </a:cxn>
                  <a:cxn ang="0">
                    <a:pos x="362" y="571"/>
                  </a:cxn>
                  <a:cxn ang="0">
                    <a:pos x="313" y="560"/>
                  </a:cxn>
                  <a:cxn ang="0">
                    <a:pos x="270" y="499"/>
                  </a:cxn>
                  <a:cxn ang="0">
                    <a:pos x="256" y="475"/>
                  </a:cxn>
                  <a:cxn ang="0">
                    <a:pos x="237" y="438"/>
                  </a:cxn>
                  <a:cxn ang="0">
                    <a:pos x="255" y="403"/>
                  </a:cxn>
                </a:cxnLst>
                <a:rect l="0" t="0" r="r" b="b"/>
                <a:pathLst>
                  <a:path w="756" h="575">
                    <a:moveTo>
                      <a:pt x="255" y="403"/>
                    </a:moveTo>
                    <a:cubicBezTo>
                      <a:pt x="261" y="400"/>
                      <a:pt x="261" y="400"/>
                      <a:pt x="267" y="402"/>
                    </a:cubicBezTo>
                    <a:cubicBezTo>
                      <a:pt x="270" y="389"/>
                      <a:pt x="276" y="385"/>
                      <a:pt x="280" y="372"/>
                    </a:cubicBezTo>
                    <a:cubicBezTo>
                      <a:pt x="266" y="368"/>
                      <a:pt x="234" y="366"/>
                      <a:pt x="233" y="353"/>
                    </a:cubicBezTo>
                    <a:cubicBezTo>
                      <a:pt x="237" y="352"/>
                      <a:pt x="236" y="353"/>
                      <a:pt x="240" y="353"/>
                    </a:cubicBezTo>
                    <a:cubicBezTo>
                      <a:pt x="250" y="353"/>
                      <a:pt x="256" y="360"/>
                      <a:pt x="267" y="360"/>
                    </a:cubicBezTo>
                    <a:cubicBezTo>
                      <a:pt x="271" y="360"/>
                      <a:pt x="271" y="356"/>
                      <a:pt x="271" y="353"/>
                    </a:cubicBezTo>
                    <a:cubicBezTo>
                      <a:pt x="258" y="349"/>
                      <a:pt x="254" y="328"/>
                      <a:pt x="239" y="328"/>
                    </a:cubicBezTo>
                    <a:cubicBezTo>
                      <a:pt x="235" y="328"/>
                      <a:pt x="234" y="336"/>
                      <a:pt x="228" y="336"/>
                    </a:cubicBezTo>
                    <a:cubicBezTo>
                      <a:pt x="220" y="336"/>
                      <a:pt x="216" y="335"/>
                      <a:pt x="216" y="328"/>
                    </a:cubicBezTo>
                    <a:cubicBezTo>
                      <a:pt x="216" y="318"/>
                      <a:pt x="226" y="319"/>
                      <a:pt x="226" y="309"/>
                    </a:cubicBezTo>
                    <a:cubicBezTo>
                      <a:pt x="226" y="303"/>
                      <a:pt x="219" y="302"/>
                      <a:pt x="215" y="302"/>
                    </a:cubicBezTo>
                    <a:cubicBezTo>
                      <a:pt x="215" y="295"/>
                      <a:pt x="215" y="295"/>
                      <a:pt x="215" y="295"/>
                    </a:cubicBezTo>
                    <a:cubicBezTo>
                      <a:pt x="203" y="257"/>
                      <a:pt x="172" y="219"/>
                      <a:pt x="122" y="219"/>
                    </a:cubicBezTo>
                    <a:cubicBezTo>
                      <a:pt x="115" y="219"/>
                      <a:pt x="113" y="219"/>
                      <a:pt x="109" y="219"/>
                    </a:cubicBezTo>
                    <a:cubicBezTo>
                      <a:pt x="103" y="219"/>
                      <a:pt x="101" y="224"/>
                      <a:pt x="95" y="224"/>
                    </a:cubicBezTo>
                    <a:cubicBezTo>
                      <a:pt x="91" y="224"/>
                      <a:pt x="87" y="221"/>
                      <a:pt x="82" y="221"/>
                    </a:cubicBezTo>
                    <a:cubicBezTo>
                      <a:pt x="77" y="221"/>
                      <a:pt x="75" y="222"/>
                      <a:pt x="73" y="223"/>
                    </a:cubicBezTo>
                    <a:cubicBezTo>
                      <a:pt x="74" y="224"/>
                      <a:pt x="76" y="226"/>
                      <a:pt x="77" y="226"/>
                    </a:cubicBezTo>
                    <a:cubicBezTo>
                      <a:pt x="75" y="229"/>
                      <a:pt x="75" y="228"/>
                      <a:pt x="72" y="228"/>
                    </a:cubicBezTo>
                    <a:cubicBezTo>
                      <a:pt x="62" y="228"/>
                      <a:pt x="48" y="224"/>
                      <a:pt x="43" y="217"/>
                    </a:cubicBezTo>
                    <a:cubicBezTo>
                      <a:pt x="47" y="214"/>
                      <a:pt x="50" y="214"/>
                      <a:pt x="52" y="210"/>
                    </a:cubicBezTo>
                    <a:cubicBezTo>
                      <a:pt x="45" y="207"/>
                      <a:pt x="39" y="202"/>
                      <a:pt x="34" y="202"/>
                    </a:cubicBezTo>
                    <a:cubicBezTo>
                      <a:pt x="24" y="202"/>
                      <a:pt x="27" y="206"/>
                      <a:pt x="19" y="202"/>
                    </a:cubicBezTo>
                    <a:cubicBezTo>
                      <a:pt x="19" y="196"/>
                      <a:pt x="28" y="194"/>
                      <a:pt x="32" y="194"/>
                    </a:cubicBezTo>
                    <a:cubicBezTo>
                      <a:pt x="37" y="194"/>
                      <a:pt x="40" y="194"/>
                      <a:pt x="43" y="194"/>
                    </a:cubicBezTo>
                    <a:cubicBezTo>
                      <a:pt x="47" y="194"/>
                      <a:pt x="49" y="193"/>
                      <a:pt x="51" y="190"/>
                    </a:cubicBezTo>
                    <a:cubicBezTo>
                      <a:pt x="76" y="190"/>
                      <a:pt x="76" y="190"/>
                      <a:pt x="76" y="190"/>
                    </a:cubicBezTo>
                    <a:cubicBezTo>
                      <a:pt x="80" y="187"/>
                      <a:pt x="80" y="185"/>
                      <a:pt x="82" y="180"/>
                    </a:cubicBezTo>
                    <a:cubicBezTo>
                      <a:pt x="64" y="180"/>
                      <a:pt x="64" y="180"/>
                      <a:pt x="64" y="180"/>
                    </a:cubicBezTo>
                    <a:cubicBezTo>
                      <a:pt x="63" y="183"/>
                      <a:pt x="62" y="185"/>
                      <a:pt x="60" y="185"/>
                    </a:cubicBezTo>
                    <a:cubicBezTo>
                      <a:pt x="53" y="185"/>
                      <a:pt x="50" y="185"/>
                      <a:pt x="44" y="185"/>
                    </a:cubicBezTo>
                    <a:cubicBezTo>
                      <a:pt x="42" y="185"/>
                      <a:pt x="0" y="173"/>
                      <a:pt x="0" y="166"/>
                    </a:cubicBezTo>
                    <a:cubicBezTo>
                      <a:pt x="0" y="152"/>
                      <a:pt x="16" y="157"/>
                      <a:pt x="25" y="154"/>
                    </a:cubicBezTo>
                    <a:cubicBezTo>
                      <a:pt x="33" y="151"/>
                      <a:pt x="38" y="146"/>
                      <a:pt x="46" y="144"/>
                    </a:cubicBezTo>
                    <a:cubicBezTo>
                      <a:pt x="58" y="140"/>
                      <a:pt x="74" y="146"/>
                      <a:pt x="84" y="141"/>
                    </a:cubicBezTo>
                    <a:cubicBezTo>
                      <a:pt x="91" y="136"/>
                      <a:pt x="96" y="128"/>
                      <a:pt x="96" y="117"/>
                    </a:cubicBezTo>
                    <a:cubicBezTo>
                      <a:pt x="88" y="116"/>
                      <a:pt x="63" y="117"/>
                      <a:pt x="63" y="109"/>
                    </a:cubicBezTo>
                    <a:cubicBezTo>
                      <a:pt x="63" y="105"/>
                      <a:pt x="69" y="102"/>
                      <a:pt x="72" y="102"/>
                    </a:cubicBezTo>
                    <a:cubicBezTo>
                      <a:pt x="87" y="97"/>
                      <a:pt x="106" y="86"/>
                      <a:pt x="115" y="78"/>
                    </a:cubicBezTo>
                    <a:cubicBezTo>
                      <a:pt x="119" y="80"/>
                      <a:pt x="122" y="81"/>
                      <a:pt x="127" y="81"/>
                    </a:cubicBezTo>
                    <a:cubicBezTo>
                      <a:pt x="142" y="81"/>
                      <a:pt x="130" y="61"/>
                      <a:pt x="144" y="59"/>
                    </a:cubicBezTo>
                    <a:cubicBezTo>
                      <a:pt x="162" y="57"/>
                      <a:pt x="169" y="52"/>
                      <a:pt x="185" y="52"/>
                    </a:cubicBezTo>
                    <a:cubicBezTo>
                      <a:pt x="198" y="49"/>
                      <a:pt x="206" y="42"/>
                      <a:pt x="218" y="42"/>
                    </a:cubicBezTo>
                    <a:cubicBezTo>
                      <a:pt x="226" y="42"/>
                      <a:pt x="229" y="56"/>
                      <a:pt x="237" y="56"/>
                    </a:cubicBezTo>
                    <a:cubicBezTo>
                      <a:pt x="237" y="52"/>
                      <a:pt x="235" y="50"/>
                      <a:pt x="235" y="47"/>
                    </a:cubicBezTo>
                    <a:cubicBezTo>
                      <a:pt x="239" y="42"/>
                      <a:pt x="239" y="42"/>
                      <a:pt x="239" y="42"/>
                    </a:cubicBezTo>
                    <a:cubicBezTo>
                      <a:pt x="244" y="51"/>
                      <a:pt x="252" y="50"/>
                      <a:pt x="260" y="53"/>
                    </a:cubicBezTo>
                    <a:cubicBezTo>
                      <a:pt x="262" y="53"/>
                      <a:pt x="267" y="53"/>
                      <a:pt x="267" y="53"/>
                    </a:cubicBezTo>
                    <a:cubicBezTo>
                      <a:pt x="266" y="50"/>
                      <a:pt x="263" y="47"/>
                      <a:pt x="263" y="44"/>
                    </a:cubicBezTo>
                    <a:cubicBezTo>
                      <a:pt x="263" y="38"/>
                      <a:pt x="270" y="38"/>
                      <a:pt x="274" y="38"/>
                    </a:cubicBezTo>
                    <a:cubicBezTo>
                      <a:pt x="293" y="38"/>
                      <a:pt x="303" y="48"/>
                      <a:pt x="314" y="53"/>
                    </a:cubicBezTo>
                    <a:cubicBezTo>
                      <a:pt x="334" y="53"/>
                      <a:pt x="334" y="53"/>
                      <a:pt x="334" y="53"/>
                    </a:cubicBezTo>
                    <a:cubicBezTo>
                      <a:pt x="327" y="50"/>
                      <a:pt x="309" y="44"/>
                      <a:pt x="309" y="36"/>
                    </a:cubicBezTo>
                    <a:cubicBezTo>
                      <a:pt x="309" y="29"/>
                      <a:pt x="322" y="31"/>
                      <a:pt x="326" y="30"/>
                    </a:cubicBezTo>
                    <a:cubicBezTo>
                      <a:pt x="323" y="27"/>
                      <a:pt x="320" y="27"/>
                      <a:pt x="318" y="24"/>
                    </a:cubicBezTo>
                    <a:cubicBezTo>
                      <a:pt x="330" y="18"/>
                      <a:pt x="341" y="15"/>
                      <a:pt x="355" y="15"/>
                    </a:cubicBezTo>
                    <a:cubicBezTo>
                      <a:pt x="366" y="15"/>
                      <a:pt x="373" y="15"/>
                      <a:pt x="382" y="18"/>
                    </a:cubicBezTo>
                    <a:cubicBezTo>
                      <a:pt x="391" y="18"/>
                      <a:pt x="391" y="18"/>
                      <a:pt x="391" y="18"/>
                    </a:cubicBezTo>
                    <a:cubicBezTo>
                      <a:pt x="391" y="13"/>
                      <a:pt x="391" y="13"/>
                      <a:pt x="391" y="13"/>
                    </a:cubicBezTo>
                    <a:cubicBezTo>
                      <a:pt x="398" y="12"/>
                      <a:pt x="402" y="13"/>
                      <a:pt x="409" y="13"/>
                    </a:cubicBezTo>
                    <a:cubicBezTo>
                      <a:pt x="430" y="13"/>
                      <a:pt x="447" y="0"/>
                      <a:pt x="470" y="0"/>
                    </a:cubicBezTo>
                    <a:cubicBezTo>
                      <a:pt x="495" y="0"/>
                      <a:pt x="512" y="0"/>
                      <a:pt x="534" y="0"/>
                    </a:cubicBezTo>
                    <a:cubicBezTo>
                      <a:pt x="560" y="0"/>
                      <a:pt x="579" y="17"/>
                      <a:pt x="600" y="26"/>
                    </a:cubicBezTo>
                    <a:cubicBezTo>
                      <a:pt x="612" y="31"/>
                      <a:pt x="627" y="28"/>
                      <a:pt x="638" y="30"/>
                    </a:cubicBezTo>
                    <a:cubicBezTo>
                      <a:pt x="636" y="46"/>
                      <a:pt x="606" y="44"/>
                      <a:pt x="594" y="48"/>
                    </a:cubicBezTo>
                    <a:cubicBezTo>
                      <a:pt x="497" y="53"/>
                      <a:pt x="497" y="53"/>
                      <a:pt x="497" y="53"/>
                    </a:cubicBezTo>
                    <a:cubicBezTo>
                      <a:pt x="505" y="59"/>
                      <a:pt x="579" y="50"/>
                      <a:pt x="587" y="53"/>
                    </a:cubicBezTo>
                    <a:cubicBezTo>
                      <a:pt x="586" y="57"/>
                      <a:pt x="567" y="75"/>
                      <a:pt x="570" y="75"/>
                    </a:cubicBezTo>
                    <a:cubicBezTo>
                      <a:pt x="581" y="75"/>
                      <a:pt x="607" y="50"/>
                      <a:pt x="622" y="50"/>
                    </a:cubicBezTo>
                    <a:cubicBezTo>
                      <a:pt x="630" y="50"/>
                      <a:pt x="633" y="57"/>
                      <a:pt x="633" y="64"/>
                    </a:cubicBezTo>
                    <a:cubicBezTo>
                      <a:pt x="633" y="67"/>
                      <a:pt x="605" y="97"/>
                      <a:pt x="603" y="102"/>
                    </a:cubicBezTo>
                    <a:cubicBezTo>
                      <a:pt x="615" y="99"/>
                      <a:pt x="637" y="70"/>
                      <a:pt x="644" y="64"/>
                    </a:cubicBezTo>
                    <a:cubicBezTo>
                      <a:pt x="655" y="64"/>
                      <a:pt x="674" y="64"/>
                      <a:pt x="674" y="64"/>
                    </a:cubicBezTo>
                    <a:cubicBezTo>
                      <a:pt x="674" y="64"/>
                      <a:pt x="682" y="66"/>
                      <a:pt x="684" y="66"/>
                    </a:cubicBezTo>
                    <a:cubicBezTo>
                      <a:pt x="692" y="63"/>
                      <a:pt x="693" y="60"/>
                      <a:pt x="700" y="57"/>
                    </a:cubicBezTo>
                    <a:cubicBezTo>
                      <a:pt x="721" y="57"/>
                      <a:pt x="721" y="57"/>
                      <a:pt x="721" y="57"/>
                    </a:cubicBezTo>
                    <a:cubicBezTo>
                      <a:pt x="723" y="52"/>
                      <a:pt x="726" y="51"/>
                      <a:pt x="730" y="51"/>
                    </a:cubicBezTo>
                    <a:cubicBezTo>
                      <a:pt x="736" y="51"/>
                      <a:pt x="756" y="61"/>
                      <a:pt x="756" y="67"/>
                    </a:cubicBezTo>
                    <a:cubicBezTo>
                      <a:pt x="756" y="72"/>
                      <a:pt x="748" y="76"/>
                      <a:pt x="745" y="77"/>
                    </a:cubicBezTo>
                    <a:cubicBezTo>
                      <a:pt x="731" y="82"/>
                      <a:pt x="722" y="94"/>
                      <a:pt x="702" y="94"/>
                    </a:cubicBezTo>
                    <a:cubicBezTo>
                      <a:pt x="707" y="97"/>
                      <a:pt x="708" y="97"/>
                      <a:pt x="711" y="94"/>
                    </a:cubicBezTo>
                    <a:cubicBezTo>
                      <a:pt x="711" y="107"/>
                      <a:pt x="699" y="107"/>
                      <a:pt x="691" y="109"/>
                    </a:cubicBezTo>
                    <a:cubicBezTo>
                      <a:pt x="694" y="115"/>
                      <a:pt x="691" y="110"/>
                      <a:pt x="691" y="114"/>
                    </a:cubicBezTo>
                    <a:cubicBezTo>
                      <a:pt x="691" y="121"/>
                      <a:pt x="680" y="123"/>
                      <a:pt x="671" y="125"/>
                    </a:cubicBezTo>
                    <a:cubicBezTo>
                      <a:pt x="672" y="130"/>
                      <a:pt x="671" y="130"/>
                      <a:pt x="671" y="132"/>
                    </a:cubicBezTo>
                    <a:cubicBezTo>
                      <a:pt x="671" y="141"/>
                      <a:pt x="662" y="144"/>
                      <a:pt x="654" y="150"/>
                    </a:cubicBezTo>
                    <a:cubicBezTo>
                      <a:pt x="648" y="154"/>
                      <a:pt x="649" y="165"/>
                      <a:pt x="646" y="169"/>
                    </a:cubicBezTo>
                    <a:cubicBezTo>
                      <a:pt x="651" y="172"/>
                      <a:pt x="655" y="169"/>
                      <a:pt x="659" y="169"/>
                    </a:cubicBezTo>
                    <a:cubicBezTo>
                      <a:pt x="667" y="169"/>
                      <a:pt x="673" y="174"/>
                      <a:pt x="677" y="178"/>
                    </a:cubicBezTo>
                    <a:cubicBezTo>
                      <a:pt x="675" y="179"/>
                      <a:pt x="672" y="180"/>
                      <a:pt x="669" y="180"/>
                    </a:cubicBezTo>
                    <a:cubicBezTo>
                      <a:pt x="671" y="187"/>
                      <a:pt x="688" y="185"/>
                      <a:pt x="688" y="196"/>
                    </a:cubicBezTo>
                    <a:cubicBezTo>
                      <a:pt x="688" y="206"/>
                      <a:pt x="665" y="202"/>
                      <a:pt x="657" y="202"/>
                    </a:cubicBezTo>
                    <a:cubicBezTo>
                      <a:pt x="652" y="202"/>
                      <a:pt x="648" y="206"/>
                      <a:pt x="648" y="209"/>
                    </a:cubicBezTo>
                    <a:cubicBezTo>
                      <a:pt x="648" y="217"/>
                      <a:pt x="656" y="217"/>
                      <a:pt x="663" y="217"/>
                    </a:cubicBezTo>
                    <a:cubicBezTo>
                      <a:pt x="663" y="226"/>
                      <a:pt x="669" y="229"/>
                      <a:pt x="669" y="236"/>
                    </a:cubicBezTo>
                    <a:cubicBezTo>
                      <a:pt x="669" y="239"/>
                      <a:pt x="667" y="243"/>
                      <a:pt x="669" y="245"/>
                    </a:cubicBezTo>
                    <a:cubicBezTo>
                      <a:pt x="662" y="245"/>
                      <a:pt x="655" y="245"/>
                      <a:pt x="655" y="251"/>
                    </a:cubicBezTo>
                    <a:cubicBezTo>
                      <a:pt x="655" y="258"/>
                      <a:pt x="667" y="258"/>
                      <a:pt x="673" y="260"/>
                    </a:cubicBezTo>
                    <a:cubicBezTo>
                      <a:pt x="670" y="267"/>
                      <a:pt x="661" y="271"/>
                      <a:pt x="653" y="272"/>
                    </a:cubicBezTo>
                    <a:cubicBezTo>
                      <a:pt x="653" y="275"/>
                      <a:pt x="655" y="277"/>
                      <a:pt x="657" y="278"/>
                    </a:cubicBezTo>
                    <a:cubicBezTo>
                      <a:pt x="654" y="292"/>
                      <a:pt x="637" y="286"/>
                      <a:pt x="633" y="295"/>
                    </a:cubicBezTo>
                    <a:cubicBezTo>
                      <a:pt x="628" y="292"/>
                      <a:pt x="623" y="290"/>
                      <a:pt x="620" y="285"/>
                    </a:cubicBezTo>
                    <a:cubicBezTo>
                      <a:pt x="613" y="285"/>
                      <a:pt x="613" y="285"/>
                      <a:pt x="613" y="285"/>
                    </a:cubicBezTo>
                    <a:cubicBezTo>
                      <a:pt x="618" y="297"/>
                      <a:pt x="637" y="293"/>
                      <a:pt x="637" y="305"/>
                    </a:cubicBezTo>
                    <a:cubicBezTo>
                      <a:pt x="637" y="310"/>
                      <a:pt x="636" y="317"/>
                      <a:pt x="631" y="317"/>
                    </a:cubicBezTo>
                    <a:cubicBezTo>
                      <a:pt x="623" y="317"/>
                      <a:pt x="609" y="306"/>
                      <a:pt x="607" y="297"/>
                    </a:cubicBezTo>
                    <a:cubicBezTo>
                      <a:pt x="603" y="298"/>
                      <a:pt x="602" y="297"/>
                      <a:pt x="601" y="297"/>
                    </a:cubicBezTo>
                    <a:cubicBezTo>
                      <a:pt x="601" y="304"/>
                      <a:pt x="601" y="304"/>
                      <a:pt x="601" y="304"/>
                    </a:cubicBezTo>
                    <a:cubicBezTo>
                      <a:pt x="617" y="320"/>
                      <a:pt x="645" y="327"/>
                      <a:pt x="645" y="352"/>
                    </a:cubicBezTo>
                    <a:cubicBezTo>
                      <a:pt x="645" y="357"/>
                      <a:pt x="638" y="358"/>
                      <a:pt x="633" y="358"/>
                    </a:cubicBezTo>
                    <a:cubicBezTo>
                      <a:pt x="612" y="358"/>
                      <a:pt x="617" y="336"/>
                      <a:pt x="599" y="336"/>
                    </a:cubicBezTo>
                    <a:cubicBezTo>
                      <a:pt x="596" y="336"/>
                      <a:pt x="594" y="337"/>
                      <a:pt x="592" y="336"/>
                    </a:cubicBezTo>
                    <a:cubicBezTo>
                      <a:pt x="592" y="342"/>
                      <a:pt x="596" y="343"/>
                      <a:pt x="596" y="347"/>
                    </a:cubicBezTo>
                    <a:cubicBezTo>
                      <a:pt x="596" y="351"/>
                      <a:pt x="589" y="352"/>
                      <a:pt x="587" y="352"/>
                    </a:cubicBezTo>
                    <a:cubicBezTo>
                      <a:pt x="587" y="366"/>
                      <a:pt x="626" y="364"/>
                      <a:pt x="635" y="367"/>
                    </a:cubicBezTo>
                    <a:cubicBezTo>
                      <a:pt x="629" y="372"/>
                      <a:pt x="624" y="373"/>
                      <a:pt x="616" y="375"/>
                    </a:cubicBezTo>
                    <a:cubicBezTo>
                      <a:pt x="602" y="380"/>
                      <a:pt x="597" y="393"/>
                      <a:pt x="584" y="397"/>
                    </a:cubicBezTo>
                    <a:cubicBezTo>
                      <a:pt x="569" y="402"/>
                      <a:pt x="556" y="400"/>
                      <a:pt x="539" y="408"/>
                    </a:cubicBezTo>
                    <a:cubicBezTo>
                      <a:pt x="518" y="408"/>
                      <a:pt x="518" y="408"/>
                      <a:pt x="518" y="408"/>
                    </a:cubicBezTo>
                    <a:cubicBezTo>
                      <a:pt x="514" y="410"/>
                      <a:pt x="510" y="412"/>
                      <a:pt x="510" y="415"/>
                    </a:cubicBezTo>
                    <a:cubicBezTo>
                      <a:pt x="498" y="423"/>
                      <a:pt x="498" y="423"/>
                      <a:pt x="498" y="423"/>
                    </a:cubicBezTo>
                    <a:cubicBezTo>
                      <a:pt x="490" y="430"/>
                      <a:pt x="490" y="438"/>
                      <a:pt x="483" y="445"/>
                    </a:cubicBezTo>
                    <a:cubicBezTo>
                      <a:pt x="474" y="454"/>
                      <a:pt x="459" y="452"/>
                      <a:pt x="450" y="458"/>
                    </a:cubicBezTo>
                    <a:cubicBezTo>
                      <a:pt x="443" y="458"/>
                      <a:pt x="443" y="458"/>
                      <a:pt x="443" y="458"/>
                    </a:cubicBezTo>
                    <a:cubicBezTo>
                      <a:pt x="443" y="449"/>
                      <a:pt x="443" y="449"/>
                      <a:pt x="443" y="449"/>
                    </a:cubicBezTo>
                    <a:cubicBezTo>
                      <a:pt x="437" y="452"/>
                      <a:pt x="438" y="457"/>
                      <a:pt x="435" y="460"/>
                    </a:cubicBezTo>
                    <a:cubicBezTo>
                      <a:pt x="425" y="470"/>
                      <a:pt x="401" y="466"/>
                      <a:pt x="401" y="480"/>
                    </a:cubicBezTo>
                    <a:cubicBezTo>
                      <a:pt x="401" y="482"/>
                      <a:pt x="402" y="483"/>
                      <a:pt x="402" y="485"/>
                    </a:cubicBezTo>
                    <a:cubicBezTo>
                      <a:pt x="401" y="486"/>
                      <a:pt x="399" y="488"/>
                      <a:pt x="399" y="490"/>
                    </a:cubicBezTo>
                    <a:cubicBezTo>
                      <a:pt x="399" y="493"/>
                      <a:pt x="405" y="495"/>
                      <a:pt x="405" y="500"/>
                    </a:cubicBezTo>
                    <a:cubicBezTo>
                      <a:pt x="405" y="515"/>
                      <a:pt x="384" y="510"/>
                      <a:pt x="384" y="523"/>
                    </a:cubicBezTo>
                    <a:cubicBezTo>
                      <a:pt x="384" y="531"/>
                      <a:pt x="383" y="543"/>
                      <a:pt x="384" y="547"/>
                    </a:cubicBezTo>
                    <a:cubicBezTo>
                      <a:pt x="374" y="552"/>
                      <a:pt x="379" y="575"/>
                      <a:pt x="367" y="575"/>
                    </a:cubicBezTo>
                    <a:cubicBezTo>
                      <a:pt x="364" y="575"/>
                      <a:pt x="363" y="573"/>
                      <a:pt x="362" y="571"/>
                    </a:cubicBezTo>
                    <a:cubicBezTo>
                      <a:pt x="356" y="571"/>
                      <a:pt x="356" y="574"/>
                      <a:pt x="353" y="574"/>
                    </a:cubicBezTo>
                    <a:cubicBezTo>
                      <a:pt x="342" y="574"/>
                      <a:pt x="343" y="554"/>
                      <a:pt x="332" y="554"/>
                    </a:cubicBezTo>
                    <a:cubicBezTo>
                      <a:pt x="326" y="554"/>
                      <a:pt x="319" y="559"/>
                      <a:pt x="313" y="560"/>
                    </a:cubicBezTo>
                    <a:cubicBezTo>
                      <a:pt x="310" y="550"/>
                      <a:pt x="306" y="553"/>
                      <a:pt x="299" y="547"/>
                    </a:cubicBezTo>
                    <a:cubicBezTo>
                      <a:pt x="296" y="546"/>
                      <a:pt x="297" y="539"/>
                      <a:pt x="296" y="539"/>
                    </a:cubicBezTo>
                    <a:cubicBezTo>
                      <a:pt x="287" y="531"/>
                      <a:pt x="270" y="512"/>
                      <a:pt x="270" y="499"/>
                    </a:cubicBezTo>
                    <a:cubicBezTo>
                      <a:pt x="270" y="493"/>
                      <a:pt x="274" y="494"/>
                      <a:pt x="277" y="490"/>
                    </a:cubicBezTo>
                    <a:cubicBezTo>
                      <a:pt x="270" y="482"/>
                      <a:pt x="268" y="493"/>
                      <a:pt x="260" y="489"/>
                    </a:cubicBezTo>
                    <a:cubicBezTo>
                      <a:pt x="259" y="487"/>
                      <a:pt x="257" y="479"/>
                      <a:pt x="256" y="475"/>
                    </a:cubicBezTo>
                    <a:cubicBezTo>
                      <a:pt x="253" y="466"/>
                      <a:pt x="241" y="461"/>
                      <a:pt x="241" y="449"/>
                    </a:cubicBezTo>
                    <a:cubicBezTo>
                      <a:pt x="241" y="445"/>
                      <a:pt x="244" y="443"/>
                      <a:pt x="246" y="438"/>
                    </a:cubicBezTo>
                    <a:cubicBezTo>
                      <a:pt x="243" y="437"/>
                      <a:pt x="240" y="436"/>
                      <a:pt x="237" y="438"/>
                    </a:cubicBezTo>
                    <a:cubicBezTo>
                      <a:pt x="237" y="428"/>
                      <a:pt x="237" y="428"/>
                      <a:pt x="237" y="428"/>
                    </a:cubicBezTo>
                    <a:cubicBezTo>
                      <a:pt x="243" y="420"/>
                      <a:pt x="246" y="411"/>
                      <a:pt x="255" y="404"/>
                    </a:cubicBezTo>
                    <a:lnTo>
                      <a:pt x="255" y="40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0" name="Freeform 89">
                <a:extLst>
                  <a:ext uri="{FF2B5EF4-FFF2-40B4-BE49-F238E27FC236}">
                    <a16:creationId xmlns:a16="http://schemas.microsoft.com/office/drawing/2014/main" id="{D709ADF4-66C3-4959-9CDF-B327AA0F78C4}"/>
                  </a:ext>
                </a:extLst>
              </p:cNvPr>
              <p:cNvSpPr/>
              <p:nvPr/>
            </p:nvSpPr>
            <p:spPr bwMode="auto">
              <a:xfrm>
                <a:off x="3470275" y="1443038"/>
                <a:ext cx="47625" cy="31750"/>
              </a:xfrm>
              <a:custGeom>
                <a:avLst/>
                <a:gdLst/>
                <a:ahLst/>
                <a:cxnLst>
                  <a:cxn ang="0">
                    <a:pos x="9" y="24"/>
                  </a:cxn>
                  <a:cxn ang="0">
                    <a:pos x="0" y="9"/>
                  </a:cxn>
                  <a:cxn ang="0">
                    <a:pos x="10" y="0"/>
                  </a:cxn>
                  <a:cxn ang="0">
                    <a:pos x="36" y="16"/>
                  </a:cxn>
                  <a:cxn ang="0">
                    <a:pos x="19" y="24"/>
                  </a:cxn>
                  <a:cxn ang="0">
                    <a:pos x="9" y="24"/>
                  </a:cxn>
                </a:cxnLst>
                <a:rect l="0" t="0" r="r" b="b"/>
                <a:pathLst>
                  <a:path w="36" h="24">
                    <a:moveTo>
                      <a:pt x="9" y="24"/>
                    </a:moveTo>
                    <a:cubicBezTo>
                      <a:pt x="5" y="24"/>
                      <a:pt x="0" y="14"/>
                      <a:pt x="0" y="9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21" y="0"/>
                      <a:pt x="25" y="12"/>
                      <a:pt x="36" y="16"/>
                    </a:cubicBezTo>
                    <a:cubicBezTo>
                      <a:pt x="35" y="23"/>
                      <a:pt x="26" y="24"/>
                      <a:pt x="19" y="24"/>
                    </a:cubicBezTo>
                    <a:lnTo>
                      <a:pt x="9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1" name="Freeform 90">
                <a:extLst>
                  <a:ext uri="{FF2B5EF4-FFF2-40B4-BE49-F238E27FC236}">
                    <a16:creationId xmlns:a16="http://schemas.microsoft.com/office/drawing/2014/main" id="{553C8F3A-250A-40A0-B214-56C1B7A959C5}"/>
                  </a:ext>
                </a:extLst>
              </p:cNvPr>
              <p:cNvSpPr/>
              <p:nvPr/>
            </p:nvSpPr>
            <p:spPr bwMode="auto">
              <a:xfrm>
                <a:off x="4070350" y="1277938"/>
                <a:ext cx="26988" cy="15875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0" y="5"/>
                  </a:cxn>
                  <a:cxn ang="0">
                    <a:pos x="4" y="0"/>
                  </a:cxn>
                  <a:cxn ang="0">
                    <a:pos x="12" y="0"/>
                  </a:cxn>
                  <a:cxn ang="0">
                    <a:pos x="12" y="5"/>
                  </a:cxn>
                  <a:cxn ang="0">
                    <a:pos x="20" y="5"/>
                  </a:cxn>
                  <a:cxn ang="0">
                    <a:pos x="6" y="12"/>
                  </a:cxn>
                </a:cxnLst>
                <a:rect l="0" t="0" r="r" b="b"/>
                <a:pathLst>
                  <a:path w="20" h="12">
                    <a:moveTo>
                      <a:pt x="6" y="12"/>
                    </a:moveTo>
                    <a:cubicBezTo>
                      <a:pt x="2" y="12"/>
                      <a:pt x="0" y="8"/>
                      <a:pt x="0" y="5"/>
                    </a:cubicBezTo>
                    <a:cubicBezTo>
                      <a:pt x="0" y="3"/>
                      <a:pt x="3" y="1"/>
                      <a:pt x="4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2" y="4"/>
                      <a:pt x="12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7" y="7"/>
                      <a:pt x="10" y="12"/>
                      <a:pt x="6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2" name="Freeform 91">
                <a:extLst>
                  <a:ext uri="{FF2B5EF4-FFF2-40B4-BE49-F238E27FC236}">
                    <a16:creationId xmlns:a16="http://schemas.microsoft.com/office/drawing/2014/main" id="{FF0E35D1-60BD-41C3-9D6F-657D04420F12}"/>
                  </a:ext>
                </a:extLst>
              </p:cNvPr>
              <p:cNvSpPr/>
              <p:nvPr/>
            </p:nvSpPr>
            <p:spPr bwMode="auto">
              <a:xfrm>
                <a:off x="3397250" y="1928813"/>
                <a:ext cx="109538" cy="106363"/>
              </a:xfrm>
              <a:custGeom>
                <a:avLst/>
                <a:gdLst/>
                <a:ahLst/>
                <a:cxnLst>
                  <a:cxn ang="0">
                    <a:pos x="4" y="67"/>
                  </a:cxn>
                  <a:cxn ang="0">
                    <a:pos x="0" y="62"/>
                  </a:cxn>
                  <a:cxn ang="0">
                    <a:pos x="8" y="54"/>
                  </a:cxn>
                  <a:cxn ang="0">
                    <a:pos x="8" y="51"/>
                  </a:cxn>
                  <a:cxn ang="0">
                    <a:pos x="4" y="49"/>
                  </a:cxn>
                  <a:cxn ang="0">
                    <a:pos x="28" y="13"/>
                  </a:cxn>
                  <a:cxn ang="0">
                    <a:pos x="41" y="0"/>
                  </a:cxn>
                  <a:cxn ang="0">
                    <a:pos x="44" y="4"/>
                  </a:cxn>
                  <a:cxn ang="0">
                    <a:pos x="32" y="27"/>
                  </a:cxn>
                  <a:cxn ang="0">
                    <a:pos x="32" y="31"/>
                  </a:cxn>
                  <a:cxn ang="0">
                    <a:pos x="39" y="27"/>
                  </a:cxn>
                  <a:cxn ang="0">
                    <a:pos x="46" y="29"/>
                  </a:cxn>
                  <a:cxn ang="0">
                    <a:pos x="44" y="32"/>
                  </a:cxn>
                  <a:cxn ang="0">
                    <a:pos x="44" y="36"/>
                  </a:cxn>
                  <a:cxn ang="0">
                    <a:pos x="52" y="36"/>
                  </a:cxn>
                  <a:cxn ang="0">
                    <a:pos x="52" y="38"/>
                  </a:cxn>
                  <a:cxn ang="0">
                    <a:pos x="57" y="36"/>
                  </a:cxn>
                  <a:cxn ang="0">
                    <a:pos x="70" y="36"/>
                  </a:cxn>
                  <a:cxn ang="0">
                    <a:pos x="69" y="51"/>
                  </a:cxn>
                  <a:cxn ang="0">
                    <a:pos x="74" y="49"/>
                  </a:cxn>
                  <a:cxn ang="0">
                    <a:pos x="70" y="56"/>
                  </a:cxn>
                  <a:cxn ang="0">
                    <a:pos x="73" y="63"/>
                  </a:cxn>
                  <a:cxn ang="0">
                    <a:pos x="79" y="60"/>
                  </a:cxn>
                  <a:cxn ang="0">
                    <a:pos x="82" y="70"/>
                  </a:cxn>
                  <a:cxn ang="0">
                    <a:pos x="75" y="80"/>
                  </a:cxn>
                  <a:cxn ang="0">
                    <a:pos x="71" y="75"/>
                  </a:cxn>
                  <a:cxn ang="0">
                    <a:pos x="67" y="74"/>
                  </a:cxn>
                  <a:cxn ang="0">
                    <a:pos x="63" y="62"/>
                  </a:cxn>
                  <a:cxn ang="0">
                    <a:pos x="50" y="74"/>
                  </a:cxn>
                  <a:cxn ang="0">
                    <a:pos x="47" y="74"/>
                  </a:cxn>
                  <a:cxn ang="0">
                    <a:pos x="52" y="67"/>
                  </a:cxn>
                  <a:cxn ang="0">
                    <a:pos x="40" y="65"/>
                  </a:cxn>
                  <a:cxn ang="0">
                    <a:pos x="31" y="67"/>
                  </a:cxn>
                  <a:cxn ang="0">
                    <a:pos x="18" y="64"/>
                  </a:cxn>
                  <a:cxn ang="0">
                    <a:pos x="4" y="67"/>
                  </a:cxn>
                </a:cxnLst>
                <a:rect l="0" t="0" r="r" b="b"/>
                <a:pathLst>
                  <a:path w="82" h="80">
                    <a:moveTo>
                      <a:pt x="4" y="67"/>
                    </a:moveTo>
                    <a:cubicBezTo>
                      <a:pt x="2" y="67"/>
                      <a:pt x="0" y="64"/>
                      <a:pt x="0" y="62"/>
                    </a:cubicBezTo>
                    <a:cubicBezTo>
                      <a:pt x="0" y="61"/>
                      <a:pt x="8" y="55"/>
                      <a:pt x="8" y="54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6" y="51"/>
                      <a:pt x="5" y="51"/>
                      <a:pt x="4" y="49"/>
                    </a:cubicBezTo>
                    <a:cubicBezTo>
                      <a:pt x="17" y="43"/>
                      <a:pt x="21" y="23"/>
                      <a:pt x="28" y="13"/>
                    </a:cubicBezTo>
                    <a:cubicBezTo>
                      <a:pt x="32" y="7"/>
                      <a:pt x="34" y="0"/>
                      <a:pt x="41" y="0"/>
                    </a:cubicBezTo>
                    <a:cubicBezTo>
                      <a:pt x="43" y="0"/>
                      <a:pt x="44" y="3"/>
                      <a:pt x="44" y="4"/>
                    </a:cubicBezTo>
                    <a:cubicBezTo>
                      <a:pt x="44" y="14"/>
                      <a:pt x="35" y="19"/>
                      <a:pt x="32" y="27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6" y="30"/>
                      <a:pt x="36" y="27"/>
                      <a:pt x="39" y="27"/>
                    </a:cubicBezTo>
                    <a:cubicBezTo>
                      <a:pt x="42" y="27"/>
                      <a:pt x="44" y="28"/>
                      <a:pt x="46" y="29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8"/>
                      <a:pt x="52" y="38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62" y="37"/>
                      <a:pt x="68" y="37"/>
                      <a:pt x="70" y="36"/>
                    </a:cubicBezTo>
                    <a:cubicBezTo>
                      <a:pt x="70" y="40"/>
                      <a:pt x="69" y="44"/>
                      <a:pt x="69" y="51"/>
                    </a:cubicBezTo>
                    <a:cubicBezTo>
                      <a:pt x="70" y="50"/>
                      <a:pt x="73" y="49"/>
                      <a:pt x="74" y="49"/>
                    </a:cubicBezTo>
                    <a:cubicBezTo>
                      <a:pt x="74" y="53"/>
                      <a:pt x="70" y="54"/>
                      <a:pt x="70" y="56"/>
                    </a:cubicBezTo>
                    <a:cubicBezTo>
                      <a:pt x="70" y="58"/>
                      <a:pt x="73" y="60"/>
                      <a:pt x="73" y="63"/>
                    </a:cubicBezTo>
                    <a:cubicBezTo>
                      <a:pt x="77" y="63"/>
                      <a:pt x="76" y="62"/>
                      <a:pt x="79" y="60"/>
                    </a:cubicBezTo>
                    <a:cubicBezTo>
                      <a:pt x="79" y="66"/>
                      <a:pt x="82" y="65"/>
                      <a:pt x="82" y="70"/>
                    </a:cubicBezTo>
                    <a:cubicBezTo>
                      <a:pt x="82" y="75"/>
                      <a:pt x="79" y="80"/>
                      <a:pt x="75" y="80"/>
                    </a:cubicBezTo>
                    <a:cubicBezTo>
                      <a:pt x="72" y="80"/>
                      <a:pt x="71" y="77"/>
                      <a:pt x="71" y="75"/>
                    </a:cubicBezTo>
                    <a:cubicBezTo>
                      <a:pt x="69" y="75"/>
                      <a:pt x="69" y="74"/>
                      <a:pt x="67" y="74"/>
                    </a:cubicBezTo>
                    <a:cubicBezTo>
                      <a:pt x="64" y="74"/>
                      <a:pt x="66" y="66"/>
                      <a:pt x="63" y="62"/>
                    </a:cubicBezTo>
                    <a:cubicBezTo>
                      <a:pt x="59" y="67"/>
                      <a:pt x="55" y="74"/>
                      <a:pt x="50" y="74"/>
                    </a:cubicBezTo>
                    <a:cubicBezTo>
                      <a:pt x="49" y="74"/>
                      <a:pt x="47" y="75"/>
                      <a:pt x="47" y="74"/>
                    </a:cubicBezTo>
                    <a:cubicBezTo>
                      <a:pt x="47" y="70"/>
                      <a:pt x="51" y="70"/>
                      <a:pt x="52" y="67"/>
                    </a:cubicBezTo>
                    <a:cubicBezTo>
                      <a:pt x="48" y="67"/>
                      <a:pt x="42" y="70"/>
                      <a:pt x="40" y="65"/>
                    </a:cubicBezTo>
                    <a:cubicBezTo>
                      <a:pt x="37" y="66"/>
                      <a:pt x="34" y="67"/>
                      <a:pt x="31" y="67"/>
                    </a:cubicBezTo>
                    <a:cubicBezTo>
                      <a:pt x="25" y="67"/>
                      <a:pt x="23" y="64"/>
                      <a:pt x="18" y="64"/>
                    </a:cubicBezTo>
                    <a:cubicBezTo>
                      <a:pt x="11" y="64"/>
                      <a:pt x="9" y="67"/>
                      <a:pt x="4" y="6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3" name="Freeform 92">
                <a:extLst>
                  <a:ext uri="{FF2B5EF4-FFF2-40B4-BE49-F238E27FC236}">
                    <a16:creationId xmlns:a16="http://schemas.microsoft.com/office/drawing/2014/main" id="{C5009A67-BE2D-4240-88B4-D9910B8A19FF}"/>
                  </a:ext>
                </a:extLst>
              </p:cNvPr>
              <p:cNvSpPr/>
              <p:nvPr/>
            </p:nvSpPr>
            <p:spPr bwMode="auto">
              <a:xfrm>
                <a:off x="2427288" y="2314575"/>
                <a:ext cx="671513" cy="450850"/>
              </a:xfrm>
              <a:custGeom>
                <a:avLst/>
                <a:gdLst/>
                <a:ahLst/>
                <a:cxnLst>
                  <a:cxn ang="0">
                    <a:pos x="250" y="98"/>
                  </a:cxn>
                  <a:cxn ang="0">
                    <a:pos x="246" y="141"/>
                  </a:cxn>
                  <a:cxn ang="0">
                    <a:pos x="251" y="160"/>
                  </a:cxn>
                  <a:cxn ang="0">
                    <a:pos x="281" y="192"/>
                  </a:cxn>
                  <a:cxn ang="0">
                    <a:pos x="312" y="191"/>
                  </a:cxn>
                  <a:cxn ang="0">
                    <a:pos x="327" y="187"/>
                  </a:cxn>
                  <a:cxn ang="0">
                    <a:pos x="363" y="152"/>
                  </a:cxn>
                  <a:cxn ang="0">
                    <a:pos x="382" y="154"/>
                  </a:cxn>
                  <a:cxn ang="0">
                    <a:pos x="374" y="180"/>
                  </a:cxn>
                  <a:cxn ang="0">
                    <a:pos x="369" y="192"/>
                  </a:cxn>
                  <a:cxn ang="0">
                    <a:pos x="365" y="213"/>
                  </a:cxn>
                  <a:cxn ang="0">
                    <a:pos x="357" y="224"/>
                  </a:cxn>
                  <a:cxn ang="0">
                    <a:pos x="405" y="226"/>
                  </a:cxn>
                  <a:cxn ang="0">
                    <a:pos x="426" y="242"/>
                  </a:cxn>
                  <a:cxn ang="0">
                    <a:pos x="423" y="289"/>
                  </a:cxn>
                  <a:cxn ang="0">
                    <a:pos x="451" y="316"/>
                  </a:cxn>
                  <a:cxn ang="0">
                    <a:pos x="504" y="322"/>
                  </a:cxn>
                  <a:cxn ang="0">
                    <a:pos x="488" y="329"/>
                  </a:cxn>
                  <a:cxn ang="0">
                    <a:pos x="480" y="316"/>
                  </a:cxn>
                  <a:cxn ang="0">
                    <a:pos x="468" y="332"/>
                  </a:cxn>
                  <a:cxn ang="0">
                    <a:pos x="446" y="326"/>
                  </a:cxn>
                  <a:cxn ang="0">
                    <a:pos x="431" y="323"/>
                  </a:cxn>
                  <a:cxn ang="0">
                    <a:pos x="406" y="302"/>
                  </a:cxn>
                  <a:cxn ang="0">
                    <a:pos x="402" y="306"/>
                  </a:cxn>
                  <a:cxn ang="0">
                    <a:pos x="391" y="281"/>
                  </a:cxn>
                  <a:cxn ang="0">
                    <a:pos x="372" y="260"/>
                  </a:cxn>
                  <a:cxn ang="0">
                    <a:pos x="345" y="255"/>
                  </a:cxn>
                  <a:cxn ang="0">
                    <a:pos x="294" y="226"/>
                  </a:cxn>
                  <a:cxn ang="0">
                    <a:pos x="282" y="222"/>
                  </a:cxn>
                  <a:cxn ang="0">
                    <a:pos x="256" y="227"/>
                  </a:cxn>
                  <a:cxn ang="0">
                    <a:pos x="221" y="214"/>
                  </a:cxn>
                  <a:cxn ang="0">
                    <a:pos x="195" y="203"/>
                  </a:cxn>
                  <a:cxn ang="0">
                    <a:pos x="175" y="195"/>
                  </a:cxn>
                  <a:cxn ang="0">
                    <a:pos x="148" y="172"/>
                  </a:cxn>
                  <a:cxn ang="0">
                    <a:pos x="148" y="150"/>
                  </a:cxn>
                  <a:cxn ang="0">
                    <a:pos x="102" y="101"/>
                  </a:cxn>
                  <a:cxn ang="0">
                    <a:pos x="82" y="68"/>
                  </a:cxn>
                  <a:cxn ang="0">
                    <a:pos x="62" y="53"/>
                  </a:cxn>
                  <a:cxn ang="0">
                    <a:pos x="49" y="22"/>
                  </a:cxn>
                  <a:cxn ang="0">
                    <a:pos x="28" y="19"/>
                  </a:cxn>
                  <a:cxn ang="0">
                    <a:pos x="49" y="53"/>
                  </a:cxn>
                  <a:cxn ang="0">
                    <a:pos x="73" y="95"/>
                  </a:cxn>
                  <a:cxn ang="0">
                    <a:pos x="96" y="130"/>
                  </a:cxn>
                  <a:cxn ang="0">
                    <a:pos x="86" y="127"/>
                  </a:cxn>
                  <a:cxn ang="0">
                    <a:pos x="65" y="109"/>
                  </a:cxn>
                  <a:cxn ang="0">
                    <a:pos x="52" y="84"/>
                  </a:cxn>
                  <a:cxn ang="0">
                    <a:pos x="40" y="69"/>
                  </a:cxn>
                  <a:cxn ang="0">
                    <a:pos x="11" y="24"/>
                  </a:cxn>
                  <a:cxn ang="0">
                    <a:pos x="0" y="0"/>
                  </a:cxn>
                  <a:cxn ang="0">
                    <a:pos x="76" y="16"/>
                  </a:cxn>
                  <a:cxn ang="0">
                    <a:pos x="113" y="10"/>
                  </a:cxn>
                  <a:cxn ang="0">
                    <a:pos x="152" y="29"/>
                  </a:cxn>
                  <a:cxn ang="0">
                    <a:pos x="188" y="38"/>
                  </a:cxn>
                  <a:cxn ang="0">
                    <a:pos x="249" y="90"/>
                  </a:cxn>
                  <a:cxn ang="0">
                    <a:pos x="247" y="86"/>
                  </a:cxn>
                </a:cxnLst>
                <a:rect l="0" t="0" r="r" b="b"/>
                <a:pathLst>
                  <a:path w="504" h="338">
                    <a:moveTo>
                      <a:pt x="248" y="91"/>
                    </a:moveTo>
                    <a:cubicBezTo>
                      <a:pt x="249" y="94"/>
                      <a:pt x="250" y="96"/>
                      <a:pt x="250" y="98"/>
                    </a:cubicBezTo>
                    <a:cubicBezTo>
                      <a:pt x="250" y="106"/>
                      <a:pt x="247" y="109"/>
                      <a:pt x="246" y="116"/>
                    </a:cubicBezTo>
                    <a:cubicBezTo>
                      <a:pt x="246" y="141"/>
                      <a:pt x="246" y="141"/>
                      <a:pt x="246" y="141"/>
                    </a:cubicBezTo>
                    <a:cubicBezTo>
                      <a:pt x="245" y="144"/>
                      <a:pt x="248" y="148"/>
                      <a:pt x="249" y="150"/>
                    </a:cubicBezTo>
                    <a:cubicBezTo>
                      <a:pt x="251" y="154"/>
                      <a:pt x="249" y="156"/>
                      <a:pt x="251" y="160"/>
                    </a:cubicBezTo>
                    <a:cubicBezTo>
                      <a:pt x="252" y="164"/>
                      <a:pt x="258" y="170"/>
                      <a:pt x="261" y="173"/>
                    </a:cubicBezTo>
                    <a:cubicBezTo>
                      <a:pt x="269" y="181"/>
                      <a:pt x="269" y="188"/>
                      <a:pt x="281" y="192"/>
                    </a:cubicBezTo>
                    <a:cubicBezTo>
                      <a:pt x="285" y="193"/>
                      <a:pt x="285" y="197"/>
                      <a:pt x="288" y="197"/>
                    </a:cubicBezTo>
                    <a:cubicBezTo>
                      <a:pt x="297" y="197"/>
                      <a:pt x="304" y="191"/>
                      <a:pt x="312" y="191"/>
                    </a:cubicBezTo>
                    <a:cubicBezTo>
                      <a:pt x="317" y="191"/>
                      <a:pt x="319" y="194"/>
                      <a:pt x="321" y="194"/>
                    </a:cubicBezTo>
                    <a:cubicBezTo>
                      <a:pt x="324" y="194"/>
                      <a:pt x="327" y="188"/>
                      <a:pt x="327" y="187"/>
                    </a:cubicBezTo>
                    <a:cubicBezTo>
                      <a:pt x="329" y="181"/>
                      <a:pt x="336" y="176"/>
                      <a:pt x="336" y="169"/>
                    </a:cubicBezTo>
                    <a:cubicBezTo>
                      <a:pt x="336" y="156"/>
                      <a:pt x="351" y="152"/>
                      <a:pt x="363" y="152"/>
                    </a:cubicBezTo>
                    <a:cubicBezTo>
                      <a:pt x="367" y="152"/>
                      <a:pt x="370" y="152"/>
                      <a:pt x="372" y="153"/>
                    </a:cubicBezTo>
                    <a:cubicBezTo>
                      <a:pt x="373" y="154"/>
                      <a:pt x="379" y="154"/>
                      <a:pt x="382" y="154"/>
                    </a:cubicBezTo>
                    <a:cubicBezTo>
                      <a:pt x="382" y="155"/>
                      <a:pt x="382" y="157"/>
                      <a:pt x="382" y="158"/>
                    </a:cubicBezTo>
                    <a:cubicBezTo>
                      <a:pt x="382" y="164"/>
                      <a:pt x="374" y="172"/>
                      <a:pt x="374" y="180"/>
                    </a:cubicBezTo>
                    <a:cubicBezTo>
                      <a:pt x="374" y="188"/>
                      <a:pt x="372" y="191"/>
                      <a:pt x="369" y="195"/>
                    </a:cubicBezTo>
                    <a:cubicBezTo>
                      <a:pt x="369" y="194"/>
                      <a:pt x="369" y="193"/>
                      <a:pt x="369" y="192"/>
                    </a:cubicBezTo>
                    <a:cubicBezTo>
                      <a:pt x="368" y="192"/>
                      <a:pt x="367" y="192"/>
                      <a:pt x="365" y="192"/>
                    </a:cubicBezTo>
                    <a:cubicBezTo>
                      <a:pt x="365" y="197"/>
                      <a:pt x="365" y="207"/>
                      <a:pt x="365" y="213"/>
                    </a:cubicBezTo>
                    <a:cubicBezTo>
                      <a:pt x="365" y="217"/>
                      <a:pt x="360" y="219"/>
                      <a:pt x="357" y="222"/>
                    </a:cubicBezTo>
                    <a:cubicBezTo>
                      <a:pt x="357" y="223"/>
                      <a:pt x="357" y="223"/>
                      <a:pt x="357" y="224"/>
                    </a:cubicBezTo>
                    <a:cubicBezTo>
                      <a:pt x="357" y="227"/>
                      <a:pt x="360" y="229"/>
                      <a:pt x="363" y="229"/>
                    </a:cubicBezTo>
                    <a:cubicBezTo>
                      <a:pt x="377" y="229"/>
                      <a:pt x="389" y="226"/>
                      <a:pt x="405" y="226"/>
                    </a:cubicBezTo>
                    <a:cubicBezTo>
                      <a:pt x="415" y="226"/>
                      <a:pt x="418" y="234"/>
                      <a:pt x="426" y="236"/>
                    </a:cubicBezTo>
                    <a:cubicBezTo>
                      <a:pt x="426" y="238"/>
                      <a:pt x="426" y="240"/>
                      <a:pt x="426" y="242"/>
                    </a:cubicBezTo>
                    <a:cubicBezTo>
                      <a:pt x="426" y="246"/>
                      <a:pt x="425" y="257"/>
                      <a:pt x="423" y="262"/>
                    </a:cubicBezTo>
                    <a:cubicBezTo>
                      <a:pt x="423" y="272"/>
                      <a:pt x="423" y="281"/>
                      <a:pt x="423" y="289"/>
                    </a:cubicBezTo>
                    <a:cubicBezTo>
                      <a:pt x="423" y="298"/>
                      <a:pt x="432" y="302"/>
                      <a:pt x="439" y="306"/>
                    </a:cubicBezTo>
                    <a:cubicBezTo>
                      <a:pt x="444" y="308"/>
                      <a:pt x="444" y="316"/>
                      <a:pt x="451" y="316"/>
                    </a:cubicBezTo>
                    <a:cubicBezTo>
                      <a:pt x="463" y="316"/>
                      <a:pt x="469" y="307"/>
                      <a:pt x="479" y="307"/>
                    </a:cubicBezTo>
                    <a:cubicBezTo>
                      <a:pt x="491" y="307"/>
                      <a:pt x="497" y="316"/>
                      <a:pt x="504" y="322"/>
                    </a:cubicBezTo>
                    <a:cubicBezTo>
                      <a:pt x="503" y="323"/>
                      <a:pt x="494" y="333"/>
                      <a:pt x="493" y="332"/>
                    </a:cubicBezTo>
                    <a:cubicBezTo>
                      <a:pt x="492" y="331"/>
                      <a:pt x="488" y="330"/>
                      <a:pt x="488" y="329"/>
                    </a:cubicBezTo>
                    <a:cubicBezTo>
                      <a:pt x="488" y="327"/>
                      <a:pt x="490" y="326"/>
                      <a:pt x="491" y="324"/>
                    </a:cubicBezTo>
                    <a:cubicBezTo>
                      <a:pt x="486" y="322"/>
                      <a:pt x="484" y="316"/>
                      <a:pt x="480" y="316"/>
                    </a:cubicBezTo>
                    <a:cubicBezTo>
                      <a:pt x="476" y="316"/>
                      <a:pt x="464" y="325"/>
                      <a:pt x="464" y="328"/>
                    </a:cubicBezTo>
                    <a:cubicBezTo>
                      <a:pt x="464" y="330"/>
                      <a:pt x="467" y="331"/>
                      <a:pt x="468" y="332"/>
                    </a:cubicBezTo>
                    <a:cubicBezTo>
                      <a:pt x="467" y="336"/>
                      <a:pt x="465" y="338"/>
                      <a:pt x="461" y="338"/>
                    </a:cubicBezTo>
                    <a:cubicBezTo>
                      <a:pt x="454" y="338"/>
                      <a:pt x="450" y="330"/>
                      <a:pt x="446" y="326"/>
                    </a:cubicBezTo>
                    <a:cubicBezTo>
                      <a:pt x="443" y="323"/>
                      <a:pt x="436" y="326"/>
                      <a:pt x="433" y="326"/>
                    </a:cubicBezTo>
                    <a:cubicBezTo>
                      <a:pt x="432" y="326"/>
                      <a:pt x="431" y="324"/>
                      <a:pt x="431" y="323"/>
                    </a:cubicBezTo>
                    <a:cubicBezTo>
                      <a:pt x="424" y="322"/>
                      <a:pt x="424" y="318"/>
                      <a:pt x="423" y="314"/>
                    </a:cubicBezTo>
                    <a:cubicBezTo>
                      <a:pt x="421" y="311"/>
                      <a:pt x="406" y="302"/>
                      <a:pt x="406" y="302"/>
                    </a:cubicBezTo>
                    <a:cubicBezTo>
                      <a:pt x="405" y="304"/>
                      <a:pt x="405" y="305"/>
                      <a:pt x="406" y="306"/>
                    </a:cubicBezTo>
                    <a:cubicBezTo>
                      <a:pt x="402" y="306"/>
                      <a:pt x="402" y="306"/>
                      <a:pt x="402" y="306"/>
                    </a:cubicBezTo>
                    <a:cubicBezTo>
                      <a:pt x="395" y="302"/>
                      <a:pt x="399" y="296"/>
                      <a:pt x="397" y="289"/>
                    </a:cubicBezTo>
                    <a:cubicBezTo>
                      <a:pt x="396" y="285"/>
                      <a:pt x="394" y="284"/>
                      <a:pt x="391" y="281"/>
                    </a:cubicBezTo>
                    <a:cubicBezTo>
                      <a:pt x="384" y="274"/>
                      <a:pt x="377" y="270"/>
                      <a:pt x="374" y="260"/>
                    </a:cubicBezTo>
                    <a:cubicBezTo>
                      <a:pt x="373" y="260"/>
                      <a:pt x="372" y="260"/>
                      <a:pt x="372" y="260"/>
                    </a:cubicBezTo>
                    <a:cubicBezTo>
                      <a:pt x="368" y="260"/>
                      <a:pt x="366" y="262"/>
                      <a:pt x="363" y="262"/>
                    </a:cubicBezTo>
                    <a:cubicBezTo>
                      <a:pt x="355" y="262"/>
                      <a:pt x="350" y="257"/>
                      <a:pt x="345" y="255"/>
                    </a:cubicBezTo>
                    <a:cubicBezTo>
                      <a:pt x="336" y="251"/>
                      <a:pt x="330" y="253"/>
                      <a:pt x="321" y="248"/>
                    </a:cubicBezTo>
                    <a:cubicBezTo>
                      <a:pt x="308" y="242"/>
                      <a:pt x="306" y="232"/>
                      <a:pt x="294" y="226"/>
                    </a:cubicBezTo>
                    <a:cubicBezTo>
                      <a:pt x="291" y="226"/>
                      <a:pt x="291" y="226"/>
                      <a:pt x="291" y="226"/>
                    </a:cubicBezTo>
                    <a:cubicBezTo>
                      <a:pt x="288" y="224"/>
                      <a:pt x="285" y="222"/>
                      <a:pt x="282" y="222"/>
                    </a:cubicBezTo>
                    <a:cubicBezTo>
                      <a:pt x="274" y="222"/>
                      <a:pt x="272" y="231"/>
                      <a:pt x="265" y="231"/>
                    </a:cubicBezTo>
                    <a:cubicBezTo>
                      <a:pt x="261" y="231"/>
                      <a:pt x="258" y="228"/>
                      <a:pt x="256" y="227"/>
                    </a:cubicBezTo>
                    <a:cubicBezTo>
                      <a:pt x="252" y="225"/>
                      <a:pt x="249" y="226"/>
                      <a:pt x="246" y="226"/>
                    </a:cubicBezTo>
                    <a:cubicBezTo>
                      <a:pt x="241" y="226"/>
                      <a:pt x="226" y="216"/>
                      <a:pt x="221" y="214"/>
                    </a:cubicBezTo>
                    <a:cubicBezTo>
                      <a:pt x="216" y="211"/>
                      <a:pt x="213" y="214"/>
                      <a:pt x="208" y="213"/>
                    </a:cubicBezTo>
                    <a:cubicBezTo>
                      <a:pt x="202" y="211"/>
                      <a:pt x="201" y="206"/>
                      <a:pt x="195" y="203"/>
                    </a:cubicBezTo>
                    <a:cubicBezTo>
                      <a:pt x="189" y="200"/>
                      <a:pt x="186" y="201"/>
                      <a:pt x="180" y="198"/>
                    </a:cubicBezTo>
                    <a:cubicBezTo>
                      <a:pt x="177" y="197"/>
                      <a:pt x="177" y="196"/>
                      <a:pt x="175" y="195"/>
                    </a:cubicBezTo>
                    <a:cubicBezTo>
                      <a:pt x="170" y="190"/>
                      <a:pt x="156" y="187"/>
                      <a:pt x="155" y="181"/>
                    </a:cubicBezTo>
                    <a:cubicBezTo>
                      <a:pt x="151" y="181"/>
                      <a:pt x="148" y="176"/>
                      <a:pt x="148" y="172"/>
                    </a:cubicBezTo>
                    <a:cubicBezTo>
                      <a:pt x="148" y="167"/>
                      <a:pt x="153" y="165"/>
                      <a:pt x="153" y="160"/>
                    </a:cubicBezTo>
                    <a:cubicBezTo>
                      <a:pt x="153" y="154"/>
                      <a:pt x="149" y="153"/>
                      <a:pt x="148" y="150"/>
                    </a:cubicBezTo>
                    <a:cubicBezTo>
                      <a:pt x="143" y="134"/>
                      <a:pt x="128" y="121"/>
                      <a:pt x="118" y="111"/>
                    </a:cubicBezTo>
                    <a:cubicBezTo>
                      <a:pt x="114" y="107"/>
                      <a:pt x="107" y="105"/>
                      <a:pt x="102" y="101"/>
                    </a:cubicBezTo>
                    <a:cubicBezTo>
                      <a:pt x="99" y="97"/>
                      <a:pt x="102" y="93"/>
                      <a:pt x="100" y="88"/>
                    </a:cubicBezTo>
                    <a:cubicBezTo>
                      <a:pt x="96" y="80"/>
                      <a:pt x="82" y="79"/>
                      <a:pt x="82" y="68"/>
                    </a:cubicBezTo>
                    <a:cubicBezTo>
                      <a:pt x="78" y="68"/>
                      <a:pt x="79" y="67"/>
                      <a:pt x="77" y="68"/>
                    </a:cubicBezTo>
                    <a:cubicBezTo>
                      <a:pt x="72" y="63"/>
                      <a:pt x="67" y="58"/>
                      <a:pt x="62" y="53"/>
                    </a:cubicBezTo>
                    <a:cubicBezTo>
                      <a:pt x="58" y="49"/>
                      <a:pt x="60" y="42"/>
                      <a:pt x="56" y="38"/>
                    </a:cubicBezTo>
                    <a:cubicBezTo>
                      <a:pt x="52" y="34"/>
                      <a:pt x="53" y="24"/>
                      <a:pt x="49" y="22"/>
                    </a:cubicBezTo>
                    <a:cubicBezTo>
                      <a:pt x="42" y="19"/>
                      <a:pt x="35" y="19"/>
                      <a:pt x="29" y="13"/>
                    </a:cubicBezTo>
                    <a:cubicBezTo>
                      <a:pt x="27" y="15"/>
                      <a:pt x="28" y="18"/>
                      <a:pt x="28" y="19"/>
                    </a:cubicBezTo>
                    <a:cubicBezTo>
                      <a:pt x="28" y="28"/>
                      <a:pt x="32" y="34"/>
                      <a:pt x="36" y="41"/>
                    </a:cubicBezTo>
                    <a:cubicBezTo>
                      <a:pt x="39" y="48"/>
                      <a:pt x="45" y="48"/>
                      <a:pt x="49" y="53"/>
                    </a:cubicBezTo>
                    <a:cubicBezTo>
                      <a:pt x="55" y="59"/>
                      <a:pt x="56" y="63"/>
                      <a:pt x="58" y="71"/>
                    </a:cubicBezTo>
                    <a:cubicBezTo>
                      <a:pt x="61" y="81"/>
                      <a:pt x="70" y="86"/>
                      <a:pt x="73" y="95"/>
                    </a:cubicBezTo>
                    <a:cubicBezTo>
                      <a:pt x="77" y="106"/>
                      <a:pt x="80" y="117"/>
                      <a:pt x="87" y="122"/>
                    </a:cubicBezTo>
                    <a:cubicBezTo>
                      <a:pt x="91" y="119"/>
                      <a:pt x="96" y="126"/>
                      <a:pt x="96" y="130"/>
                    </a:cubicBezTo>
                    <a:cubicBezTo>
                      <a:pt x="96" y="132"/>
                      <a:pt x="95" y="136"/>
                      <a:pt x="93" y="136"/>
                    </a:cubicBezTo>
                    <a:cubicBezTo>
                      <a:pt x="92" y="136"/>
                      <a:pt x="86" y="129"/>
                      <a:pt x="86" y="127"/>
                    </a:cubicBezTo>
                    <a:cubicBezTo>
                      <a:pt x="78" y="127"/>
                      <a:pt x="74" y="117"/>
                      <a:pt x="69" y="113"/>
                    </a:cubicBezTo>
                    <a:cubicBezTo>
                      <a:pt x="66" y="112"/>
                      <a:pt x="66" y="112"/>
                      <a:pt x="65" y="109"/>
                    </a:cubicBezTo>
                    <a:cubicBezTo>
                      <a:pt x="65" y="98"/>
                      <a:pt x="65" y="98"/>
                      <a:pt x="65" y="98"/>
                    </a:cubicBezTo>
                    <a:cubicBezTo>
                      <a:pt x="60" y="93"/>
                      <a:pt x="56" y="88"/>
                      <a:pt x="52" y="84"/>
                    </a:cubicBezTo>
                    <a:cubicBezTo>
                      <a:pt x="46" y="78"/>
                      <a:pt x="36" y="79"/>
                      <a:pt x="31" y="72"/>
                    </a:cubicBezTo>
                    <a:cubicBezTo>
                      <a:pt x="34" y="72"/>
                      <a:pt x="44" y="74"/>
                      <a:pt x="40" y="69"/>
                    </a:cubicBezTo>
                    <a:cubicBezTo>
                      <a:pt x="34" y="59"/>
                      <a:pt x="26" y="50"/>
                      <a:pt x="19" y="45"/>
                    </a:cubicBezTo>
                    <a:cubicBezTo>
                      <a:pt x="14" y="41"/>
                      <a:pt x="14" y="29"/>
                      <a:pt x="11" y="24"/>
                    </a:cubicBezTo>
                    <a:cubicBezTo>
                      <a:pt x="7" y="16"/>
                      <a:pt x="3" y="1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113" y="16"/>
                      <a:pt x="113" y="16"/>
                      <a:pt x="113" y="16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21" y="10"/>
                      <a:pt x="121" y="10"/>
                      <a:pt x="121" y="10"/>
                    </a:cubicBezTo>
                    <a:cubicBezTo>
                      <a:pt x="136" y="14"/>
                      <a:pt x="145" y="16"/>
                      <a:pt x="152" y="29"/>
                    </a:cubicBezTo>
                    <a:cubicBezTo>
                      <a:pt x="156" y="35"/>
                      <a:pt x="163" y="50"/>
                      <a:pt x="172" y="50"/>
                    </a:cubicBezTo>
                    <a:cubicBezTo>
                      <a:pt x="181" y="50"/>
                      <a:pt x="178" y="38"/>
                      <a:pt x="188" y="38"/>
                    </a:cubicBezTo>
                    <a:cubicBezTo>
                      <a:pt x="214" y="38"/>
                      <a:pt x="213" y="70"/>
                      <a:pt x="227" y="84"/>
                    </a:cubicBezTo>
                    <a:cubicBezTo>
                      <a:pt x="231" y="87"/>
                      <a:pt x="242" y="90"/>
                      <a:pt x="249" y="90"/>
                    </a:cubicBezTo>
                    <a:cubicBezTo>
                      <a:pt x="249" y="89"/>
                      <a:pt x="247" y="87"/>
                      <a:pt x="247" y="86"/>
                    </a:cubicBezTo>
                    <a:cubicBezTo>
                      <a:pt x="247" y="86"/>
                      <a:pt x="247" y="86"/>
                      <a:pt x="247" y="86"/>
                    </a:cubicBezTo>
                    <a:lnTo>
                      <a:pt x="248" y="9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4" name="Freeform 93">
                <a:extLst>
                  <a:ext uri="{FF2B5EF4-FFF2-40B4-BE49-F238E27FC236}">
                    <a16:creationId xmlns:a16="http://schemas.microsoft.com/office/drawing/2014/main" id="{27319004-5B8D-4AFB-9744-15901C01BD0D}"/>
                  </a:ext>
                </a:extLst>
              </p:cNvPr>
              <p:cNvSpPr/>
              <p:nvPr/>
            </p:nvSpPr>
            <p:spPr bwMode="auto">
              <a:xfrm>
                <a:off x="3016250" y="1895475"/>
                <a:ext cx="20638" cy="95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7"/>
                  </a:cxn>
                  <a:cxn ang="0">
                    <a:pos x="12" y="7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8">
                    <a:moveTo>
                      <a:pt x="0" y="0"/>
                    </a:moveTo>
                    <a:cubicBezTo>
                      <a:pt x="7" y="0"/>
                      <a:pt x="15" y="1"/>
                      <a:pt x="15" y="7"/>
                    </a:cubicBezTo>
                    <a:cubicBezTo>
                      <a:pt x="15" y="8"/>
                      <a:pt x="13" y="7"/>
                      <a:pt x="12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5" name="Freeform 94">
                <a:extLst>
                  <a:ext uri="{FF2B5EF4-FFF2-40B4-BE49-F238E27FC236}">
                    <a16:creationId xmlns:a16="http://schemas.microsoft.com/office/drawing/2014/main" id="{AD452719-B91D-4727-A232-06FDDA5A0A64}"/>
                  </a:ext>
                </a:extLst>
              </p:cNvPr>
              <p:cNvSpPr/>
              <p:nvPr/>
            </p:nvSpPr>
            <p:spPr bwMode="auto">
              <a:xfrm>
                <a:off x="2239963" y="1951038"/>
                <a:ext cx="79375" cy="50800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6" y="0"/>
                  </a:cxn>
                  <a:cxn ang="0">
                    <a:pos x="18" y="6"/>
                  </a:cxn>
                  <a:cxn ang="0">
                    <a:pos x="59" y="34"/>
                  </a:cxn>
                  <a:cxn ang="0">
                    <a:pos x="59" y="38"/>
                  </a:cxn>
                  <a:cxn ang="0">
                    <a:pos x="55" y="38"/>
                  </a:cxn>
                  <a:cxn ang="0">
                    <a:pos x="22" y="22"/>
                  </a:cxn>
                  <a:cxn ang="0">
                    <a:pos x="27" y="17"/>
                  </a:cxn>
                  <a:cxn ang="0">
                    <a:pos x="4" y="8"/>
                  </a:cxn>
                  <a:cxn ang="0">
                    <a:pos x="8" y="4"/>
                  </a:cxn>
                  <a:cxn ang="0">
                    <a:pos x="2" y="2"/>
                  </a:cxn>
                  <a:cxn ang="0">
                    <a:pos x="0" y="2"/>
                  </a:cxn>
                </a:cxnLst>
                <a:rect l="0" t="0" r="r" b="b"/>
                <a:pathLst>
                  <a:path w="59" h="38">
                    <a:moveTo>
                      <a:pt x="0" y="2"/>
                    </a:moveTo>
                    <a:cubicBezTo>
                      <a:pt x="2" y="1"/>
                      <a:pt x="4" y="0"/>
                      <a:pt x="6" y="0"/>
                    </a:cubicBezTo>
                    <a:cubicBezTo>
                      <a:pt x="11" y="0"/>
                      <a:pt x="15" y="5"/>
                      <a:pt x="18" y="6"/>
                    </a:cubicBezTo>
                    <a:cubicBezTo>
                      <a:pt x="37" y="12"/>
                      <a:pt x="48" y="23"/>
                      <a:pt x="59" y="34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58" y="38"/>
                      <a:pt x="56" y="38"/>
                      <a:pt x="55" y="38"/>
                    </a:cubicBezTo>
                    <a:cubicBezTo>
                      <a:pt x="45" y="38"/>
                      <a:pt x="29" y="26"/>
                      <a:pt x="22" y="22"/>
                    </a:cubicBezTo>
                    <a:cubicBezTo>
                      <a:pt x="23" y="19"/>
                      <a:pt x="25" y="19"/>
                      <a:pt x="27" y="17"/>
                    </a:cubicBezTo>
                    <a:cubicBezTo>
                      <a:pt x="18" y="17"/>
                      <a:pt x="6" y="13"/>
                      <a:pt x="4" y="8"/>
                    </a:cubicBezTo>
                    <a:cubicBezTo>
                      <a:pt x="6" y="7"/>
                      <a:pt x="8" y="5"/>
                      <a:pt x="8" y="4"/>
                    </a:cubicBezTo>
                    <a:cubicBezTo>
                      <a:pt x="6" y="3"/>
                      <a:pt x="2" y="2"/>
                      <a:pt x="2" y="2"/>
                    </a:cubicBezTo>
                    <a:lnTo>
                      <a:pt x="0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6" name="Freeform 95">
                <a:extLst>
                  <a:ext uri="{FF2B5EF4-FFF2-40B4-BE49-F238E27FC236}">
                    <a16:creationId xmlns:a16="http://schemas.microsoft.com/office/drawing/2014/main" id="{9595E12B-3CE4-4B70-8845-6C2D2360F49B}"/>
                  </a:ext>
                </a:extLst>
              </p:cNvPr>
              <p:cNvSpPr/>
              <p:nvPr/>
            </p:nvSpPr>
            <p:spPr bwMode="auto">
              <a:xfrm>
                <a:off x="2162175" y="1876425"/>
                <a:ext cx="28575" cy="39688"/>
              </a:xfrm>
              <a:custGeom>
                <a:avLst/>
                <a:gdLst/>
                <a:ahLst/>
                <a:cxnLst>
                  <a:cxn ang="0">
                    <a:pos x="5" y="12"/>
                  </a:cxn>
                  <a:cxn ang="0">
                    <a:pos x="0" y="4"/>
                  </a:cxn>
                  <a:cxn ang="0">
                    <a:pos x="0" y="0"/>
                  </a:cxn>
                  <a:cxn ang="0">
                    <a:pos x="10" y="3"/>
                  </a:cxn>
                  <a:cxn ang="0">
                    <a:pos x="7" y="8"/>
                  </a:cxn>
                  <a:cxn ang="0">
                    <a:pos x="13" y="3"/>
                  </a:cxn>
                  <a:cxn ang="0">
                    <a:pos x="13" y="12"/>
                  </a:cxn>
                  <a:cxn ang="0">
                    <a:pos x="15" y="18"/>
                  </a:cxn>
                  <a:cxn ang="0">
                    <a:pos x="13" y="22"/>
                  </a:cxn>
                  <a:cxn ang="0">
                    <a:pos x="17" y="30"/>
                  </a:cxn>
                  <a:cxn ang="0">
                    <a:pos x="10" y="22"/>
                  </a:cxn>
                  <a:cxn ang="0">
                    <a:pos x="12" y="17"/>
                  </a:cxn>
                  <a:cxn ang="0">
                    <a:pos x="5" y="12"/>
                  </a:cxn>
                </a:cxnLst>
                <a:rect l="0" t="0" r="r" b="b"/>
                <a:pathLst>
                  <a:path w="21" h="30">
                    <a:moveTo>
                      <a:pt x="5" y="12"/>
                    </a:moveTo>
                    <a:cubicBezTo>
                      <a:pt x="3" y="12"/>
                      <a:pt x="2" y="6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6" y="3"/>
                      <a:pt x="10" y="3"/>
                    </a:cubicBezTo>
                    <a:cubicBezTo>
                      <a:pt x="10" y="4"/>
                      <a:pt x="5" y="8"/>
                      <a:pt x="7" y="8"/>
                    </a:cubicBezTo>
                    <a:cubicBezTo>
                      <a:pt x="10" y="8"/>
                      <a:pt x="12" y="5"/>
                      <a:pt x="13" y="3"/>
                    </a:cubicBezTo>
                    <a:cubicBezTo>
                      <a:pt x="14" y="5"/>
                      <a:pt x="13" y="8"/>
                      <a:pt x="13" y="12"/>
                    </a:cubicBezTo>
                    <a:cubicBezTo>
                      <a:pt x="13" y="15"/>
                      <a:pt x="15" y="15"/>
                      <a:pt x="15" y="18"/>
                    </a:cubicBezTo>
                    <a:cubicBezTo>
                      <a:pt x="15" y="19"/>
                      <a:pt x="13" y="20"/>
                      <a:pt x="13" y="22"/>
                    </a:cubicBezTo>
                    <a:cubicBezTo>
                      <a:pt x="13" y="24"/>
                      <a:pt x="21" y="30"/>
                      <a:pt x="17" y="30"/>
                    </a:cubicBezTo>
                    <a:cubicBezTo>
                      <a:pt x="13" y="30"/>
                      <a:pt x="10" y="26"/>
                      <a:pt x="10" y="22"/>
                    </a:cubicBezTo>
                    <a:cubicBezTo>
                      <a:pt x="10" y="19"/>
                      <a:pt x="12" y="18"/>
                      <a:pt x="12" y="17"/>
                    </a:cubicBezTo>
                    <a:cubicBezTo>
                      <a:pt x="9" y="16"/>
                      <a:pt x="8" y="12"/>
                      <a:pt x="5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7" name="Freeform 96">
                <a:extLst>
                  <a:ext uri="{FF2B5EF4-FFF2-40B4-BE49-F238E27FC236}">
                    <a16:creationId xmlns:a16="http://schemas.microsoft.com/office/drawing/2014/main" id="{7EDA4655-88AC-4109-B522-1EB3531DC2E3}"/>
                  </a:ext>
                </a:extLst>
              </p:cNvPr>
              <p:cNvSpPr/>
              <p:nvPr/>
            </p:nvSpPr>
            <p:spPr bwMode="auto">
              <a:xfrm>
                <a:off x="1803400" y="1787525"/>
                <a:ext cx="34925" cy="23813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7" y="0"/>
                  </a:cxn>
                  <a:cxn ang="0">
                    <a:pos x="27" y="6"/>
                  </a:cxn>
                  <a:cxn ang="0">
                    <a:pos x="10" y="18"/>
                  </a:cxn>
                  <a:cxn ang="0">
                    <a:pos x="0" y="12"/>
                  </a:cxn>
                  <a:cxn ang="0">
                    <a:pos x="0" y="7"/>
                  </a:cxn>
                  <a:cxn ang="0">
                    <a:pos x="21" y="0"/>
                  </a:cxn>
                </a:cxnLst>
                <a:rect l="0" t="0" r="r" b="b"/>
                <a:pathLst>
                  <a:path w="27" h="18">
                    <a:moveTo>
                      <a:pt x="21" y="0"/>
                    </a:moveTo>
                    <a:cubicBezTo>
                      <a:pt x="25" y="0"/>
                      <a:pt x="25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9" y="10"/>
                      <a:pt x="16" y="13"/>
                      <a:pt x="10" y="18"/>
                    </a:cubicBezTo>
                    <a:cubicBezTo>
                      <a:pt x="6" y="15"/>
                      <a:pt x="3" y="15"/>
                      <a:pt x="0" y="1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8" y="5"/>
                      <a:pt x="14" y="0"/>
                      <a:pt x="2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8" name="Freeform 97">
                <a:extLst>
                  <a:ext uri="{FF2B5EF4-FFF2-40B4-BE49-F238E27FC236}">
                    <a16:creationId xmlns:a16="http://schemas.microsoft.com/office/drawing/2014/main" id="{660BC6A7-D0E1-4283-8A35-2BBA93504DB0}"/>
                  </a:ext>
                </a:extLst>
              </p:cNvPr>
              <p:cNvSpPr/>
              <p:nvPr/>
            </p:nvSpPr>
            <p:spPr bwMode="auto">
              <a:xfrm>
                <a:off x="3311525" y="1963738"/>
                <a:ext cx="42863" cy="22225"/>
              </a:xfrm>
              <a:custGeom>
                <a:avLst/>
                <a:gdLst/>
                <a:ahLst/>
                <a:cxnLst>
                  <a:cxn ang="0">
                    <a:pos x="26" y="17"/>
                  </a:cxn>
                  <a:cxn ang="0">
                    <a:pos x="32" y="14"/>
                  </a:cxn>
                  <a:cxn ang="0">
                    <a:pos x="0" y="3"/>
                  </a:cxn>
                  <a:cxn ang="0">
                    <a:pos x="26" y="17"/>
                  </a:cxn>
                </a:cxnLst>
                <a:rect l="0" t="0" r="r" b="b"/>
                <a:pathLst>
                  <a:path w="32" h="17">
                    <a:moveTo>
                      <a:pt x="26" y="17"/>
                    </a:moveTo>
                    <a:cubicBezTo>
                      <a:pt x="29" y="17"/>
                      <a:pt x="30" y="16"/>
                      <a:pt x="32" y="14"/>
                    </a:cubicBezTo>
                    <a:cubicBezTo>
                      <a:pt x="22" y="9"/>
                      <a:pt x="14" y="0"/>
                      <a:pt x="0" y="3"/>
                    </a:cubicBezTo>
                    <a:cubicBezTo>
                      <a:pt x="6" y="7"/>
                      <a:pt x="18" y="17"/>
                      <a:pt x="26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69" name="Freeform 98">
                <a:extLst>
                  <a:ext uri="{FF2B5EF4-FFF2-40B4-BE49-F238E27FC236}">
                    <a16:creationId xmlns:a16="http://schemas.microsoft.com/office/drawing/2014/main" id="{4A20D495-78F1-44D8-838B-5A031A44EA46}"/>
                  </a:ext>
                </a:extLst>
              </p:cNvPr>
              <p:cNvSpPr/>
              <p:nvPr/>
            </p:nvSpPr>
            <p:spPr bwMode="auto">
              <a:xfrm>
                <a:off x="3314700" y="2030413"/>
                <a:ext cx="31750" cy="206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1" y="7"/>
                  </a:cxn>
                  <a:cxn ang="0">
                    <a:pos x="24" y="7"/>
                  </a:cxn>
                  <a:cxn ang="0">
                    <a:pos x="24" y="10"/>
                  </a:cxn>
                  <a:cxn ang="0">
                    <a:pos x="19" y="15"/>
                  </a:cxn>
                  <a:cxn ang="0">
                    <a:pos x="0" y="3"/>
                  </a:cxn>
                  <a:cxn ang="0">
                    <a:pos x="1" y="0"/>
                  </a:cxn>
                </a:cxnLst>
                <a:rect l="0" t="0" r="r" b="b"/>
                <a:pathLst>
                  <a:path w="24" h="15">
                    <a:moveTo>
                      <a:pt x="1" y="0"/>
                    </a:moveTo>
                    <a:cubicBezTo>
                      <a:pt x="4" y="4"/>
                      <a:pt x="7" y="6"/>
                      <a:pt x="11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8"/>
                      <a:pt x="24" y="9"/>
                      <a:pt x="24" y="10"/>
                    </a:cubicBezTo>
                    <a:cubicBezTo>
                      <a:pt x="24" y="12"/>
                      <a:pt x="20" y="15"/>
                      <a:pt x="19" y="15"/>
                    </a:cubicBezTo>
                    <a:cubicBezTo>
                      <a:pt x="16" y="15"/>
                      <a:pt x="0" y="6"/>
                      <a:pt x="0" y="3"/>
                    </a:cubicBezTo>
                    <a:cubicBezTo>
                      <a:pt x="0" y="2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70" name="Freeform 99">
                <a:extLst>
                  <a:ext uri="{FF2B5EF4-FFF2-40B4-BE49-F238E27FC236}">
                    <a16:creationId xmlns:a16="http://schemas.microsoft.com/office/drawing/2014/main" id="{89AF2556-F756-4127-B1AA-E9A3D7CF56FD}"/>
                  </a:ext>
                </a:extLst>
              </p:cNvPr>
              <p:cNvSpPr/>
              <p:nvPr/>
            </p:nvSpPr>
            <p:spPr bwMode="auto">
              <a:xfrm>
                <a:off x="3362325" y="2030413"/>
                <a:ext cx="22225" cy="26988"/>
              </a:xfrm>
              <a:custGeom>
                <a:avLst/>
                <a:gdLst/>
                <a:ahLst/>
                <a:cxnLst>
                  <a:cxn ang="0">
                    <a:pos x="17" y="12"/>
                  </a:cxn>
                  <a:cxn ang="0">
                    <a:pos x="17" y="15"/>
                  </a:cxn>
                  <a:cxn ang="0">
                    <a:pos x="7" y="20"/>
                  </a:cxn>
                  <a:cxn ang="0">
                    <a:pos x="0" y="15"/>
                  </a:cxn>
                  <a:cxn ang="0">
                    <a:pos x="10" y="0"/>
                  </a:cxn>
                  <a:cxn ang="0">
                    <a:pos x="14" y="5"/>
                  </a:cxn>
                  <a:cxn ang="0">
                    <a:pos x="17" y="12"/>
                  </a:cxn>
                </a:cxnLst>
                <a:rect l="0" t="0" r="r" b="b"/>
                <a:pathLst>
                  <a:path w="17" h="20">
                    <a:moveTo>
                      <a:pt x="17" y="12"/>
                    </a:moveTo>
                    <a:cubicBezTo>
                      <a:pt x="17" y="12"/>
                      <a:pt x="17" y="14"/>
                      <a:pt x="17" y="15"/>
                    </a:cubicBezTo>
                    <a:cubicBezTo>
                      <a:pt x="17" y="18"/>
                      <a:pt x="12" y="20"/>
                      <a:pt x="7" y="20"/>
                    </a:cubicBezTo>
                    <a:cubicBezTo>
                      <a:pt x="3" y="20"/>
                      <a:pt x="0" y="18"/>
                      <a:pt x="0" y="15"/>
                    </a:cubicBezTo>
                    <a:cubicBezTo>
                      <a:pt x="0" y="13"/>
                      <a:pt x="6" y="2"/>
                      <a:pt x="10" y="0"/>
                    </a:cubicBezTo>
                    <a:cubicBezTo>
                      <a:pt x="11" y="2"/>
                      <a:pt x="14" y="3"/>
                      <a:pt x="14" y="5"/>
                    </a:cubicBezTo>
                    <a:cubicBezTo>
                      <a:pt x="14" y="9"/>
                      <a:pt x="7" y="12"/>
                      <a:pt x="17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71" name="Freeform 100">
                <a:extLst>
                  <a:ext uri="{FF2B5EF4-FFF2-40B4-BE49-F238E27FC236}">
                    <a16:creationId xmlns:a16="http://schemas.microsoft.com/office/drawing/2014/main" id="{31195890-2912-4521-8F4E-77110359E280}"/>
                  </a:ext>
                </a:extLst>
              </p:cNvPr>
              <p:cNvSpPr/>
              <p:nvPr/>
            </p:nvSpPr>
            <p:spPr bwMode="auto">
              <a:xfrm>
                <a:off x="1593850" y="1724025"/>
                <a:ext cx="26988" cy="12700"/>
              </a:xfrm>
              <a:custGeom>
                <a:avLst/>
                <a:gdLst/>
                <a:ahLst/>
                <a:cxnLst>
                  <a:cxn ang="0">
                    <a:pos x="6" y="4"/>
                  </a:cxn>
                  <a:cxn ang="0">
                    <a:pos x="13" y="1"/>
                  </a:cxn>
                  <a:cxn ang="0">
                    <a:pos x="20" y="9"/>
                  </a:cxn>
                  <a:cxn ang="0">
                    <a:pos x="5" y="9"/>
                  </a:cxn>
                  <a:cxn ang="0">
                    <a:pos x="0" y="4"/>
                  </a:cxn>
                  <a:cxn ang="0">
                    <a:pos x="6" y="4"/>
                  </a:cxn>
                </a:cxnLst>
                <a:rect l="0" t="0" r="r" b="b"/>
                <a:pathLst>
                  <a:path w="20" h="9">
                    <a:moveTo>
                      <a:pt x="6" y="4"/>
                    </a:moveTo>
                    <a:cubicBezTo>
                      <a:pt x="8" y="0"/>
                      <a:pt x="10" y="1"/>
                      <a:pt x="13" y="1"/>
                    </a:cubicBezTo>
                    <a:cubicBezTo>
                      <a:pt x="18" y="1"/>
                      <a:pt x="19" y="4"/>
                      <a:pt x="2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3" y="7"/>
                      <a:pt x="1" y="6"/>
                      <a:pt x="0" y="4"/>
                    </a:cubicBezTo>
                    <a:lnTo>
                      <a:pt x="6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</p:grpSp>
        <p:grpSp>
          <p:nvGrpSpPr>
            <p:cNvPr id="25" name="Group 345">
              <a:extLst>
                <a:ext uri="{FF2B5EF4-FFF2-40B4-BE49-F238E27FC236}">
                  <a16:creationId xmlns:a16="http://schemas.microsoft.com/office/drawing/2014/main" id="{8C018F8E-1C0F-4D54-BA5F-85B8C263692E}"/>
                </a:ext>
              </a:extLst>
            </p:cNvPr>
            <p:cNvGrpSpPr/>
            <p:nvPr/>
          </p:nvGrpSpPr>
          <p:grpSpPr>
            <a:xfrm>
              <a:off x="3103551" y="1256797"/>
              <a:ext cx="669405" cy="1125467"/>
              <a:chOff x="4219575" y="1089025"/>
              <a:chExt cx="687388" cy="1155701"/>
            </a:xfrm>
            <a:grpFill/>
          </p:grpSpPr>
          <p:sp>
            <p:nvSpPr>
              <p:cNvPr id="94" name="Freeform 36">
                <a:extLst>
                  <a:ext uri="{FF2B5EF4-FFF2-40B4-BE49-F238E27FC236}">
                    <a16:creationId xmlns:a16="http://schemas.microsoft.com/office/drawing/2014/main" id="{D6126CE5-8BA0-415B-BA7D-4D4BE2310E70}"/>
                  </a:ext>
                </a:extLst>
              </p:cNvPr>
              <p:cNvSpPr/>
              <p:nvPr/>
            </p:nvSpPr>
            <p:spPr bwMode="auto">
              <a:xfrm>
                <a:off x="4568825" y="1816100"/>
                <a:ext cx="26988" cy="39688"/>
              </a:xfrm>
              <a:custGeom>
                <a:avLst/>
                <a:gdLst/>
                <a:ahLst/>
                <a:cxnLst>
                  <a:cxn ang="0">
                    <a:pos x="3" y="27"/>
                  </a:cxn>
                  <a:cxn ang="0">
                    <a:pos x="9" y="21"/>
                  </a:cxn>
                  <a:cxn ang="0">
                    <a:pos x="0" y="14"/>
                  </a:cxn>
                  <a:cxn ang="0">
                    <a:pos x="9" y="0"/>
                  </a:cxn>
                  <a:cxn ang="0">
                    <a:pos x="20" y="12"/>
                  </a:cxn>
                  <a:cxn ang="0">
                    <a:pos x="6" y="30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3" y="27"/>
                  </a:cxn>
                </a:cxnLst>
                <a:rect l="0" t="0" r="r" b="b"/>
                <a:pathLst>
                  <a:path w="20" h="30">
                    <a:moveTo>
                      <a:pt x="3" y="27"/>
                    </a:moveTo>
                    <a:cubicBezTo>
                      <a:pt x="6" y="26"/>
                      <a:pt x="9" y="23"/>
                      <a:pt x="9" y="21"/>
                    </a:cubicBezTo>
                    <a:cubicBezTo>
                      <a:pt x="5" y="20"/>
                      <a:pt x="0" y="16"/>
                      <a:pt x="0" y="14"/>
                    </a:cubicBezTo>
                    <a:cubicBezTo>
                      <a:pt x="0" y="12"/>
                      <a:pt x="5" y="0"/>
                      <a:pt x="9" y="0"/>
                    </a:cubicBezTo>
                    <a:cubicBezTo>
                      <a:pt x="17" y="0"/>
                      <a:pt x="18" y="4"/>
                      <a:pt x="20" y="12"/>
                    </a:cubicBezTo>
                    <a:cubicBezTo>
                      <a:pt x="12" y="14"/>
                      <a:pt x="16" y="30"/>
                      <a:pt x="6" y="30"/>
                    </a:cubicBezTo>
                    <a:cubicBezTo>
                      <a:pt x="3" y="30"/>
                      <a:pt x="1" y="27"/>
                      <a:pt x="0" y="27"/>
                    </a:cubicBezTo>
                    <a:cubicBezTo>
                      <a:pt x="1" y="26"/>
                      <a:pt x="2" y="25"/>
                      <a:pt x="2" y="25"/>
                    </a:cubicBezTo>
                    <a:lnTo>
                      <a:pt x="3" y="2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grpSp>
            <p:nvGrpSpPr>
              <p:cNvPr id="95" name="Group 343">
                <a:extLst>
                  <a:ext uri="{FF2B5EF4-FFF2-40B4-BE49-F238E27FC236}">
                    <a16:creationId xmlns:a16="http://schemas.microsoft.com/office/drawing/2014/main" id="{C979948C-6768-4C17-8D0B-1D473347E431}"/>
                  </a:ext>
                </a:extLst>
              </p:cNvPr>
              <p:cNvGrpSpPr/>
              <p:nvPr/>
            </p:nvGrpSpPr>
            <p:grpSpPr>
              <a:xfrm>
                <a:off x="4219575" y="1089025"/>
                <a:ext cx="687388" cy="1155701"/>
                <a:chOff x="4219575" y="1089025"/>
                <a:chExt cx="687388" cy="1155701"/>
              </a:xfrm>
              <a:grpFill/>
            </p:grpSpPr>
            <p:sp>
              <p:nvSpPr>
                <p:cNvPr id="96" name="Freeform 24">
                  <a:extLst>
                    <a:ext uri="{FF2B5EF4-FFF2-40B4-BE49-F238E27FC236}">
                      <a16:creationId xmlns:a16="http://schemas.microsoft.com/office/drawing/2014/main" id="{74CE2372-6C13-49BD-964C-67942C1D9674}"/>
                    </a:ext>
                  </a:extLst>
                </p:cNvPr>
                <p:cNvSpPr/>
                <p:nvPr/>
              </p:nvSpPr>
              <p:spPr bwMode="auto">
                <a:xfrm>
                  <a:off x="4230688" y="1782763"/>
                  <a:ext cx="646113" cy="461963"/>
                </a:xfrm>
                <a:custGeom>
                  <a:avLst/>
                  <a:gdLst/>
                  <a:ahLst/>
                  <a:cxnLst>
                    <a:cxn ang="0">
                      <a:pos x="473" y="233"/>
                    </a:cxn>
                    <a:cxn ang="0">
                      <a:pos x="470" y="273"/>
                    </a:cxn>
                    <a:cxn ang="0">
                      <a:pos x="427" y="274"/>
                    </a:cxn>
                    <a:cxn ang="0">
                      <a:pos x="401" y="283"/>
                    </a:cxn>
                    <a:cxn ang="0">
                      <a:pos x="403" y="303"/>
                    </a:cxn>
                    <a:cxn ang="0">
                      <a:pos x="413" y="322"/>
                    </a:cxn>
                    <a:cxn ang="0">
                      <a:pos x="401" y="319"/>
                    </a:cxn>
                    <a:cxn ang="0">
                      <a:pos x="397" y="336"/>
                    </a:cxn>
                    <a:cxn ang="0">
                      <a:pos x="382" y="315"/>
                    </a:cxn>
                    <a:cxn ang="0">
                      <a:pos x="358" y="278"/>
                    </a:cxn>
                    <a:cxn ang="0">
                      <a:pos x="329" y="238"/>
                    </a:cxn>
                    <a:cxn ang="0">
                      <a:pos x="289" y="213"/>
                    </a:cxn>
                    <a:cxn ang="0">
                      <a:pos x="270" y="212"/>
                    </a:cxn>
                    <a:cxn ang="0">
                      <a:pos x="289" y="244"/>
                    </a:cxn>
                    <a:cxn ang="0">
                      <a:pos x="315" y="264"/>
                    </a:cxn>
                    <a:cxn ang="0">
                      <a:pos x="330" y="283"/>
                    </a:cxn>
                    <a:cxn ang="0">
                      <a:pos x="323" y="305"/>
                    </a:cxn>
                    <a:cxn ang="0">
                      <a:pos x="316" y="303"/>
                    </a:cxn>
                    <a:cxn ang="0">
                      <a:pos x="291" y="273"/>
                    </a:cxn>
                    <a:cxn ang="0">
                      <a:pos x="229" y="223"/>
                    </a:cxn>
                    <a:cxn ang="0">
                      <a:pos x="168" y="237"/>
                    </a:cxn>
                    <a:cxn ang="0">
                      <a:pos x="135" y="272"/>
                    </a:cxn>
                    <a:cxn ang="0">
                      <a:pos x="101" y="326"/>
                    </a:cxn>
                    <a:cxn ang="0">
                      <a:pos x="72" y="338"/>
                    </a:cxn>
                    <a:cxn ang="0">
                      <a:pos x="10" y="334"/>
                    </a:cxn>
                    <a:cxn ang="0">
                      <a:pos x="0" y="306"/>
                    </a:cxn>
                    <a:cxn ang="0">
                      <a:pos x="4" y="246"/>
                    </a:cxn>
                    <a:cxn ang="0">
                      <a:pos x="48" y="235"/>
                    </a:cxn>
                    <a:cxn ang="0">
                      <a:pos x="89" y="240"/>
                    </a:cxn>
                    <a:cxn ang="0">
                      <a:pos x="105" y="206"/>
                    </a:cxn>
                    <a:cxn ang="0">
                      <a:pos x="103" y="193"/>
                    </a:cxn>
                    <a:cxn ang="0">
                      <a:pos x="60" y="163"/>
                    </a:cxn>
                    <a:cxn ang="0">
                      <a:pos x="88" y="157"/>
                    </a:cxn>
                    <a:cxn ang="0">
                      <a:pos x="96" y="143"/>
                    </a:cxn>
                    <a:cxn ang="0">
                      <a:pos x="114" y="145"/>
                    </a:cxn>
                    <a:cxn ang="0">
                      <a:pos x="147" y="118"/>
                    </a:cxn>
                    <a:cxn ang="0">
                      <a:pos x="176" y="89"/>
                    </a:cxn>
                    <a:cxn ang="0">
                      <a:pos x="208" y="73"/>
                    </a:cxn>
                    <a:cxn ang="0">
                      <a:pos x="225" y="54"/>
                    </a:cxn>
                    <a:cxn ang="0">
                      <a:pos x="245" y="5"/>
                    </a:cxn>
                    <a:cxn ang="0">
                      <a:pos x="251" y="25"/>
                    </a:cxn>
                    <a:cxn ang="0">
                      <a:pos x="240" y="54"/>
                    </a:cxn>
                    <a:cxn ang="0">
                      <a:pos x="254" y="66"/>
                    </a:cxn>
                    <a:cxn ang="0">
                      <a:pos x="289" y="68"/>
                    </a:cxn>
                    <a:cxn ang="0">
                      <a:pos x="333" y="50"/>
                    </a:cxn>
                    <a:cxn ang="0">
                      <a:pos x="378" y="55"/>
                    </a:cxn>
                    <a:cxn ang="0">
                      <a:pos x="408" y="95"/>
                    </a:cxn>
                    <a:cxn ang="0">
                      <a:pos x="399" y="153"/>
                    </a:cxn>
                    <a:cxn ang="0">
                      <a:pos x="470" y="180"/>
                    </a:cxn>
                    <a:cxn ang="0">
                      <a:pos x="474" y="204"/>
                    </a:cxn>
                    <a:cxn ang="0">
                      <a:pos x="476" y="216"/>
                    </a:cxn>
                  </a:cxnLst>
                  <a:rect l="0" t="0" r="r" b="b"/>
                  <a:pathLst>
                    <a:path w="485" h="347">
                      <a:moveTo>
                        <a:pt x="476" y="216"/>
                      </a:moveTo>
                      <a:cubicBezTo>
                        <a:pt x="474" y="223"/>
                        <a:pt x="475" y="219"/>
                        <a:pt x="473" y="222"/>
                      </a:cubicBezTo>
                      <a:cubicBezTo>
                        <a:pt x="473" y="233"/>
                        <a:pt x="473" y="233"/>
                        <a:pt x="473" y="233"/>
                      </a:cubicBezTo>
                      <a:cubicBezTo>
                        <a:pt x="469" y="238"/>
                        <a:pt x="461" y="246"/>
                        <a:pt x="461" y="253"/>
                      </a:cubicBezTo>
                      <a:cubicBezTo>
                        <a:pt x="461" y="261"/>
                        <a:pt x="473" y="268"/>
                        <a:pt x="476" y="272"/>
                      </a:cubicBezTo>
                      <a:cubicBezTo>
                        <a:pt x="474" y="273"/>
                        <a:pt x="472" y="273"/>
                        <a:pt x="470" y="273"/>
                      </a:cubicBezTo>
                      <a:cubicBezTo>
                        <a:pt x="466" y="275"/>
                        <a:pt x="463" y="273"/>
                        <a:pt x="459" y="275"/>
                      </a:cubicBezTo>
                      <a:cubicBezTo>
                        <a:pt x="453" y="277"/>
                        <a:pt x="452" y="283"/>
                        <a:pt x="446" y="283"/>
                      </a:cubicBezTo>
                      <a:cubicBezTo>
                        <a:pt x="439" y="283"/>
                        <a:pt x="435" y="274"/>
                        <a:pt x="427" y="274"/>
                      </a:cubicBezTo>
                      <a:cubicBezTo>
                        <a:pt x="420" y="274"/>
                        <a:pt x="419" y="278"/>
                        <a:pt x="413" y="280"/>
                      </a:cubicBezTo>
                      <a:cubicBezTo>
                        <a:pt x="414" y="284"/>
                        <a:pt x="414" y="286"/>
                        <a:pt x="413" y="290"/>
                      </a:cubicBezTo>
                      <a:cubicBezTo>
                        <a:pt x="406" y="290"/>
                        <a:pt x="405" y="283"/>
                        <a:pt x="401" y="283"/>
                      </a:cubicBezTo>
                      <a:cubicBezTo>
                        <a:pt x="399" y="283"/>
                        <a:pt x="397" y="286"/>
                        <a:pt x="397" y="288"/>
                      </a:cubicBezTo>
                      <a:cubicBezTo>
                        <a:pt x="405" y="298"/>
                        <a:pt x="405" y="298"/>
                        <a:pt x="405" y="298"/>
                      </a:cubicBezTo>
                      <a:cubicBezTo>
                        <a:pt x="405" y="300"/>
                        <a:pt x="403" y="302"/>
                        <a:pt x="403" y="303"/>
                      </a:cubicBezTo>
                      <a:cubicBezTo>
                        <a:pt x="403" y="304"/>
                        <a:pt x="415" y="315"/>
                        <a:pt x="419" y="315"/>
                      </a:cubicBezTo>
                      <a:cubicBezTo>
                        <a:pt x="419" y="317"/>
                        <a:pt x="420" y="318"/>
                        <a:pt x="420" y="319"/>
                      </a:cubicBezTo>
                      <a:cubicBezTo>
                        <a:pt x="418" y="321"/>
                        <a:pt x="414" y="319"/>
                        <a:pt x="413" y="322"/>
                      </a:cubicBezTo>
                      <a:cubicBezTo>
                        <a:pt x="412" y="322"/>
                        <a:pt x="412" y="322"/>
                        <a:pt x="412" y="322"/>
                      </a:cubicBezTo>
                      <a:cubicBezTo>
                        <a:pt x="407" y="321"/>
                        <a:pt x="403" y="317"/>
                        <a:pt x="401" y="315"/>
                      </a:cubicBezTo>
                      <a:cubicBezTo>
                        <a:pt x="401" y="319"/>
                        <a:pt x="401" y="319"/>
                        <a:pt x="401" y="319"/>
                      </a:cubicBezTo>
                      <a:cubicBezTo>
                        <a:pt x="402" y="321"/>
                        <a:pt x="403" y="323"/>
                        <a:pt x="403" y="326"/>
                      </a:cubicBezTo>
                      <a:cubicBezTo>
                        <a:pt x="403" y="329"/>
                        <a:pt x="399" y="334"/>
                        <a:pt x="403" y="336"/>
                      </a:cubicBezTo>
                      <a:cubicBezTo>
                        <a:pt x="401" y="336"/>
                        <a:pt x="397" y="336"/>
                        <a:pt x="397" y="336"/>
                      </a:cubicBezTo>
                      <a:cubicBezTo>
                        <a:pt x="390" y="336"/>
                        <a:pt x="384" y="329"/>
                        <a:pt x="384" y="322"/>
                      </a:cubicBezTo>
                      <a:cubicBezTo>
                        <a:pt x="384" y="319"/>
                        <a:pt x="388" y="317"/>
                        <a:pt x="390" y="315"/>
                      </a:cubicBezTo>
                      <a:cubicBezTo>
                        <a:pt x="387" y="315"/>
                        <a:pt x="385" y="315"/>
                        <a:pt x="382" y="315"/>
                      </a:cubicBezTo>
                      <a:cubicBezTo>
                        <a:pt x="380" y="315"/>
                        <a:pt x="379" y="311"/>
                        <a:pt x="379" y="310"/>
                      </a:cubicBezTo>
                      <a:cubicBezTo>
                        <a:pt x="378" y="304"/>
                        <a:pt x="374" y="300"/>
                        <a:pt x="370" y="296"/>
                      </a:cubicBezTo>
                      <a:cubicBezTo>
                        <a:pt x="365" y="291"/>
                        <a:pt x="358" y="287"/>
                        <a:pt x="358" y="278"/>
                      </a:cubicBezTo>
                      <a:cubicBezTo>
                        <a:pt x="358" y="272"/>
                        <a:pt x="358" y="270"/>
                        <a:pt x="358" y="266"/>
                      </a:cubicBezTo>
                      <a:cubicBezTo>
                        <a:pt x="358" y="260"/>
                        <a:pt x="348" y="251"/>
                        <a:pt x="342" y="248"/>
                      </a:cubicBezTo>
                      <a:cubicBezTo>
                        <a:pt x="336" y="245"/>
                        <a:pt x="329" y="244"/>
                        <a:pt x="329" y="238"/>
                      </a:cubicBezTo>
                      <a:cubicBezTo>
                        <a:pt x="326" y="238"/>
                        <a:pt x="325" y="238"/>
                        <a:pt x="323" y="238"/>
                      </a:cubicBezTo>
                      <a:cubicBezTo>
                        <a:pt x="313" y="238"/>
                        <a:pt x="302" y="223"/>
                        <a:pt x="302" y="213"/>
                      </a:cubicBezTo>
                      <a:cubicBezTo>
                        <a:pt x="297" y="213"/>
                        <a:pt x="293" y="213"/>
                        <a:pt x="289" y="213"/>
                      </a:cubicBezTo>
                      <a:cubicBezTo>
                        <a:pt x="283" y="213"/>
                        <a:pt x="285" y="204"/>
                        <a:pt x="283" y="201"/>
                      </a:cubicBezTo>
                      <a:cubicBezTo>
                        <a:pt x="278" y="204"/>
                        <a:pt x="268" y="204"/>
                        <a:pt x="268" y="209"/>
                      </a:cubicBezTo>
                      <a:cubicBezTo>
                        <a:pt x="268" y="210"/>
                        <a:pt x="270" y="212"/>
                        <a:pt x="270" y="212"/>
                      </a:cubicBezTo>
                      <a:cubicBezTo>
                        <a:pt x="270" y="214"/>
                        <a:pt x="269" y="217"/>
                        <a:pt x="269" y="220"/>
                      </a:cubicBezTo>
                      <a:cubicBezTo>
                        <a:pt x="269" y="226"/>
                        <a:pt x="273" y="229"/>
                        <a:pt x="278" y="231"/>
                      </a:cubicBezTo>
                      <a:cubicBezTo>
                        <a:pt x="285" y="233"/>
                        <a:pt x="288" y="240"/>
                        <a:pt x="289" y="244"/>
                      </a:cubicBezTo>
                      <a:cubicBezTo>
                        <a:pt x="291" y="250"/>
                        <a:pt x="294" y="257"/>
                        <a:pt x="298" y="259"/>
                      </a:cubicBezTo>
                      <a:cubicBezTo>
                        <a:pt x="304" y="262"/>
                        <a:pt x="309" y="260"/>
                        <a:pt x="315" y="260"/>
                      </a:cubicBezTo>
                      <a:cubicBezTo>
                        <a:pt x="315" y="261"/>
                        <a:pt x="315" y="263"/>
                        <a:pt x="315" y="264"/>
                      </a:cubicBezTo>
                      <a:cubicBezTo>
                        <a:pt x="313" y="269"/>
                        <a:pt x="323" y="271"/>
                        <a:pt x="326" y="272"/>
                      </a:cubicBezTo>
                      <a:cubicBezTo>
                        <a:pt x="335" y="277"/>
                        <a:pt x="345" y="280"/>
                        <a:pt x="344" y="290"/>
                      </a:cubicBezTo>
                      <a:cubicBezTo>
                        <a:pt x="340" y="289"/>
                        <a:pt x="337" y="283"/>
                        <a:pt x="330" y="283"/>
                      </a:cubicBezTo>
                      <a:cubicBezTo>
                        <a:pt x="325" y="283"/>
                        <a:pt x="320" y="286"/>
                        <a:pt x="320" y="290"/>
                      </a:cubicBezTo>
                      <a:cubicBezTo>
                        <a:pt x="320" y="296"/>
                        <a:pt x="328" y="297"/>
                        <a:pt x="328" y="303"/>
                      </a:cubicBezTo>
                      <a:cubicBezTo>
                        <a:pt x="328" y="305"/>
                        <a:pt x="323" y="305"/>
                        <a:pt x="323" y="305"/>
                      </a:cubicBezTo>
                      <a:cubicBezTo>
                        <a:pt x="319" y="309"/>
                        <a:pt x="319" y="318"/>
                        <a:pt x="313" y="318"/>
                      </a:cubicBezTo>
                      <a:cubicBezTo>
                        <a:pt x="310" y="318"/>
                        <a:pt x="308" y="317"/>
                        <a:pt x="308" y="315"/>
                      </a:cubicBezTo>
                      <a:cubicBezTo>
                        <a:pt x="314" y="315"/>
                        <a:pt x="316" y="309"/>
                        <a:pt x="316" y="303"/>
                      </a:cubicBezTo>
                      <a:cubicBezTo>
                        <a:pt x="316" y="297"/>
                        <a:pt x="312" y="295"/>
                        <a:pt x="311" y="291"/>
                      </a:cubicBezTo>
                      <a:cubicBezTo>
                        <a:pt x="310" y="291"/>
                        <a:pt x="300" y="281"/>
                        <a:pt x="299" y="278"/>
                      </a:cubicBezTo>
                      <a:cubicBezTo>
                        <a:pt x="297" y="278"/>
                        <a:pt x="291" y="276"/>
                        <a:pt x="291" y="273"/>
                      </a:cubicBezTo>
                      <a:cubicBezTo>
                        <a:pt x="277" y="270"/>
                        <a:pt x="274" y="266"/>
                        <a:pt x="266" y="259"/>
                      </a:cubicBezTo>
                      <a:cubicBezTo>
                        <a:pt x="263" y="256"/>
                        <a:pt x="257" y="254"/>
                        <a:pt x="256" y="251"/>
                      </a:cubicBezTo>
                      <a:cubicBezTo>
                        <a:pt x="248" y="241"/>
                        <a:pt x="245" y="223"/>
                        <a:pt x="229" y="223"/>
                      </a:cubicBezTo>
                      <a:cubicBezTo>
                        <a:pt x="221" y="223"/>
                        <a:pt x="220" y="228"/>
                        <a:pt x="216" y="230"/>
                      </a:cubicBezTo>
                      <a:cubicBezTo>
                        <a:pt x="208" y="234"/>
                        <a:pt x="202" y="242"/>
                        <a:pt x="192" y="242"/>
                      </a:cubicBezTo>
                      <a:cubicBezTo>
                        <a:pt x="183" y="242"/>
                        <a:pt x="177" y="237"/>
                        <a:pt x="168" y="237"/>
                      </a:cubicBezTo>
                      <a:cubicBezTo>
                        <a:pt x="161" y="237"/>
                        <a:pt x="154" y="242"/>
                        <a:pt x="154" y="248"/>
                      </a:cubicBezTo>
                      <a:cubicBezTo>
                        <a:pt x="157" y="258"/>
                        <a:pt x="157" y="258"/>
                        <a:pt x="157" y="258"/>
                      </a:cubicBezTo>
                      <a:cubicBezTo>
                        <a:pt x="154" y="267"/>
                        <a:pt x="144" y="270"/>
                        <a:pt x="135" y="272"/>
                      </a:cubicBezTo>
                      <a:cubicBezTo>
                        <a:pt x="127" y="274"/>
                        <a:pt x="114" y="292"/>
                        <a:pt x="114" y="302"/>
                      </a:cubicBezTo>
                      <a:cubicBezTo>
                        <a:pt x="114" y="305"/>
                        <a:pt x="117" y="306"/>
                        <a:pt x="119" y="307"/>
                      </a:cubicBezTo>
                      <a:cubicBezTo>
                        <a:pt x="113" y="316"/>
                        <a:pt x="110" y="321"/>
                        <a:pt x="101" y="326"/>
                      </a:cubicBezTo>
                      <a:cubicBezTo>
                        <a:pt x="96" y="328"/>
                        <a:pt x="95" y="340"/>
                        <a:pt x="86" y="337"/>
                      </a:cubicBezTo>
                      <a:cubicBezTo>
                        <a:pt x="86" y="337"/>
                        <a:pt x="86" y="337"/>
                        <a:pt x="86" y="337"/>
                      </a:cubicBezTo>
                      <a:cubicBezTo>
                        <a:pt x="82" y="336"/>
                        <a:pt x="75" y="338"/>
                        <a:pt x="72" y="338"/>
                      </a:cubicBezTo>
                      <a:cubicBezTo>
                        <a:pt x="62" y="338"/>
                        <a:pt x="56" y="347"/>
                        <a:pt x="46" y="347"/>
                      </a:cubicBezTo>
                      <a:cubicBezTo>
                        <a:pt x="40" y="347"/>
                        <a:pt x="39" y="331"/>
                        <a:pt x="29" y="331"/>
                      </a:cubicBezTo>
                      <a:cubicBezTo>
                        <a:pt x="22" y="331"/>
                        <a:pt x="17" y="334"/>
                        <a:pt x="10" y="334"/>
                      </a:cubicBezTo>
                      <a:cubicBezTo>
                        <a:pt x="8" y="334"/>
                        <a:pt x="7" y="332"/>
                        <a:pt x="7" y="330"/>
                      </a:cubicBezTo>
                      <a:cubicBezTo>
                        <a:pt x="7" y="321"/>
                        <a:pt x="7" y="318"/>
                        <a:pt x="7" y="313"/>
                      </a:cubicBezTo>
                      <a:cubicBezTo>
                        <a:pt x="3" y="313"/>
                        <a:pt x="0" y="310"/>
                        <a:pt x="0" y="306"/>
                      </a:cubicBezTo>
                      <a:cubicBezTo>
                        <a:pt x="0" y="301"/>
                        <a:pt x="4" y="299"/>
                        <a:pt x="4" y="296"/>
                      </a:cubicBezTo>
                      <a:cubicBezTo>
                        <a:pt x="4" y="285"/>
                        <a:pt x="8" y="274"/>
                        <a:pt x="8" y="262"/>
                      </a:cubicBezTo>
                      <a:cubicBezTo>
                        <a:pt x="8" y="256"/>
                        <a:pt x="4" y="250"/>
                        <a:pt x="4" y="246"/>
                      </a:cubicBezTo>
                      <a:cubicBezTo>
                        <a:pt x="4" y="243"/>
                        <a:pt x="19" y="234"/>
                        <a:pt x="21" y="234"/>
                      </a:cubicBezTo>
                      <a:cubicBezTo>
                        <a:pt x="23" y="234"/>
                        <a:pt x="25" y="236"/>
                        <a:pt x="28" y="235"/>
                      </a:cubicBezTo>
                      <a:cubicBezTo>
                        <a:pt x="48" y="235"/>
                        <a:pt x="48" y="235"/>
                        <a:pt x="48" y="235"/>
                      </a:cubicBezTo>
                      <a:cubicBezTo>
                        <a:pt x="49" y="237"/>
                        <a:pt x="53" y="238"/>
                        <a:pt x="55" y="238"/>
                      </a:cubicBezTo>
                      <a:cubicBezTo>
                        <a:pt x="76" y="238"/>
                        <a:pt x="76" y="238"/>
                        <a:pt x="76" y="238"/>
                      </a:cubicBezTo>
                      <a:cubicBezTo>
                        <a:pt x="82" y="237"/>
                        <a:pt x="84" y="240"/>
                        <a:pt x="89" y="240"/>
                      </a:cubicBezTo>
                      <a:cubicBezTo>
                        <a:pt x="92" y="240"/>
                        <a:pt x="98" y="238"/>
                        <a:pt x="100" y="238"/>
                      </a:cubicBezTo>
                      <a:cubicBezTo>
                        <a:pt x="100" y="229"/>
                        <a:pt x="105" y="226"/>
                        <a:pt x="105" y="218"/>
                      </a:cubicBezTo>
                      <a:cubicBezTo>
                        <a:pt x="105" y="216"/>
                        <a:pt x="105" y="208"/>
                        <a:pt x="105" y="206"/>
                      </a:cubicBezTo>
                      <a:cubicBezTo>
                        <a:pt x="104" y="206"/>
                        <a:pt x="104" y="206"/>
                        <a:pt x="104" y="206"/>
                      </a:cubicBezTo>
                      <a:cubicBezTo>
                        <a:pt x="105" y="205"/>
                        <a:pt x="106" y="201"/>
                        <a:pt x="106" y="200"/>
                      </a:cubicBezTo>
                      <a:cubicBezTo>
                        <a:pt x="106" y="196"/>
                        <a:pt x="103" y="197"/>
                        <a:pt x="103" y="193"/>
                      </a:cubicBezTo>
                      <a:cubicBezTo>
                        <a:pt x="94" y="193"/>
                        <a:pt x="92" y="185"/>
                        <a:pt x="92" y="178"/>
                      </a:cubicBezTo>
                      <a:cubicBezTo>
                        <a:pt x="89" y="178"/>
                        <a:pt x="89" y="175"/>
                        <a:pt x="87" y="175"/>
                      </a:cubicBezTo>
                      <a:cubicBezTo>
                        <a:pt x="79" y="173"/>
                        <a:pt x="60" y="169"/>
                        <a:pt x="60" y="163"/>
                      </a:cubicBezTo>
                      <a:cubicBezTo>
                        <a:pt x="60" y="163"/>
                        <a:pt x="60" y="161"/>
                        <a:pt x="60" y="161"/>
                      </a:cubicBezTo>
                      <a:cubicBezTo>
                        <a:pt x="60" y="157"/>
                        <a:pt x="72" y="154"/>
                        <a:pt x="76" y="153"/>
                      </a:cubicBezTo>
                      <a:cubicBezTo>
                        <a:pt x="78" y="156"/>
                        <a:pt x="85" y="157"/>
                        <a:pt x="88" y="157"/>
                      </a:cubicBezTo>
                      <a:cubicBezTo>
                        <a:pt x="92" y="157"/>
                        <a:pt x="97" y="156"/>
                        <a:pt x="98" y="155"/>
                      </a:cubicBezTo>
                      <a:cubicBezTo>
                        <a:pt x="98" y="152"/>
                        <a:pt x="98" y="152"/>
                        <a:pt x="98" y="152"/>
                      </a:cubicBezTo>
                      <a:cubicBezTo>
                        <a:pt x="95" y="151"/>
                        <a:pt x="97" y="145"/>
                        <a:pt x="96" y="143"/>
                      </a:cubicBezTo>
                      <a:cubicBezTo>
                        <a:pt x="96" y="140"/>
                        <a:pt x="96" y="140"/>
                        <a:pt x="96" y="140"/>
                      </a:cubicBezTo>
                      <a:cubicBezTo>
                        <a:pt x="101" y="140"/>
                        <a:pt x="101" y="140"/>
                        <a:pt x="101" y="140"/>
                      </a:cubicBezTo>
                      <a:cubicBezTo>
                        <a:pt x="104" y="143"/>
                        <a:pt x="109" y="145"/>
                        <a:pt x="114" y="145"/>
                      </a:cubicBezTo>
                      <a:cubicBezTo>
                        <a:pt x="117" y="145"/>
                        <a:pt x="120" y="142"/>
                        <a:pt x="121" y="139"/>
                      </a:cubicBezTo>
                      <a:cubicBezTo>
                        <a:pt x="135" y="139"/>
                        <a:pt x="138" y="129"/>
                        <a:pt x="141" y="119"/>
                      </a:cubicBezTo>
                      <a:cubicBezTo>
                        <a:pt x="143" y="119"/>
                        <a:pt x="145" y="118"/>
                        <a:pt x="147" y="118"/>
                      </a:cubicBezTo>
                      <a:cubicBezTo>
                        <a:pt x="150" y="117"/>
                        <a:pt x="167" y="110"/>
                        <a:pt x="169" y="108"/>
                      </a:cubicBezTo>
                      <a:cubicBezTo>
                        <a:pt x="173" y="104"/>
                        <a:pt x="171" y="99"/>
                        <a:pt x="171" y="94"/>
                      </a:cubicBezTo>
                      <a:cubicBezTo>
                        <a:pt x="171" y="92"/>
                        <a:pt x="175" y="89"/>
                        <a:pt x="176" y="89"/>
                      </a:cubicBezTo>
                      <a:cubicBezTo>
                        <a:pt x="182" y="83"/>
                        <a:pt x="188" y="76"/>
                        <a:pt x="198" y="76"/>
                      </a:cubicBezTo>
                      <a:cubicBezTo>
                        <a:pt x="204" y="76"/>
                        <a:pt x="201" y="77"/>
                        <a:pt x="204" y="76"/>
                      </a:cubicBezTo>
                      <a:cubicBezTo>
                        <a:pt x="206" y="77"/>
                        <a:pt x="207" y="74"/>
                        <a:pt x="208" y="73"/>
                      </a:cubicBezTo>
                      <a:cubicBezTo>
                        <a:pt x="211" y="70"/>
                        <a:pt x="215" y="72"/>
                        <a:pt x="219" y="72"/>
                      </a:cubicBezTo>
                      <a:cubicBezTo>
                        <a:pt x="221" y="72"/>
                        <a:pt x="229" y="68"/>
                        <a:pt x="229" y="65"/>
                      </a:cubicBezTo>
                      <a:cubicBezTo>
                        <a:pt x="229" y="63"/>
                        <a:pt x="225" y="54"/>
                        <a:pt x="225" y="54"/>
                      </a:cubicBezTo>
                      <a:cubicBezTo>
                        <a:pt x="224" y="42"/>
                        <a:pt x="217" y="38"/>
                        <a:pt x="217" y="28"/>
                      </a:cubicBezTo>
                      <a:cubicBezTo>
                        <a:pt x="217" y="9"/>
                        <a:pt x="234" y="8"/>
                        <a:pt x="245" y="0"/>
                      </a:cubicBezTo>
                      <a:cubicBezTo>
                        <a:pt x="245" y="5"/>
                        <a:pt x="245" y="5"/>
                        <a:pt x="245" y="5"/>
                      </a:cubicBezTo>
                      <a:cubicBezTo>
                        <a:pt x="243" y="10"/>
                        <a:pt x="242" y="12"/>
                        <a:pt x="242" y="17"/>
                      </a:cubicBezTo>
                      <a:cubicBezTo>
                        <a:pt x="242" y="21"/>
                        <a:pt x="247" y="22"/>
                        <a:pt x="251" y="22"/>
                      </a:cubicBezTo>
                      <a:cubicBezTo>
                        <a:pt x="251" y="23"/>
                        <a:pt x="251" y="24"/>
                        <a:pt x="251" y="25"/>
                      </a:cubicBezTo>
                      <a:cubicBezTo>
                        <a:pt x="251" y="27"/>
                        <a:pt x="247" y="28"/>
                        <a:pt x="245" y="29"/>
                      </a:cubicBezTo>
                      <a:cubicBezTo>
                        <a:pt x="241" y="34"/>
                        <a:pt x="236" y="38"/>
                        <a:pt x="236" y="46"/>
                      </a:cubicBezTo>
                      <a:cubicBezTo>
                        <a:pt x="236" y="50"/>
                        <a:pt x="238" y="53"/>
                        <a:pt x="240" y="54"/>
                      </a:cubicBezTo>
                      <a:cubicBezTo>
                        <a:pt x="240" y="56"/>
                        <a:pt x="241" y="57"/>
                        <a:pt x="240" y="59"/>
                      </a:cubicBezTo>
                      <a:cubicBezTo>
                        <a:pt x="245" y="59"/>
                        <a:pt x="247" y="60"/>
                        <a:pt x="251" y="60"/>
                      </a:cubicBezTo>
                      <a:cubicBezTo>
                        <a:pt x="252" y="63"/>
                        <a:pt x="253" y="66"/>
                        <a:pt x="254" y="66"/>
                      </a:cubicBezTo>
                      <a:cubicBezTo>
                        <a:pt x="266" y="66"/>
                        <a:pt x="274" y="56"/>
                        <a:pt x="285" y="57"/>
                      </a:cubicBezTo>
                      <a:cubicBezTo>
                        <a:pt x="284" y="59"/>
                        <a:pt x="282" y="60"/>
                        <a:pt x="282" y="62"/>
                      </a:cubicBezTo>
                      <a:cubicBezTo>
                        <a:pt x="282" y="63"/>
                        <a:pt x="289" y="68"/>
                        <a:pt x="289" y="68"/>
                      </a:cubicBezTo>
                      <a:cubicBezTo>
                        <a:pt x="294" y="68"/>
                        <a:pt x="295" y="65"/>
                        <a:pt x="297" y="64"/>
                      </a:cubicBezTo>
                      <a:cubicBezTo>
                        <a:pt x="304" y="60"/>
                        <a:pt x="310" y="62"/>
                        <a:pt x="317" y="59"/>
                      </a:cubicBezTo>
                      <a:cubicBezTo>
                        <a:pt x="321" y="57"/>
                        <a:pt x="328" y="50"/>
                        <a:pt x="333" y="50"/>
                      </a:cubicBezTo>
                      <a:cubicBezTo>
                        <a:pt x="339" y="50"/>
                        <a:pt x="345" y="51"/>
                        <a:pt x="348" y="52"/>
                      </a:cubicBezTo>
                      <a:cubicBezTo>
                        <a:pt x="347" y="54"/>
                        <a:pt x="346" y="56"/>
                        <a:pt x="346" y="57"/>
                      </a:cubicBezTo>
                      <a:cubicBezTo>
                        <a:pt x="358" y="57"/>
                        <a:pt x="370" y="55"/>
                        <a:pt x="378" y="55"/>
                      </a:cubicBezTo>
                      <a:cubicBezTo>
                        <a:pt x="386" y="55"/>
                        <a:pt x="392" y="54"/>
                        <a:pt x="401" y="54"/>
                      </a:cubicBezTo>
                      <a:cubicBezTo>
                        <a:pt x="410" y="54"/>
                        <a:pt x="414" y="70"/>
                        <a:pt x="414" y="80"/>
                      </a:cubicBezTo>
                      <a:cubicBezTo>
                        <a:pt x="414" y="86"/>
                        <a:pt x="408" y="89"/>
                        <a:pt x="408" y="95"/>
                      </a:cubicBezTo>
                      <a:cubicBezTo>
                        <a:pt x="408" y="104"/>
                        <a:pt x="416" y="110"/>
                        <a:pt x="416" y="118"/>
                      </a:cubicBezTo>
                      <a:cubicBezTo>
                        <a:pt x="416" y="123"/>
                        <a:pt x="408" y="125"/>
                        <a:pt x="406" y="128"/>
                      </a:cubicBezTo>
                      <a:cubicBezTo>
                        <a:pt x="401" y="136"/>
                        <a:pt x="399" y="143"/>
                        <a:pt x="399" y="153"/>
                      </a:cubicBezTo>
                      <a:cubicBezTo>
                        <a:pt x="399" y="166"/>
                        <a:pt x="408" y="163"/>
                        <a:pt x="418" y="163"/>
                      </a:cubicBezTo>
                      <a:cubicBezTo>
                        <a:pt x="432" y="163"/>
                        <a:pt x="439" y="157"/>
                        <a:pt x="450" y="157"/>
                      </a:cubicBezTo>
                      <a:cubicBezTo>
                        <a:pt x="461" y="157"/>
                        <a:pt x="459" y="180"/>
                        <a:pt x="470" y="180"/>
                      </a:cubicBezTo>
                      <a:cubicBezTo>
                        <a:pt x="470" y="198"/>
                        <a:pt x="470" y="198"/>
                        <a:pt x="470" y="198"/>
                      </a:cubicBezTo>
                      <a:cubicBezTo>
                        <a:pt x="470" y="200"/>
                        <a:pt x="471" y="201"/>
                        <a:pt x="472" y="201"/>
                      </a:cubicBezTo>
                      <a:cubicBezTo>
                        <a:pt x="474" y="204"/>
                        <a:pt x="474" y="204"/>
                        <a:pt x="474" y="204"/>
                      </a:cubicBezTo>
                      <a:cubicBezTo>
                        <a:pt x="476" y="204"/>
                        <a:pt x="482" y="202"/>
                        <a:pt x="485" y="201"/>
                      </a:cubicBezTo>
                      <a:cubicBezTo>
                        <a:pt x="485" y="204"/>
                        <a:pt x="485" y="206"/>
                        <a:pt x="485" y="208"/>
                      </a:cubicBezTo>
                      <a:cubicBezTo>
                        <a:pt x="481" y="209"/>
                        <a:pt x="476" y="211"/>
                        <a:pt x="476" y="2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97" name="Freeform 25">
                  <a:extLst>
                    <a:ext uri="{FF2B5EF4-FFF2-40B4-BE49-F238E27FC236}">
                      <a16:creationId xmlns:a16="http://schemas.microsoft.com/office/drawing/2014/main" id="{9BF7598A-B898-44C0-8C38-0B5949921064}"/>
                    </a:ext>
                  </a:extLst>
                </p:cNvPr>
                <p:cNvSpPr/>
                <p:nvPr/>
              </p:nvSpPr>
              <p:spPr bwMode="auto">
                <a:xfrm>
                  <a:off x="4470400" y="1416050"/>
                  <a:ext cx="436563" cy="423863"/>
                </a:xfrm>
                <a:custGeom>
                  <a:avLst/>
                  <a:gdLst/>
                  <a:ahLst/>
                  <a:cxnLst>
                    <a:cxn ang="0">
                      <a:pos x="66" y="236"/>
                    </a:cxn>
                    <a:cxn ang="0">
                      <a:pos x="4" y="254"/>
                    </a:cxn>
                    <a:cxn ang="0">
                      <a:pos x="12" y="241"/>
                    </a:cxn>
                    <a:cxn ang="0">
                      <a:pos x="8" y="231"/>
                    </a:cxn>
                    <a:cxn ang="0">
                      <a:pos x="10" y="190"/>
                    </a:cxn>
                    <a:cxn ang="0">
                      <a:pos x="55" y="163"/>
                    </a:cxn>
                    <a:cxn ang="0">
                      <a:pos x="85" y="129"/>
                    </a:cxn>
                    <a:cxn ang="0">
                      <a:pos x="97" y="102"/>
                    </a:cxn>
                    <a:cxn ang="0">
                      <a:pos x="142" y="55"/>
                    </a:cxn>
                    <a:cxn ang="0">
                      <a:pos x="124" y="57"/>
                    </a:cxn>
                    <a:cxn ang="0">
                      <a:pos x="124" y="49"/>
                    </a:cxn>
                    <a:cxn ang="0">
                      <a:pos x="132" y="44"/>
                    </a:cxn>
                    <a:cxn ang="0">
                      <a:pos x="148" y="57"/>
                    </a:cxn>
                    <a:cxn ang="0">
                      <a:pos x="149" y="45"/>
                    </a:cxn>
                    <a:cxn ang="0">
                      <a:pos x="168" y="37"/>
                    </a:cxn>
                    <a:cxn ang="0">
                      <a:pos x="183" y="28"/>
                    </a:cxn>
                    <a:cxn ang="0">
                      <a:pos x="199" y="21"/>
                    </a:cxn>
                    <a:cxn ang="0">
                      <a:pos x="221" y="17"/>
                    </a:cxn>
                    <a:cxn ang="0">
                      <a:pos x="223" y="5"/>
                    </a:cxn>
                    <a:cxn ang="0">
                      <a:pos x="256" y="6"/>
                    </a:cxn>
                    <a:cxn ang="0">
                      <a:pos x="266" y="7"/>
                    </a:cxn>
                    <a:cxn ang="0">
                      <a:pos x="285" y="2"/>
                    </a:cxn>
                    <a:cxn ang="0">
                      <a:pos x="296" y="6"/>
                    </a:cxn>
                    <a:cxn ang="0">
                      <a:pos x="293" y="24"/>
                    </a:cxn>
                    <a:cxn ang="0">
                      <a:pos x="315" y="32"/>
                    </a:cxn>
                    <a:cxn ang="0">
                      <a:pos x="309" y="72"/>
                    </a:cxn>
                    <a:cxn ang="0">
                      <a:pos x="310" y="113"/>
                    </a:cxn>
                    <a:cxn ang="0">
                      <a:pos x="318" y="148"/>
                    </a:cxn>
                    <a:cxn ang="0">
                      <a:pos x="327" y="172"/>
                    </a:cxn>
                    <a:cxn ang="0">
                      <a:pos x="255" y="224"/>
                    </a:cxn>
                    <a:cxn ang="0">
                      <a:pos x="218" y="225"/>
                    </a:cxn>
                    <a:cxn ang="0">
                      <a:pos x="206" y="200"/>
                    </a:cxn>
                    <a:cxn ang="0">
                      <a:pos x="197" y="174"/>
                    </a:cxn>
                    <a:cxn ang="0">
                      <a:pos x="254" y="130"/>
                    </a:cxn>
                    <a:cxn ang="0">
                      <a:pos x="202" y="135"/>
                    </a:cxn>
                    <a:cxn ang="0">
                      <a:pos x="172" y="169"/>
                    </a:cxn>
                    <a:cxn ang="0">
                      <a:pos x="146" y="201"/>
                    </a:cxn>
                    <a:cxn ang="0">
                      <a:pos x="150" y="218"/>
                    </a:cxn>
                    <a:cxn ang="0">
                      <a:pos x="152" y="253"/>
                    </a:cxn>
                    <a:cxn ang="0">
                      <a:pos x="146" y="283"/>
                    </a:cxn>
                    <a:cxn ang="0">
                      <a:pos x="121" y="304"/>
                    </a:cxn>
                    <a:cxn ang="0">
                      <a:pos x="90" y="297"/>
                    </a:cxn>
                    <a:cxn ang="0">
                      <a:pos x="82" y="269"/>
                    </a:cxn>
                    <a:cxn ang="0">
                      <a:pos x="76" y="245"/>
                    </a:cxn>
                  </a:cxnLst>
                  <a:rect l="0" t="0" r="r" b="b"/>
                  <a:pathLst>
                    <a:path w="327" h="318">
                      <a:moveTo>
                        <a:pt x="76" y="247"/>
                      </a:moveTo>
                      <a:cubicBezTo>
                        <a:pt x="70" y="245"/>
                        <a:pt x="69" y="241"/>
                        <a:pt x="66" y="236"/>
                      </a:cubicBezTo>
                      <a:cubicBezTo>
                        <a:pt x="57" y="249"/>
                        <a:pt x="43" y="266"/>
                        <a:pt x="24" y="266"/>
                      </a:cubicBezTo>
                      <a:cubicBezTo>
                        <a:pt x="22" y="266"/>
                        <a:pt x="4" y="256"/>
                        <a:pt x="4" y="254"/>
                      </a:cubicBezTo>
                      <a:cubicBezTo>
                        <a:pt x="4" y="250"/>
                        <a:pt x="10" y="248"/>
                        <a:pt x="12" y="247"/>
                      </a:cubicBezTo>
                      <a:cubicBezTo>
                        <a:pt x="12" y="241"/>
                        <a:pt x="12" y="241"/>
                        <a:pt x="12" y="241"/>
                      </a:cubicBezTo>
                      <a:cubicBezTo>
                        <a:pt x="6" y="241"/>
                        <a:pt x="6" y="241"/>
                        <a:pt x="0" y="243"/>
                      </a:cubicBezTo>
                      <a:cubicBezTo>
                        <a:pt x="0" y="240"/>
                        <a:pt x="5" y="234"/>
                        <a:pt x="8" y="231"/>
                      </a:cubicBezTo>
                      <a:cubicBezTo>
                        <a:pt x="1" y="223"/>
                        <a:pt x="0" y="212"/>
                        <a:pt x="0" y="200"/>
                      </a:cubicBezTo>
                      <a:cubicBezTo>
                        <a:pt x="0" y="193"/>
                        <a:pt x="7" y="194"/>
                        <a:pt x="10" y="190"/>
                      </a:cubicBezTo>
                      <a:cubicBezTo>
                        <a:pt x="15" y="182"/>
                        <a:pt x="20" y="177"/>
                        <a:pt x="30" y="174"/>
                      </a:cubicBezTo>
                      <a:cubicBezTo>
                        <a:pt x="38" y="172"/>
                        <a:pt x="39" y="162"/>
                        <a:pt x="55" y="163"/>
                      </a:cubicBezTo>
                      <a:cubicBezTo>
                        <a:pt x="50" y="162"/>
                        <a:pt x="49" y="161"/>
                        <a:pt x="45" y="160"/>
                      </a:cubicBezTo>
                      <a:cubicBezTo>
                        <a:pt x="64" y="155"/>
                        <a:pt x="71" y="140"/>
                        <a:pt x="85" y="129"/>
                      </a:cubicBezTo>
                      <a:cubicBezTo>
                        <a:pt x="90" y="126"/>
                        <a:pt x="89" y="112"/>
                        <a:pt x="93" y="112"/>
                      </a:cubicBezTo>
                      <a:cubicBezTo>
                        <a:pt x="93" y="112"/>
                        <a:pt x="97" y="102"/>
                        <a:pt x="97" y="102"/>
                      </a:cubicBezTo>
                      <a:cubicBezTo>
                        <a:pt x="102" y="93"/>
                        <a:pt x="109" y="87"/>
                        <a:pt x="118" y="83"/>
                      </a:cubicBezTo>
                      <a:cubicBezTo>
                        <a:pt x="127" y="80"/>
                        <a:pt x="139" y="65"/>
                        <a:pt x="142" y="55"/>
                      </a:cubicBezTo>
                      <a:cubicBezTo>
                        <a:pt x="131" y="58"/>
                        <a:pt x="126" y="63"/>
                        <a:pt x="116" y="63"/>
                      </a:cubicBezTo>
                      <a:cubicBezTo>
                        <a:pt x="118" y="60"/>
                        <a:pt x="123" y="58"/>
                        <a:pt x="124" y="57"/>
                      </a:cubicBezTo>
                      <a:cubicBezTo>
                        <a:pt x="122" y="57"/>
                        <a:pt x="118" y="56"/>
                        <a:pt x="118" y="56"/>
                      </a:cubicBezTo>
                      <a:cubicBezTo>
                        <a:pt x="119" y="51"/>
                        <a:pt x="121" y="49"/>
                        <a:pt x="124" y="49"/>
                      </a:cubicBezTo>
                      <a:cubicBezTo>
                        <a:pt x="126" y="49"/>
                        <a:pt x="127" y="50"/>
                        <a:pt x="128" y="50"/>
                      </a:cubicBezTo>
                      <a:cubicBezTo>
                        <a:pt x="129" y="47"/>
                        <a:pt x="131" y="46"/>
                        <a:pt x="132" y="44"/>
                      </a:cubicBezTo>
                      <a:cubicBezTo>
                        <a:pt x="134" y="47"/>
                        <a:pt x="135" y="49"/>
                        <a:pt x="133" y="52"/>
                      </a:cubicBezTo>
                      <a:cubicBezTo>
                        <a:pt x="140" y="52"/>
                        <a:pt x="142" y="57"/>
                        <a:pt x="148" y="57"/>
                      </a:cubicBezTo>
                      <a:cubicBezTo>
                        <a:pt x="150" y="57"/>
                        <a:pt x="155" y="46"/>
                        <a:pt x="156" y="46"/>
                      </a:cubicBezTo>
                      <a:cubicBezTo>
                        <a:pt x="153" y="45"/>
                        <a:pt x="153" y="44"/>
                        <a:pt x="149" y="45"/>
                      </a:cubicBezTo>
                      <a:cubicBezTo>
                        <a:pt x="151" y="41"/>
                        <a:pt x="154" y="38"/>
                        <a:pt x="159" y="38"/>
                      </a:cubicBezTo>
                      <a:cubicBezTo>
                        <a:pt x="162" y="38"/>
                        <a:pt x="165" y="39"/>
                        <a:pt x="168" y="37"/>
                      </a:cubicBezTo>
                      <a:cubicBezTo>
                        <a:pt x="165" y="35"/>
                        <a:pt x="166" y="35"/>
                        <a:pt x="164" y="33"/>
                      </a:cubicBezTo>
                      <a:cubicBezTo>
                        <a:pt x="169" y="29"/>
                        <a:pt x="176" y="29"/>
                        <a:pt x="183" y="28"/>
                      </a:cubicBezTo>
                      <a:cubicBezTo>
                        <a:pt x="183" y="33"/>
                        <a:pt x="183" y="33"/>
                        <a:pt x="183" y="33"/>
                      </a:cubicBezTo>
                      <a:cubicBezTo>
                        <a:pt x="189" y="32"/>
                        <a:pt x="190" y="22"/>
                        <a:pt x="199" y="21"/>
                      </a:cubicBezTo>
                      <a:cubicBezTo>
                        <a:pt x="199" y="29"/>
                        <a:pt x="199" y="29"/>
                        <a:pt x="199" y="29"/>
                      </a:cubicBezTo>
                      <a:cubicBezTo>
                        <a:pt x="205" y="18"/>
                        <a:pt x="213" y="21"/>
                        <a:pt x="221" y="17"/>
                      </a:cubicBezTo>
                      <a:cubicBezTo>
                        <a:pt x="217" y="15"/>
                        <a:pt x="214" y="14"/>
                        <a:pt x="214" y="11"/>
                      </a:cubicBezTo>
                      <a:cubicBezTo>
                        <a:pt x="214" y="9"/>
                        <a:pt x="222" y="7"/>
                        <a:pt x="223" y="5"/>
                      </a:cubicBezTo>
                      <a:cubicBezTo>
                        <a:pt x="226" y="8"/>
                        <a:pt x="228" y="11"/>
                        <a:pt x="232" y="11"/>
                      </a:cubicBezTo>
                      <a:cubicBezTo>
                        <a:pt x="239" y="11"/>
                        <a:pt x="256" y="0"/>
                        <a:pt x="256" y="6"/>
                      </a:cubicBezTo>
                      <a:cubicBezTo>
                        <a:pt x="256" y="12"/>
                        <a:pt x="248" y="14"/>
                        <a:pt x="247" y="20"/>
                      </a:cubicBezTo>
                      <a:cubicBezTo>
                        <a:pt x="255" y="21"/>
                        <a:pt x="258" y="11"/>
                        <a:pt x="266" y="7"/>
                      </a:cubicBezTo>
                      <a:cubicBezTo>
                        <a:pt x="267" y="10"/>
                        <a:pt x="267" y="12"/>
                        <a:pt x="268" y="15"/>
                      </a:cubicBezTo>
                      <a:cubicBezTo>
                        <a:pt x="274" y="9"/>
                        <a:pt x="277" y="7"/>
                        <a:pt x="285" y="2"/>
                      </a:cubicBezTo>
                      <a:cubicBezTo>
                        <a:pt x="285" y="8"/>
                        <a:pt x="284" y="12"/>
                        <a:pt x="289" y="13"/>
                      </a:cubicBezTo>
                      <a:cubicBezTo>
                        <a:pt x="290" y="9"/>
                        <a:pt x="292" y="6"/>
                        <a:pt x="296" y="6"/>
                      </a:cubicBezTo>
                      <a:cubicBezTo>
                        <a:pt x="298" y="6"/>
                        <a:pt x="307" y="11"/>
                        <a:pt x="311" y="13"/>
                      </a:cubicBezTo>
                      <a:cubicBezTo>
                        <a:pt x="307" y="24"/>
                        <a:pt x="303" y="20"/>
                        <a:pt x="293" y="24"/>
                      </a:cubicBezTo>
                      <a:cubicBezTo>
                        <a:pt x="298" y="27"/>
                        <a:pt x="301" y="28"/>
                        <a:pt x="301" y="30"/>
                      </a:cubicBezTo>
                      <a:cubicBezTo>
                        <a:pt x="305" y="31"/>
                        <a:pt x="314" y="32"/>
                        <a:pt x="315" y="32"/>
                      </a:cubicBezTo>
                      <a:cubicBezTo>
                        <a:pt x="309" y="36"/>
                        <a:pt x="293" y="44"/>
                        <a:pt x="293" y="55"/>
                      </a:cubicBezTo>
                      <a:cubicBezTo>
                        <a:pt x="293" y="63"/>
                        <a:pt x="309" y="62"/>
                        <a:pt x="309" y="72"/>
                      </a:cubicBezTo>
                      <a:cubicBezTo>
                        <a:pt x="309" y="80"/>
                        <a:pt x="301" y="83"/>
                        <a:pt x="301" y="91"/>
                      </a:cubicBezTo>
                      <a:cubicBezTo>
                        <a:pt x="301" y="99"/>
                        <a:pt x="310" y="104"/>
                        <a:pt x="310" y="113"/>
                      </a:cubicBezTo>
                      <a:cubicBezTo>
                        <a:pt x="310" y="118"/>
                        <a:pt x="305" y="121"/>
                        <a:pt x="305" y="126"/>
                      </a:cubicBezTo>
                      <a:cubicBezTo>
                        <a:pt x="305" y="136"/>
                        <a:pt x="318" y="138"/>
                        <a:pt x="318" y="148"/>
                      </a:cubicBezTo>
                      <a:cubicBezTo>
                        <a:pt x="318" y="151"/>
                        <a:pt x="314" y="153"/>
                        <a:pt x="313" y="154"/>
                      </a:cubicBezTo>
                      <a:cubicBezTo>
                        <a:pt x="317" y="161"/>
                        <a:pt x="327" y="163"/>
                        <a:pt x="327" y="172"/>
                      </a:cubicBezTo>
                      <a:cubicBezTo>
                        <a:pt x="327" y="187"/>
                        <a:pt x="297" y="203"/>
                        <a:pt x="288" y="215"/>
                      </a:cubicBezTo>
                      <a:cubicBezTo>
                        <a:pt x="283" y="224"/>
                        <a:pt x="263" y="226"/>
                        <a:pt x="255" y="224"/>
                      </a:cubicBezTo>
                      <a:cubicBezTo>
                        <a:pt x="246" y="227"/>
                        <a:pt x="236" y="231"/>
                        <a:pt x="228" y="231"/>
                      </a:cubicBezTo>
                      <a:cubicBezTo>
                        <a:pt x="222" y="231"/>
                        <a:pt x="218" y="230"/>
                        <a:pt x="218" y="225"/>
                      </a:cubicBezTo>
                      <a:cubicBezTo>
                        <a:pt x="209" y="225"/>
                        <a:pt x="199" y="219"/>
                        <a:pt x="199" y="210"/>
                      </a:cubicBezTo>
                      <a:cubicBezTo>
                        <a:pt x="199" y="205"/>
                        <a:pt x="204" y="202"/>
                        <a:pt x="206" y="200"/>
                      </a:cubicBezTo>
                      <a:cubicBezTo>
                        <a:pt x="201" y="198"/>
                        <a:pt x="197" y="188"/>
                        <a:pt x="197" y="183"/>
                      </a:cubicBezTo>
                      <a:cubicBezTo>
                        <a:pt x="197" y="180"/>
                        <a:pt x="198" y="178"/>
                        <a:pt x="197" y="174"/>
                      </a:cubicBezTo>
                      <a:cubicBezTo>
                        <a:pt x="216" y="174"/>
                        <a:pt x="225" y="150"/>
                        <a:pt x="237" y="144"/>
                      </a:cubicBezTo>
                      <a:cubicBezTo>
                        <a:pt x="243" y="140"/>
                        <a:pt x="254" y="138"/>
                        <a:pt x="254" y="130"/>
                      </a:cubicBezTo>
                      <a:cubicBezTo>
                        <a:pt x="254" y="119"/>
                        <a:pt x="239" y="117"/>
                        <a:pt x="228" y="117"/>
                      </a:cubicBezTo>
                      <a:cubicBezTo>
                        <a:pt x="213" y="117"/>
                        <a:pt x="202" y="122"/>
                        <a:pt x="202" y="135"/>
                      </a:cubicBezTo>
                      <a:cubicBezTo>
                        <a:pt x="202" y="140"/>
                        <a:pt x="203" y="142"/>
                        <a:pt x="202" y="145"/>
                      </a:cubicBezTo>
                      <a:cubicBezTo>
                        <a:pt x="202" y="155"/>
                        <a:pt x="181" y="164"/>
                        <a:pt x="172" y="169"/>
                      </a:cubicBezTo>
                      <a:cubicBezTo>
                        <a:pt x="165" y="174"/>
                        <a:pt x="157" y="175"/>
                        <a:pt x="152" y="183"/>
                      </a:cubicBezTo>
                      <a:cubicBezTo>
                        <a:pt x="149" y="189"/>
                        <a:pt x="153" y="198"/>
                        <a:pt x="146" y="201"/>
                      </a:cubicBezTo>
                      <a:cubicBezTo>
                        <a:pt x="146" y="210"/>
                        <a:pt x="146" y="210"/>
                        <a:pt x="146" y="210"/>
                      </a:cubicBezTo>
                      <a:cubicBezTo>
                        <a:pt x="149" y="212"/>
                        <a:pt x="150" y="215"/>
                        <a:pt x="150" y="218"/>
                      </a:cubicBezTo>
                      <a:cubicBezTo>
                        <a:pt x="158" y="219"/>
                        <a:pt x="170" y="227"/>
                        <a:pt x="170" y="235"/>
                      </a:cubicBezTo>
                      <a:cubicBezTo>
                        <a:pt x="170" y="242"/>
                        <a:pt x="157" y="253"/>
                        <a:pt x="152" y="253"/>
                      </a:cubicBezTo>
                      <a:cubicBezTo>
                        <a:pt x="143" y="253"/>
                        <a:pt x="140" y="266"/>
                        <a:pt x="140" y="275"/>
                      </a:cubicBezTo>
                      <a:cubicBezTo>
                        <a:pt x="140" y="280"/>
                        <a:pt x="144" y="282"/>
                        <a:pt x="146" y="283"/>
                      </a:cubicBezTo>
                      <a:cubicBezTo>
                        <a:pt x="145" y="294"/>
                        <a:pt x="135" y="295"/>
                        <a:pt x="133" y="304"/>
                      </a:cubicBezTo>
                      <a:cubicBezTo>
                        <a:pt x="127" y="304"/>
                        <a:pt x="125" y="304"/>
                        <a:pt x="121" y="304"/>
                      </a:cubicBezTo>
                      <a:cubicBezTo>
                        <a:pt x="114" y="304"/>
                        <a:pt x="111" y="318"/>
                        <a:pt x="100" y="318"/>
                      </a:cubicBezTo>
                      <a:cubicBezTo>
                        <a:pt x="97" y="318"/>
                        <a:pt x="90" y="299"/>
                        <a:pt x="90" y="297"/>
                      </a:cubicBezTo>
                      <a:cubicBezTo>
                        <a:pt x="90" y="296"/>
                        <a:pt x="91" y="294"/>
                        <a:pt x="91" y="293"/>
                      </a:cubicBezTo>
                      <a:cubicBezTo>
                        <a:pt x="84" y="285"/>
                        <a:pt x="85" y="279"/>
                        <a:pt x="82" y="269"/>
                      </a:cubicBezTo>
                      <a:cubicBezTo>
                        <a:pt x="79" y="263"/>
                        <a:pt x="73" y="261"/>
                        <a:pt x="73" y="253"/>
                      </a:cubicBezTo>
                      <a:cubicBezTo>
                        <a:pt x="73" y="250"/>
                        <a:pt x="75" y="246"/>
                        <a:pt x="76" y="245"/>
                      </a:cubicBezTo>
                      <a:lnTo>
                        <a:pt x="76" y="24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98" name="Freeform 26">
                  <a:extLst>
                    <a:ext uri="{FF2B5EF4-FFF2-40B4-BE49-F238E27FC236}">
                      <a16:creationId xmlns:a16="http://schemas.microsoft.com/office/drawing/2014/main" id="{15F8C102-CBA1-4E5A-B1C6-524E03847698}"/>
                    </a:ext>
                  </a:extLst>
                </p:cNvPr>
                <p:cNvSpPr/>
                <p:nvPr/>
              </p:nvSpPr>
              <p:spPr bwMode="auto">
                <a:xfrm>
                  <a:off x="4559300" y="1109663"/>
                  <a:ext cx="234950" cy="128588"/>
                </a:xfrm>
                <a:custGeom>
                  <a:avLst/>
                  <a:gdLst/>
                  <a:ahLst/>
                  <a:cxnLst>
                    <a:cxn ang="0">
                      <a:pos x="148" y="79"/>
                    </a:cxn>
                    <a:cxn ang="0">
                      <a:pos x="148" y="71"/>
                    </a:cxn>
                    <a:cxn ang="0">
                      <a:pos x="128" y="71"/>
                    </a:cxn>
                    <a:cxn ang="0">
                      <a:pos x="135" y="58"/>
                    </a:cxn>
                    <a:cxn ang="0">
                      <a:pos x="126" y="46"/>
                    </a:cxn>
                    <a:cxn ang="0">
                      <a:pos x="132" y="45"/>
                    </a:cxn>
                    <a:cxn ang="0">
                      <a:pos x="121" y="38"/>
                    </a:cxn>
                    <a:cxn ang="0">
                      <a:pos x="97" y="69"/>
                    </a:cxn>
                    <a:cxn ang="0">
                      <a:pos x="90" y="73"/>
                    </a:cxn>
                    <a:cxn ang="0">
                      <a:pos x="78" y="97"/>
                    </a:cxn>
                    <a:cxn ang="0">
                      <a:pos x="43" y="69"/>
                    </a:cxn>
                    <a:cxn ang="0">
                      <a:pos x="60" y="70"/>
                    </a:cxn>
                    <a:cxn ang="0">
                      <a:pos x="74" y="66"/>
                    </a:cxn>
                    <a:cxn ang="0">
                      <a:pos x="54" y="64"/>
                    </a:cxn>
                    <a:cxn ang="0">
                      <a:pos x="38" y="58"/>
                    </a:cxn>
                    <a:cxn ang="0">
                      <a:pos x="50" y="54"/>
                    </a:cxn>
                    <a:cxn ang="0">
                      <a:pos x="72" y="43"/>
                    </a:cxn>
                    <a:cxn ang="0">
                      <a:pos x="61" y="43"/>
                    </a:cxn>
                    <a:cxn ang="0">
                      <a:pos x="54" y="39"/>
                    </a:cxn>
                    <a:cxn ang="0">
                      <a:pos x="51" y="39"/>
                    </a:cxn>
                    <a:cxn ang="0">
                      <a:pos x="38" y="51"/>
                    </a:cxn>
                    <a:cxn ang="0">
                      <a:pos x="23" y="44"/>
                    </a:cxn>
                    <a:cxn ang="0">
                      <a:pos x="27" y="43"/>
                    </a:cxn>
                    <a:cxn ang="0">
                      <a:pos x="15" y="28"/>
                    </a:cxn>
                    <a:cxn ang="0">
                      <a:pos x="11" y="26"/>
                    </a:cxn>
                    <a:cxn ang="0">
                      <a:pos x="0" y="16"/>
                    </a:cxn>
                    <a:cxn ang="0">
                      <a:pos x="16" y="5"/>
                    </a:cxn>
                    <a:cxn ang="0">
                      <a:pos x="38" y="7"/>
                    </a:cxn>
                    <a:cxn ang="0">
                      <a:pos x="32" y="13"/>
                    </a:cxn>
                    <a:cxn ang="0">
                      <a:pos x="44" y="20"/>
                    </a:cxn>
                    <a:cxn ang="0">
                      <a:pos x="41" y="14"/>
                    </a:cxn>
                    <a:cxn ang="0">
                      <a:pos x="49" y="7"/>
                    </a:cxn>
                    <a:cxn ang="0">
                      <a:pos x="68" y="26"/>
                    </a:cxn>
                    <a:cxn ang="0">
                      <a:pos x="63" y="7"/>
                    </a:cxn>
                    <a:cxn ang="0">
                      <a:pos x="72" y="0"/>
                    </a:cxn>
                    <a:cxn ang="0">
                      <a:pos x="90" y="9"/>
                    </a:cxn>
                    <a:cxn ang="0">
                      <a:pos x="88" y="18"/>
                    </a:cxn>
                    <a:cxn ang="0">
                      <a:pos x="96" y="12"/>
                    </a:cxn>
                    <a:cxn ang="0">
                      <a:pos x="102" y="23"/>
                    </a:cxn>
                    <a:cxn ang="0">
                      <a:pos x="106" y="23"/>
                    </a:cxn>
                    <a:cxn ang="0">
                      <a:pos x="141" y="41"/>
                    </a:cxn>
                    <a:cxn ang="0">
                      <a:pos x="137" y="42"/>
                    </a:cxn>
                    <a:cxn ang="0">
                      <a:pos x="145" y="42"/>
                    </a:cxn>
                    <a:cxn ang="0">
                      <a:pos x="145" y="49"/>
                    </a:cxn>
                    <a:cxn ang="0">
                      <a:pos x="159" y="49"/>
                    </a:cxn>
                    <a:cxn ang="0">
                      <a:pos x="176" y="64"/>
                    </a:cxn>
                    <a:cxn ang="0">
                      <a:pos x="148" y="79"/>
                    </a:cxn>
                  </a:cxnLst>
                  <a:rect l="0" t="0" r="r" b="b"/>
                  <a:pathLst>
                    <a:path w="176" h="97">
                      <a:moveTo>
                        <a:pt x="148" y="79"/>
                      </a:moveTo>
                      <a:cubicBezTo>
                        <a:pt x="147" y="76"/>
                        <a:pt x="147" y="74"/>
                        <a:pt x="148" y="71"/>
                      </a:cubicBezTo>
                      <a:cubicBezTo>
                        <a:pt x="143" y="71"/>
                        <a:pt x="134" y="71"/>
                        <a:pt x="128" y="71"/>
                      </a:cubicBezTo>
                      <a:cubicBezTo>
                        <a:pt x="129" y="63"/>
                        <a:pt x="134" y="65"/>
                        <a:pt x="135" y="58"/>
                      </a:cubicBezTo>
                      <a:cubicBezTo>
                        <a:pt x="132" y="57"/>
                        <a:pt x="128" y="49"/>
                        <a:pt x="126" y="46"/>
                      </a:cubicBezTo>
                      <a:cubicBezTo>
                        <a:pt x="128" y="45"/>
                        <a:pt x="130" y="45"/>
                        <a:pt x="132" y="45"/>
                      </a:cubicBezTo>
                      <a:cubicBezTo>
                        <a:pt x="125" y="44"/>
                        <a:pt x="121" y="38"/>
                        <a:pt x="121" y="38"/>
                      </a:cubicBezTo>
                      <a:cubicBezTo>
                        <a:pt x="106" y="38"/>
                        <a:pt x="102" y="58"/>
                        <a:pt x="97" y="69"/>
                      </a:cubicBezTo>
                      <a:cubicBezTo>
                        <a:pt x="96" y="72"/>
                        <a:pt x="93" y="71"/>
                        <a:pt x="90" y="73"/>
                      </a:cubicBezTo>
                      <a:cubicBezTo>
                        <a:pt x="83" y="79"/>
                        <a:pt x="84" y="91"/>
                        <a:pt x="78" y="97"/>
                      </a:cubicBezTo>
                      <a:cubicBezTo>
                        <a:pt x="67" y="90"/>
                        <a:pt x="43" y="84"/>
                        <a:pt x="43" y="69"/>
                      </a:cubicBezTo>
                      <a:cubicBezTo>
                        <a:pt x="49" y="68"/>
                        <a:pt x="60" y="70"/>
                        <a:pt x="60" y="70"/>
                      </a:cubicBezTo>
                      <a:cubicBezTo>
                        <a:pt x="64" y="66"/>
                        <a:pt x="69" y="67"/>
                        <a:pt x="74" y="66"/>
                      </a:cubicBezTo>
                      <a:cubicBezTo>
                        <a:pt x="72" y="64"/>
                        <a:pt x="57" y="64"/>
                        <a:pt x="54" y="64"/>
                      </a:cubicBezTo>
                      <a:cubicBezTo>
                        <a:pt x="49" y="64"/>
                        <a:pt x="38" y="69"/>
                        <a:pt x="38" y="58"/>
                      </a:cubicBezTo>
                      <a:cubicBezTo>
                        <a:pt x="38" y="54"/>
                        <a:pt x="48" y="54"/>
                        <a:pt x="50" y="54"/>
                      </a:cubicBezTo>
                      <a:cubicBezTo>
                        <a:pt x="56" y="52"/>
                        <a:pt x="68" y="47"/>
                        <a:pt x="72" y="43"/>
                      </a:cubicBezTo>
                      <a:cubicBezTo>
                        <a:pt x="66" y="43"/>
                        <a:pt x="63" y="43"/>
                        <a:pt x="61" y="43"/>
                      </a:cubicBezTo>
                      <a:cubicBezTo>
                        <a:pt x="60" y="43"/>
                        <a:pt x="56" y="40"/>
                        <a:pt x="54" y="39"/>
                      </a:cubicBezTo>
                      <a:cubicBezTo>
                        <a:pt x="53" y="39"/>
                        <a:pt x="52" y="39"/>
                        <a:pt x="51" y="39"/>
                      </a:cubicBezTo>
                      <a:cubicBezTo>
                        <a:pt x="47" y="41"/>
                        <a:pt x="47" y="51"/>
                        <a:pt x="38" y="51"/>
                      </a:cubicBezTo>
                      <a:cubicBezTo>
                        <a:pt x="31" y="51"/>
                        <a:pt x="26" y="48"/>
                        <a:pt x="23" y="44"/>
                      </a:cubicBezTo>
                      <a:cubicBezTo>
                        <a:pt x="25" y="43"/>
                        <a:pt x="26" y="43"/>
                        <a:pt x="27" y="43"/>
                      </a:cubicBezTo>
                      <a:cubicBezTo>
                        <a:pt x="19" y="39"/>
                        <a:pt x="13" y="35"/>
                        <a:pt x="15" y="28"/>
                      </a:cubicBezTo>
                      <a:cubicBezTo>
                        <a:pt x="13" y="28"/>
                        <a:pt x="12" y="26"/>
                        <a:pt x="11" y="26"/>
                      </a:cubicBezTo>
                      <a:cubicBezTo>
                        <a:pt x="8" y="26"/>
                        <a:pt x="3" y="19"/>
                        <a:pt x="0" y="16"/>
                      </a:cubicBezTo>
                      <a:cubicBezTo>
                        <a:pt x="2" y="14"/>
                        <a:pt x="11" y="5"/>
                        <a:pt x="16" y="5"/>
                      </a:cubicBezTo>
                      <a:cubicBezTo>
                        <a:pt x="23" y="5"/>
                        <a:pt x="27" y="5"/>
                        <a:pt x="38" y="7"/>
                      </a:cubicBezTo>
                      <a:cubicBezTo>
                        <a:pt x="35" y="10"/>
                        <a:pt x="34" y="11"/>
                        <a:pt x="32" y="13"/>
                      </a:cubicBezTo>
                      <a:cubicBezTo>
                        <a:pt x="37" y="17"/>
                        <a:pt x="41" y="17"/>
                        <a:pt x="44" y="20"/>
                      </a:cubicBezTo>
                      <a:cubicBezTo>
                        <a:pt x="42" y="19"/>
                        <a:pt x="41" y="17"/>
                        <a:pt x="41" y="14"/>
                      </a:cubicBezTo>
                      <a:cubicBezTo>
                        <a:pt x="41" y="10"/>
                        <a:pt x="45" y="7"/>
                        <a:pt x="49" y="7"/>
                      </a:cubicBezTo>
                      <a:cubicBezTo>
                        <a:pt x="60" y="7"/>
                        <a:pt x="57" y="22"/>
                        <a:pt x="68" y="26"/>
                      </a:cubicBezTo>
                      <a:cubicBezTo>
                        <a:pt x="66" y="19"/>
                        <a:pt x="63" y="15"/>
                        <a:pt x="63" y="7"/>
                      </a:cubicBezTo>
                      <a:cubicBezTo>
                        <a:pt x="63" y="0"/>
                        <a:pt x="66" y="0"/>
                        <a:pt x="72" y="0"/>
                      </a:cubicBezTo>
                      <a:cubicBezTo>
                        <a:pt x="78" y="0"/>
                        <a:pt x="90" y="4"/>
                        <a:pt x="90" y="9"/>
                      </a:cubicBezTo>
                      <a:cubicBezTo>
                        <a:pt x="90" y="12"/>
                        <a:pt x="88" y="15"/>
                        <a:pt x="88" y="18"/>
                      </a:cubicBezTo>
                      <a:cubicBezTo>
                        <a:pt x="92" y="16"/>
                        <a:pt x="93" y="12"/>
                        <a:pt x="96" y="12"/>
                      </a:cubicBezTo>
                      <a:cubicBezTo>
                        <a:pt x="103" y="12"/>
                        <a:pt x="102" y="19"/>
                        <a:pt x="102" y="23"/>
                      </a:cubicBezTo>
                      <a:cubicBezTo>
                        <a:pt x="103" y="23"/>
                        <a:pt x="105" y="23"/>
                        <a:pt x="106" y="23"/>
                      </a:cubicBezTo>
                      <a:cubicBezTo>
                        <a:pt x="113" y="23"/>
                        <a:pt x="137" y="36"/>
                        <a:pt x="141" y="41"/>
                      </a:cubicBezTo>
                      <a:cubicBezTo>
                        <a:pt x="140" y="42"/>
                        <a:pt x="138" y="42"/>
                        <a:pt x="137" y="42"/>
                      </a:cubicBezTo>
                      <a:cubicBezTo>
                        <a:pt x="140" y="43"/>
                        <a:pt x="142" y="42"/>
                        <a:pt x="145" y="42"/>
                      </a:cubicBezTo>
                      <a:cubicBezTo>
                        <a:pt x="146" y="44"/>
                        <a:pt x="146" y="47"/>
                        <a:pt x="145" y="49"/>
                      </a:cubicBezTo>
                      <a:cubicBezTo>
                        <a:pt x="151" y="49"/>
                        <a:pt x="154" y="49"/>
                        <a:pt x="159" y="49"/>
                      </a:cubicBezTo>
                      <a:cubicBezTo>
                        <a:pt x="159" y="62"/>
                        <a:pt x="172" y="59"/>
                        <a:pt x="176" y="64"/>
                      </a:cubicBezTo>
                      <a:cubicBezTo>
                        <a:pt x="164" y="68"/>
                        <a:pt x="159" y="76"/>
                        <a:pt x="148" y="7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99" name="Freeform 27">
                  <a:extLst>
                    <a:ext uri="{FF2B5EF4-FFF2-40B4-BE49-F238E27FC236}">
                      <a16:creationId xmlns:a16="http://schemas.microsoft.com/office/drawing/2014/main" id="{F10A9163-89D1-4D71-8278-67D8F8985B31}"/>
                    </a:ext>
                  </a:extLst>
                </p:cNvPr>
                <p:cNvSpPr/>
                <p:nvPr/>
              </p:nvSpPr>
              <p:spPr bwMode="auto">
                <a:xfrm>
                  <a:off x="4683125" y="1089025"/>
                  <a:ext cx="150813" cy="55563"/>
                </a:xfrm>
                <a:custGeom>
                  <a:avLst/>
                  <a:gdLst/>
                  <a:ahLst/>
                  <a:cxnLst>
                    <a:cxn ang="0">
                      <a:pos x="114" y="19"/>
                    </a:cxn>
                    <a:cxn ang="0">
                      <a:pos x="69" y="41"/>
                    </a:cxn>
                    <a:cxn ang="0">
                      <a:pos x="54" y="34"/>
                    </a:cxn>
                    <a:cxn ang="0">
                      <a:pos x="28" y="34"/>
                    </a:cxn>
                    <a:cxn ang="0">
                      <a:pos x="23" y="26"/>
                    </a:cxn>
                    <a:cxn ang="0">
                      <a:pos x="32" y="26"/>
                    </a:cxn>
                    <a:cxn ang="0">
                      <a:pos x="43" y="24"/>
                    </a:cxn>
                    <a:cxn ang="0">
                      <a:pos x="22" y="23"/>
                    </a:cxn>
                    <a:cxn ang="0">
                      <a:pos x="6" y="18"/>
                    </a:cxn>
                    <a:cxn ang="0">
                      <a:pos x="0" y="7"/>
                    </a:cxn>
                    <a:cxn ang="0">
                      <a:pos x="6" y="7"/>
                    </a:cxn>
                    <a:cxn ang="0">
                      <a:pos x="15" y="8"/>
                    </a:cxn>
                    <a:cxn ang="0">
                      <a:pos x="15" y="6"/>
                    </a:cxn>
                    <a:cxn ang="0">
                      <a:pos x="23" y="6"/>
                    </a:cxn>
                    <a:cxn ang="0">
                      <a:pos x="21" y="2"/>
                    </a:cxn>
                    <a:cxn ang="0">
                      <a:pos x="33" y="2"/>
                    </a:cxn>
                    <a:cxn ang="0">
                      <a:pos x="51" y="11"/>
                    </a:cxn>
                    <a:cxn ang="0">
                      <a:pos x="62" y="0"/>
                    </a:cxn>
                    <a:cxn ang="0">
                      <a:pos x="67" y="0"/>
                    </a:cxn>
                    <a:cxn ang="0">
                      <a:pos x="67" y="12"/>
                    </a:cxn>
                    <a:cxn ang="0">
                      <a:pos x="80" y="7"/>
                    </a:cxn>
                    <a:cxn ang="0">
                      <a:pos x="95" y="7"/>
                    </a:cxn>
                    <a:cxn ang="0">
                      <a:pos x="114" y="19"/>
                    </a:cxn>
                  </a:cxnLst>
                  <a:rect l="0" t="0" r="r" b="b"/>
                  <a:pathLst>
                    <a:path w="114" h="41">
                      <a:moveTo>
                        <a:pt x="114" y="19"/>
                      </a:moveTo>
                      <a:cubicBezTo>
                        <a:pt x="104" y="26"/>
                        <a:pt x="82" y="41"/>
                        <a:pt x="69" y="41"/>
                      </a:cubicBezTo>
                      <a:cubicBezTo>
                        <a:pt x="61" y="41"/>
                        <a:pt x="57" y="39"/>
                        <a:pt x="54" y="34"/>
                      </a:cubicBezTo>
                      <a:cubicBezTo>
                        <a:pt x="28" y="34"/>
                        <a:pt x="28" y="34"/>
                        <a:pt x="28" y="34"/>
                      </a:cubicBezTo>
                      <a:cubicBezTo>
                        <a:pt x="25" y="32"/>
                        <a:pt x="23" y="30"/>
                        <a:pt x="23" y="26"/>
                      </a:cubicBezTo>
                      <a:cubicBezTo>
                        <a:pt x="26" y="26"/>
                        <a:pt x="31" y="26"/>
                        <a:pt x="32" y="26"/>
                      </a:cubicBezTo>
                      <a:cubicBezTo>
                        <a:pt x="36" y="25"/>
                        <a:pt x="40" y="25"/>
                        <a:pt x="43" y="24"/>
                      </a:cubicBezTo>
                      <a:cubicBezTo>
                        <a:pt x="41" y="24"/>
                        <a:pt x="23" y="23"/>
                        <a:pt x="22" y="23"/>
                      </a:cubicBezTo>
                      <a:cubicBezTo>
                        <a:pt x="14" y="23"/>
                        <a:pt x="6" y="28"/>
                        <a:pt x="6" y="18"/>
                      </a:cubicBezTo>
                      <a:cubicBezTo>
                        <a:pt x="3" y="15"/>
                        <a:pt x="0" y="12"/>
                        <a:pt x="0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9" y="9"/>
                        <a:pt x="13" y="10"/>
                        <a:pt x="15" y="8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36" y="4"/>
                        <a:pt x="48" y="11"/>
                        <a:pt x="51" y="11"/>
                      </a:cubicBezTo>
                      <a:cubicBezTo>
                        <a:pt x="56" y="11"/>
                        <a:pt x="59" y="2"/>
                        <a:pt x="62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67" y="6"/>
                        <a:pt x="66" y="8"/>
                        <a:pt x="67" y="12"/>
                      </a:cubicBezTo>
                      <a:cubicBezTo>
                        <a:pt x="71" y="12"/>
                        <a:pt x="73" y="7"/>
                        <a:pt x="80" y="7"/>
                      </a:cubicBezTo>
                      <a:cubicBezTo>
                        <a:pt x="91" y="7"/>
                        <a:pt x="88" y="7"/>
                        <a:pt x="95" y="7"/>
                      </a:cubicBezTo>
                      <a:cubicBezTo>
                        <a:pt x="103" y="7"/>
                        <a:pt x="112" y="14"/>
                        <a:pt x="114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0" name="Freeform 28">
                  <a:extLst>
                    <a:ext uri="{FF2B5EF4-FFF2-40B4-BE49-F238E27FC236}">
                      <a16:creationId xmlns:a16="http://schemas.microsoft.com/office/drawing/2014/main" id="{C4D32706-9A35-411C-8BE8-13D2ADA95A66}"/>
                    </a:ext>
                  </a:extLst>
                </p:cNvPr>
                <p:cNvSpPr/>
                <p:nvPr/>
              </p:nvSpPr>
              <p:spPr bwMode="auto">
                <a:xfrm>
                  <a:off x="4219575" y="1841500"/>
                  <a:ext cx="73025" cy="87313"/>
                </a:xfrm>
                <a:custGeom>
                  <a:avLst/>
                  <a:gdLst/>
                  <a:ahLst/>
                  <a:cxnLst>
                    <a:cxn ang="0">
                      <a:pos x="9" y="19"/>
                    </a:cxn>
                    <a:cxn ang="0">
                      <a:pos x="22" y="14"/>
                    </a:cxn>
                    <a:cxn ang="0">
                      <a:pos x="19" y="8"/>
                    </a:cxn>
                    <a:cxn ang="0">
                      <a:pos x="32" y="0"/>
                    </a:cxn>
                    <a:cxn ang="0">
                      <a:pos x="40" y="0"/>
                    </a:cxn>
                    <a:cxn ang="0">
                      <a:pos x="55" y="18"/>
                    </a:cxn>
                    <a:cxn ang="0">
                      <a:pos x="47" y="24"/>
                    </a:cxn>
                    <a:cxn ang="0">
                      <a:pos x="47" y="39"/>
                    </a:cxn>
                    <a:cxn ang="0">
                      <a:pos x="47" y="52"/>
                    </a:cxn>
                    <a:cxn ang="0">
                      <a:pos x="35" y="54"/>
                    </a:cxn>
                    <a:cxn ang="0">
                      <a:pos x="19" y="64"/>
                    </a:cxn>
                    <a:cxn ang="0">
                      <a:pos x="11" y="65"/>
                    </a:cxn>
                    <a:cxn ang="0">
                      <a:pos x="0" y="55"/>
                    </a:cxn>
                    <a:cxn ang="0">
                      <a:pos x="13" y="33"/>
                    </a:cxn>
                    <a:cxn ang="0">
                      <a:pos x="4" y="23"/>
                    </a:cxn>
                    <a:cxn ang="0">
                      <a:pos x="9" y="19"/>
                    </a:cxn>
                  </a:cxnLst>
                  <a:rect l="0" t="0" r="r" b="b"/>
                  <a:pathLst>
                    <a:path w="55" h="65">
                      <a:moveTo>
                        <a:pt x="9" y="19"/>
                      </a:moveTo>
                      <a:cubicBezTo>
                        <a:pt x="12" y="19"/>
                        <a:pt x="19" y="16"/>
                        <a:pt x="22" y="14"/>
                      </a:cubicBezTo>
                      <a:cubicBezTo>
                        <a:pt x="20" y="11"/>
                        <a:pt x="19" y="10"/>
                        <a:pt x="19" y="8"/>
                      </a:cubicBezTo>
                      <a:cubicBezTo>
                        <a:pt x="19" y="5"/>
                        <a:pt x="28" y="0"/>
                        <a:pt x="32" y="0"/>
                      </a:cubicBezTo>
                      <a:cubicBezTo>
                        <a:pt x="35" y="0"/>
                        <a:pt x="37" y="0"/>
                        <a:pt x="40" y="0"/>
                      </a:cubicBezTo>
                      <a:cubicBezTo>
                        <a:pt x="50" y="0"/>
                        <a:pt x="55" y="10"/>
                        <a:pt x="55" y="18"/>
                      </a:cubicBezTo>
                      <a:cubicBezTo>
                        <a:pt x="55" y="21"/>
                        <a:pt x="47" y="21"/>
                        <a:pt x="47" y="24"/>
                      </a:cubicBezTo>
                      <a:cubicBezTo>
                        <a:pt x="47" y="27"/>
                        <a:pt x="47" y="39"/>
                        <a:pt x="47" y="39"/>
                      </a:cubicBezTo>
                      <a:cubicBezTo>
                        <a:pt x="47" y="43"/>
                        <a:pt x="50" y="48"/>
                        <a:pt x="47" y="52"/>
                      </a:cubicBezTo>
                      <a:cubicBezTo>
                        <a:pt x="44" y="54"/>
                        <a:pt x="40" y="54"/>
                        <a:pt x="35" y="54"/>
                      </a:cubicBezTo>
                      <a:cubicBezTo>
                        <a:pt x="28" y="54"/>
                        <a:pt x="23" y="61"/>
                        <a:pt x="19" y="64"/>
                      </a:cubicBezTo>
                      <a:cubicBezTo>
                        <a:pt x="17" y="65"/>
                        <a:pt x="13" y="65"/>
                        <a:pt x="11" y="65"/>
                      </a:cubicBezTo>
                      <a:cubicBezTo>
                        <a:pt x="6" y="65"/>
                        <a:pt x="0" y="60"/>
                        <a:pt x="0" y="55"/>
                      </a:cubicBezTo>
                      <a:cubicBezTo>
                        <a:pt x="0" y="44"/>
                        <a:pt x="11" y="43"/>
                        <a:pt x="13" y="33"/>
                      </a:cubicBezTo>
                      <a:cubicBezTo>
                        <a:pt x="8" y="30"/>
                        <a:pt x="4" y="28"/>
                        <a:pt x="4" y="23"/>
                      </a:cubicBezTo>
                      <a:cubicBezTo>
                        <a:pt x="4" y="18"/>
                        <a:pt x="8" y="19"/>
                        <a:pt x="9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1" name="Freeform 29">
                  <a:extLst>
                    <a:ext uri="{FF2B5EF4-FFF2-40B4-BE49-F238E27FC236}">
                      <a16:creationId xmlns:a16="http://schemas.microsoft.com/office/drawing/2014/main" id="{90E66FCA-923F-45A0-BF3B-B33E4E4E0743}"/>
                    </a:ext>
                  </a:extLst>
                </p:cNvPr>
                <p:cNvSpPr/>
                <p:nvPr/>
              </p:nvSpPr>
              <p:spPr bwMode="auto">
                <a:xfrm>
                  <a:off x="4276725" y="1758950"/>
                  <a:ext cx="139700" cy="203200"/>
                </a:xfrm>
                <a:custGeom>
                  <a:avLst/>
                  <a:gdLst/>
                  <a:ahLst/>
                  <a:cxnLst>
                    <a:cxn ang="0">
                      <a:pos x="96" y="102"/>
                    </a:cxn>
                    <a:cxn ang="0">
                      <a:pos x="91" y="128"/>
                    </a:cxn>
                    <a:cxn ang="0">
                      <a:pos x="100" y="133"/>
                    </a:cxn>
                    <a:cxn ang="0">
                      <a:pos x="70" y="139"/>
                    </a:cxn>
                    <a:cxn ang="0">
                      <a:pos x="39" y="141"/>
                    </a:cxn>
                    <a:cxn ang="0">
                      <a:pos x="26" y="148"/>
                    </a:cxn>
                    <a:cxn ang="0">
                      <a:pos x="16" y="152"/>
                    </a:cxn>
                    <a:cxn ang="0">
                      <a:pos x="32" y="133"/>
                    </a:cxn>
                    <a:cxn ang="0">
                      <a:pos x="46" y="124"/>
                    </a:cxn>
                    <a:cxn ang="0">
                      <a:pos x="26" y="123"/>
                    </a:cxn>
                    <a:cxn ang="0">
                      <a:pos x="19" y="123"/>
                    </a:cxn>
                    <a:cxn ang="0">
                      <a:pos x="28" y="96"/>
                    </a:cxn>
                    <a:cxn ang="0">
                      <a:pos x="48" y="81"/>
                    </a:cxn>
                    <a:cxn ang="0">
                      <a:pos x="40" y="70"/>
                    </a:cxn>
                    <a:cxn ang="0">
                      <a:pos x="26" y="72"/>
                    </a:cxn>
                    <a:cxn ang="0">
                      <a:pos x="23" y="59"/>
                    </a:cxn>
                    <a:cxn ang="0">
                      <a:pos x="16" y="49"/>
                    </a:cxn>
                    <a:cxn ang="0">
                      <a:pos x="12" y="55"/>
                    </a:cxn>
                    <a:cxn ang="0">
                      <a:pos x="14" y="45"/>
                    </a:cxn>
                    <a:cxn ang="0">
                      <a:pos x="8" y="38"/>
                    </a:cxn>
                    <a:cxn ang="0">
                      <a:pos x="11" y="29"/>
                    </a:cxn>
                    <a:cxn ang="0">
                      <a:pos x="8" y="20"/>
                    </a:cxn>
                    <a:cxn ang="0">
                      <a:pos x="12" y="21"/>
                    </a:cxn>
                    <a:cxn ang="0">
                      <a:pos x="16" y="14"/>
                    </a:cxn>
                    <a:cxn ang="0">
                      <a:pos x="25" y="0"/>
                    </a:cxn>
                    <a:cxn ang="0">
                      <a:pos x="42" y="4"/>
                    </a:cxn>
                    <a:cxn ang="0">
                      <a:pos x="33" y="19"/>
                    </a:cxn>
                    <a:cxn ang="0">
                      <a:pos x="47" y="46"/>
                    </a:cxn>
                    <a:cxn ang="0">
                      <a:pos x="53" y="50"/>
                    </a:cxn>
                    <a:cxn ang="0">
                      <a:pos x="84" y="89"/>
                    </a:cxn>
                    <a:cxn ang="0">
                      <a:pos x="87" y="102"/>
                    </a:cxn>
                    <a:cxn ang="0">
                      <a:pos x="92" y="102"/>
                    </a:cxn>
                  </a:cxnLst>
                  <a:rect l="0" t="0" r="r" b="b"/>
                  <a:pathLst>
                    <a:path w="105" h="152">
                      <a:moveTo>
                        <a:pt x="90" y="103"/>
                      </a:moveTo>
                      <a:cubicBezTo>
                        <a:pt x="93" y="101"/>
                        <a:pt x="92" y="102"/>
                        <a:pt x="96" y="102"/>
                      </a:cubicBezTo>
                      <a:cubicBezTo>
                        <a:pt x="101" y="102"/>
                        <a:pt x="105" y="106"/>
                        <a:pt x="105" y="110"/>
                      </a:cubicBezTo>
                      <a:cubicBezTo>
                        <a:pt x="105" y="118"/>
                        <a:pt x="94" y="122"/>
                        <a:pt x="91" y="128"/>
                      </a:cubicBezTo>
                      <a:cubicBezTo>
                        <a:pt x="95" y="129"/>
                        <a:pt x="97" y="130"/>
                        <a:pt x="100" y="130"/>
                      </a:cubicBezTo>
                      <a:cubicBezTo>
                        <a:pt x="100" y="133"/>
                        <a:pt x="100" y="133"/>
                        <a:pt x="100" y="133"/>
                      </a:cubicBezTo>
                      <a:cubicBezTo>
                        <a:pt x="96" y="137"/>
                        <a:pt x="93" y="139"/>
                        <a:pt x="87" y="139"/>
                      </a:cubicBezTo>
                      <a:cubicBezTo>
                        <a:pt x="82" y="139"/>
                        <a:pt x="72" y="139"/>
                        <a:pt x="70" y="139"/>
                      </a:cubicBezTo>
                      <a:cubicBezTo>
                        <a:pt x="65" y="139"/>
                        <a:pt x="53" y="143"/>
                        <a:pt x="47" y="143"/>
                      </a:cubicBezTo>
                      <a:cubicBezTo>
                        <a:pt x="44" y="143"/>
                        <a:pt x="42" y="141"/>
                        <a:pt x="39" y="141"/>
                      </a:cubicBezTo>
                      <a:cubicBezTo>
                        <a:pt x="34" y="141"/>
                        <a:pt x="32" y="144"/>
                        <a:pt x="32" y="148"/>
                      </a:cubicBezTo>
                      <a:cubicBezTo>
                        <a:pt x="26" y="148"/>
                        <a:pt x="26" y="148"/>
                        <a:pt x="26" y="148"/>
                      </a:cubicBezTo>
                      <a:cubicBezTo>
                        <a:pt x="23" y="148"/>
                        <a:pt x="21" y="150"/>
                        <a:pt x="19" y="152"/>
                      </a:cubicBezTo>
                      <a:cubicBezTo>
                        <a:pt x="16" y="152"/>
                        <a:pt x="16" y="152"/>
                        <a:pt x="16" y="152"/>
                      </a:cubicBezTo>
                      <a:cubicBezTo>
                        <a:pt x="16" y="149"/>
                        <a:pt x="16" y="149"/>
                        <a:pt x="16" y="149"/>
                      </a:cubicBezTo>
                      <a:cubicBezTo>
                        <a:pt x="17" y="147"/>
                        <a:pt x="30" y="133"/>
                        <a:pt x="32" y="133"/>
                      </a:cubicBezTo>
                      <a:cubicBezTo>
                        <a:pt x="38" y="131"/>
                        <a:pt x="47" y="133"/>
                        <a:pt x="47" y="127"/>
                      </a:cubicBezTo>
                      <a:cubicBezTo>
                        <a:pt x="47" y="126"/>
                        <a:pt x="46" y="125"/>
                        <a:pt x="46" y="124"/>
                      </a:cubicBezTo>
                      <a:cubicBezTo>
                        <a:pt x="44" y="126"/>
                        <a:pt x="41" y="128"/>
                        <a:pt x="38" y="128"/>
                      </a:cubicBezTo>
                      <a:cubicBezTo>
                        <a:pt x="32" y="128"/>
                        <a:pt x="30" y="123"/>
                        <a:pt x="26" y="123"/>
                      </a:cubicBezTo>
                      <a:cubicBezTo>
                        <a:pt x="23" y="123"/>
                        <a:pt x="23" y="125"/>
                        <a:pt x="21" y="125"/>
                      </a:cubicBezTo>
                      <a:cubicBezTo>
                        <a:pt x="20" y="125"/>
                        <a:pt x="19" y="124"/>
                        <a:pt x="19" y="123"/>
                      </a:cubicBezTo>
                      <a:cubicBezTo>
                        <a:pt x="19" y="116"/>
                        <a:pt x="31" y="116"/>
                        <a:pt x="31" y="109"/>
                      </a:cubicBezTo>
                      <a:cubicBezTo>
                        <a:pt x="31" y="103"/>
                        <a:pt x="28" y="101"/>
                        <a:pt x="28" y="96"/>
                      </a:cubicBezTo>
                      <a:cubicBezTo>
                        <a:pt x="36" y="96"/>
                        <a:pt x="45" y="92"/>
                        <a:pt x="48" y="88"/>
                      </a:cubicBezTo>
                      <a:cubicBezTo>
                        <a:pt x="48" y="81"/>
                        <a:pt x="48" y="81"/>
                        <a:pt x="48" y="81"/>
                      </a:cubicBezTo>
                      <a:cubicBezTo>
                        <a:pt x="43" y="82"/>
                        <a:pt x="37" y="81"/>
                        <a:pt x="37" y="77"/>
                      </a:cubicBezTo>
                      <a:cubicBezTo>
                        <a:pt x="37" y="73"/>
                        <a:pt x="39" y="72"/>
                        <a:pt x="40" y="70"/>
                      </a:cubicBezTo>
                      <a:cubicBezTo>
                        <a:pt x="39" y="70"/>
                        <a:pt x="38" y="70"/>
                        <a:pt x="36" y="70"/>
                      </a:cubicBezTo>
                      <a:cubicBezTo>
                        <a:pt x="32" y="70"/>
                        <a:pt x="30" y="72"/>
                        <a:pt x="26" y="72"/>
                      </a:cubicBezTo>
                      <a:cubicBezTo>
                        <a:pt x="22" y="72"/>
                        <a:pt x="19" y="72"/>
                        <a:pt x="19" y="69"/>
                      </a:cubicBezTo>
                      <a:cubicBezTo>
                        <a:pt x="19" y="65"/>
                        <a:pt x="23" y="63"/>
                        <a:pt x="23" y="59"/>
                      </a:cubicBezTo>
                      <a:cubicBezTo>
                        <a:pt x="23" y="55"/>
                        <a:pt x="22" y="55"/>
                        <a:pt x="23" y="51"/>
                      </a:cubicBezTo>
                      <a:cubicBezTo>
                        <a:pt x="20" y="51"/>
                        <a:pt x="17" y="50"/>
                        <a:pt x="16" y="49"/>
                      </a:cubicBezTo>
                      <a:cubicBezTo>
                        <a:pt x="14" y="52"/>
                        <a:pt x="15" y="54"/>
                        <a:pt x="16" y="55"/>
                      </a:cubicBezTo>
                      <a:cubicBezTo>
                        <a:pt x="12" y="55"/>
                        <a:pt x="12" y="55"/>
                        <a:pt x="12" y="55"/>
                      </a:cubicBezTo>
                      <a:cubicBezTo>
                        <a:pt x="12" y="52"/>
                        <a:pt x="12" y="51"/>
                        <a:pt x="12" y="48"/>
                      </a:cubicBezTo>
                      <a:cubicBezTo>
                        <a:pt x="12" y="47"/>
                        <a:pt x="13" y="46"/>
                        <a:pt x="14" y="45"/>
                      </a:cubicBezTo>
                      <a:cubicBezTo>
                        <a:pt x="14" y="41"/>
                        <a:pt x="14" y="41"/>
                        <a:pt x="14" y="41"/>
                      </a:cubicBezTo>
                      <a:cubicBezTo>
                        <a:pt x="12" y="41"/>
                        <a:pt x="8" y="40"/>
                        <a:pt x="8" y="38"/>
                      </a:cubicBezTo>
                      <a:cubicBezTo>
                        <a:pt x="8" y="36"/>
                        <a:pt x="11" y="32"/>
                        <a:pt x="11" y="32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4" y="27"/>
                        <a:pt x="0" y="26"/>
                        <a:pt x="0" y="20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23"/>
                        <a:pt x="10" y="24"/>
                        <a:pt x="11" y="24"/>
                      </a:cubicBezTo>
                      <a:cubicBezTo>
                        <a:pt x="12" y="24"/>
                        <a:pt x="12" y="22"/>
                        <a:pt x="12" y="21"/>
                      </a:cubicBezTo>
                      <a:cubicBezTo>
                        <a:pt x="12" y="21"/>
                        <a:pt x="10" y="20"/>
                        <a:pt x="10" y="19"/>
                      </a:cubicBezTo>
                      <a:cubicBezTo>
                        <a:pt x="10" y="15"/>
                        <a:pt x="13" y="14"/>
                        <a:pt x="16" y="14"/>
                      </a:cubicBezTo>
                      <a:cubicBezTo>
                        <a:pt x="16" y="10"/>
                        <a:pt x="18" y="8"/>
                        <a:pt x="18" y="6"/>
                      </a:cubicBezTo>
                      <a:cubicBezTo>
                        <a:pt x="18" y="4"/>
                        <a:pt x="23" y="0"/>
                        <a:pt x="25" y="0"/>
                      </a:cubicBezTo>
                      <a:cubicBezTo>
                        <a:pt x="30" y="0"/>
                        <a:pt x="35" y="0"/>
                        <a:pt x="38" y="0"/>
                      </a:cubicBezTo>
                      <a:cubicBezTo>
                        <a:pt x="40" y="0"/>
                        <a:pt x="42" y="3"/>
                        <a:pt x="42" y="4"/>
                      </a:cubicBezTo>
                      <a:cubicBezTo>
                        <a:pt x="42" y="10"/>
                        <a:pt x="33" y="10"/>
                        <a:pt x="31" y="16"/>
                      </a:cubicBezTo>
                      <a:cubicBezTo>
                        <a:pt x="31" y="17"/>
                        <a:pt x="32" y="18"/>
                        <a:pt x="33" y="19"/>
                      </a:cubicBezTo>
                      <a:cubicBezTo>
                        <a:pt x="59" y="19"/>
                        <a:pt x="59" y="19"/>
                        <a:pt x="59" y="19"/>
                      </a:cubicBezTo>
                      <a:cubicBezTo>
                        <a:pt x="60" y="32"/>
                        <a:pt x="47" y="37"/>
                        <a:pt x="47" y="46"/>
                      </a:cubicBezTo>
                      <a:cubicBezTo>
                        <a:pt x="45" y="47"/>
                        <a:pt x="44" y="48"/>
                        <a:pt x="43" y="50"/>
                      </a:cubicBezTo>
                      <a:cubicBezTo>
                        <a:pt x="48" y="51"/>
                        <a:pt x="50" y="49"/>
                        <a:pt x="53" y="50"/>
                      </a:cubicBezTo>
                      <a:cubicBezTo>
                        <a:pt x="62" y="53"/>
                        <a:pt x="60" y="63"/>
                        <a:pt x="66" y="69"/>
                      </a:cubicBezTo>
                      <a:cubicBezTo>
                        <a:pt x="73" y="76"/>
                        <a:pt x="84" y="79"/>
                        <a:pt x="84" y="89"/>
                      </a:cubicBezTo>
                      <a:cubicBezTo>
                        <a:pt x="84" y="93"/>
                        <a:pt x="89" y="95"/>
                        <a:pt x="89" y="99"/>
                      </a:cubicBezTo>
                      <a:cubicBezTo>
                        <a:pt x="89" y="100"/>
                        <a:pt x="88" y="101"/>
                        <a:pt x="87" y="102"/>
                      </a:cubicBezTo>
                      <a:cubicBezTo>
                        <a:pt x="87" y="105"/>
                        <a:pt x="87" y="105"/>
                        <a:pt x="87" y="105"/>
                      </a:cubicBezTo>
                      <a:cubicBezTo>
                        <a:pt x="90" y="104"/>
                        <a:pt x="90" y="103"/>
                        <a:pt x="92" y="102"/>
                      </a:cubicBezTo>
                      <a:lnTo>
                        <a:pt x="90" y="10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2" name="Freeform 31">
                  <a:extLst>
                    <a:ext uri="{FF2B5EF4-FFF2-40B4-BE49-F238E27FC236}">
                      <a16:creationId xmlns:a16="http://schemas.microsoft.com/office/drawing/2014/main" id="{A71A3438-3E7E-46DD-AC20-CD1A86DD7175}"/>
                    </a:ext>
                  </a:extLst>
                </p:cNvPr>
                <p:cNvSpPr/>
                <p:nvPr/>
              </p:nvSpPr>
              <p:spPr bwMode="auto">
                <a:xfrm>
                  <a:off x="4592638" y="2203450"/>
                  <a:ext cx="46038" cy="30163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8"/>
                    </a:cxn>
                    <a:cxn ang="0">
                      <a:pos x="7" y="10"/>
                    </a:cxn>
                    <a:cxn ang="0">
                      <a:pos x="27" y="21"/>
                    </a:cxn>
                    <a:cxn ang="0">
                      <a:pos x="30" y="23"/>
                    </a:cxn>
                    <a:cxn ang="0">
                      <a:pos x="33" y="20"/>
                    </a:cxn>
                    <a:cxn ang="0">
                      <a:pos x="31" y="13"/>
                    </a:cxn>
                    <a:cxn ang="0">
                      <a:pos x="33" y="8"/>
                    </a:cxn>
                    <a:cxn ang="0">
                      <a:pos x="35" y="3"/>
                    </a:cxn>
                    <a:cxn ang="0">
                      <a:pos x="20" y="6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35" h="23">
                      <a:moveTo>
                        <a:pt x="0" y="5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2" y="10"/>
                        <a:pt x="5" y="10"/>
                        <a:pt x="7" y="10"/>
                      </a:cubicBezTo>
                      <a:cubicBezTo>
                        <a:pt x="14" y="12"/>
                        <a:pt x="19" y="20"/>
                        <a:pt x="27" y="21"/>
                      </a:cubicBezTo>
                      <a:cubicBezTo>
                        <a:pt x="27" y="23"/>
                        <a:pt x="29" y="23"/>
                        <a:pt x="30" y="23"/>
                      </a:cubicBezTo>
                      <a:cubicBezTo>
                        <a:pt x="32" y="23"/>
                        <a:pt x="33" y="21"/>
                        <a:pt x="33" y="20"/>
                      </a:cubicBezTo>
                      <a:cubicBezTo>
                        <a:pt x="33" y="17"/>
                        <a:pt x="31" y="16"/>
                        <a:pt x="31" y="13"/>
                      </a:cubicBezTo>
                      <a:cubicBezTo>
                        <a:pt x="31" y="11"/>
                        <a:pt x="33" y="8"/>
                        <a:pt x="33" y="8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28" y="2"/>
                        <a:pt x="25" y="6"/>
                        <a:pt x="20" y="6"/>
                      </a:cubicBezTo>
                      <a:cubicBezTo>
                        <a:pt x="14" y="6"/>
                        <a:pt x="10" y="0"/>
                        <a:pt x="0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3" name="Freeform 32">
                  <a:extLst>
                    <a:ext uri="{FF2B5EF4-FFF2-40B4-BE49-F238E27FC236}">
                      <a16:creationId xmlns:a16="http://schemas.microsoft.com/office/drawing/2014/main" id="{C641DBB5-5FB9-4F21-884C-30A2142C1A2D}"/>
                    </a:ext>
                  </a:extLst>
                </p:cNvPr>
                <p:cNvSpPr/>
                <p:nvPr/>
              </p:nvSpPr>
              <p:spPr bwMode="auto">
                <a:xfrm>
                  <a:off x="4527550" y="2111375"/>
                  <a:ext cx="15875" cy="30163"/>
                </a:xfrm>
                <a:custGeom>
                  <a:avLst/>
                  <a:gdLst/>
                  <a:ahLst/>
                  <a:cxnLst>
                    <a:cxn ang="0">
                      <a:pos x="3" y="5"/>
                    </a:cxn>
                    <a:cxn ang="0">
                      <a:pos x="10" y="0"/>
                    </a:cxn>
                    <a:cxn ang="0">
                      <a:pos x="12" y="5"/>
                    </a:cxn>
                    <a:cxn ang="0">
                      <a:pos x="8" y="23"/>
                    </a:cxn>
                    <a:cxn ang="0">
                      <a:pos x="0" y="6"/>
                    </a:cxn>
                    <a:cxn ang="0">
                      <a:pos x="3" y="5"/>
                    </a:cxn>
                  </a:cxnLst>
                  <a:rect l="0" t="0" r="r" b="b"/>
                  <a:pathLst>
                    <a:path w="12" h="23">
                      <a:moveTo>
                        <a:pt x="3" y="5"/>
                      </a:moveTo>
                      <a:cubicBezTo>
                        <a:pt x="6" y="5"/>
                        <a:pt x="8" y="1"/>
                        <a:pt x="10" y="0"/>
                      </a:cubicBezTo>
                      <a:cubicBezTo>
                        <a:pt x="10" y="3"/>
                        <a:pt x="11" y="5"/>
                        <a:pt x="12" y="5"/>
                      </a:cubicBezTo>
                      <a:cubicBezTo>
                        <a:pt x="11" y="11"/>
                        <a:pt x="10" y="20"/>
                        <a:pt x="8" y="23"/>
                      </a:cubicBezTo>
                      <a:cubicBezTo>
                        <a:pt x="4" y="22"/>
                        <a:pt x="2" y="9"/>
                        <a:pt x="0" y="6"/>
                      </a:cubicBezTo>
                      <a:cubicBezTo>
                        <a:pt x="1" y="6"/>
                        <a:pt x="2" y="5"/>
                        <a:pt x="3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4" name="Freeform 33">
                  <a:extLst>
                    <a:ext uri="{FF2B5EF4-FFF2-40B4-BE49-F238E27FC236}">
                      <a16:creationId xmlns:a16="http://schemas.microsoft.com/office/drawing/2014/main" id="{26E38D5B-8E67-436F-B653-48702BEAE5E0}"/>
                    </a:ext>
                  </a:extLst>
                </p:cNvPr>
                <p:cNvSpPr/>
                <p:nvPr/>
              </p:nvSpPr>
              <p:spPr bwMode="auto">
                <a:xfrm>
                  <a:off x="4524375" y="2144713"/>
                  <a:ext cx="25400" cy="44450"/>
                </a:xfrm>
                <a:custGeom>
                  <a:avLst/>
                  <a:gdLst/>
                  <a:ahLst/>
                  <a:cxnLst>
                    <a:cxn ang="0">
                      <a:pos x="5" y="15"/>
                    </a:cxn>
                    <a:cxn ang="0">
                      <a:pos x="0" y="6"/>
                    </a:cxn>
                    <a:cxn ang="0">
                      <a:pos x="9" y="0"/>
                    </a:cxn>
                    <a:cxn ang="0">
                      <a:pos x="15" y="3"/>
                    </a:cxn>
                    <a:cxn ang="0">
                      <a:pos x="18" y="21"/>
                    </a:cxn>
                    <a:cxn ang="0">
                      <a:pos x="6" y="33"/>
                    </a:cxn>
                    <a:cxn ang="0">
                      <a:pos x="2" y="24"/>
                    </a:cxn>
                    <a:cxn ang="0">
                      <a:pos x="5" y="15"/>
                    </a:cxn>
                  </a:cxnLst>
                  <a:rect l="0" t="0" r="r" b="b"/>
                  <a:pathLst>
                    <a:path w="19" h="33">
                      <a:moveTo>
                        <a:pt x="5" y="15"/>
                      </a:moveTo>
                      <a:cubicBezTo>
                        <a:pt x="5" y="12"/>
                        <a:pt x="1" y="9"/>
                        <a:pt x="0" y="6"/>
                      </a:cubicBezTo>
                      <a:cubicBezTo>
                        <a:pt x="5" y="4"/>
                        <a:pt x="5" y="0"/>
                        <a:pt x="9" y="0"/>
                      </a:cubicBezTo>
                      <a:cubicBezTo>
                        <a:pt x="13" y="0"/>
                        <a:pt x="14" y="3"/>
                        <a:pt x="15" y="3"/>
                      </a:cubicBezTo>
                      <a:cubicBezTo>
                        <a:pt x="19" y="10"/>
                        <a:pt x="18" y="14"/>
                        <a:pt x="18" y="21"/>
                      </a:cubicBezTo>
                      <a:cubicBezTo>
                        <a:pt x="18" y="27"/>
                        <a:pt x="10" y="33"/>
                        <a:pt x="6" y="33"/>
                      </a:cubicBezTo>
                      <a:cubicBezTo>
                        <a:pt x="2" y="33"/>
                        <a:pt x="2" y="27"/>
                        <a:pt x="2" y="24"/>
                      </a:cubicBezTo>
                      <a:cubicBezTo>
                        <a:pt x="2" y="20"/>
                        <a:pt x="5" y="18"/>
                        <a:pt x="5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5" name="Freeform 34">
                  <a:extLst>
                    <a:ext uri="{FF2B5EF4-FFF2-40B4-BE49-F238E27FC236}">
                      <a16:creationId xmlns:a16="http://schemas.microsoft.com/office/drawing/2014/main" id="{80BDD856-8049-4148-8DC6-69209B051B63}"/>
                    </a:ext>
                  </a:extLst>
                </p:cNvPr>
                <p:cNvSpPr/>
                <p:nvPr/>
              </p:nvSpPr>
              <p:spPr bwMode="auto">
                <a:xfrm>
                  <a:off x="4429125" y="2171700"/>
                  <a:ext cx="12700" cy="9525"/>
                </a:xfrm>
                <a:custGeom>
                  <a:avLst/>
                  <a:gdLst/>
                  <a:ahLst/>
                  <a:cxnLst>
                    <a:cxn ang="0">
                      <a:pos x="9" y="5"/>
                    </a:cxn>
                    <a:cxn ang="0">
                      <a:pos x="6" y="7"/>
                    </a:cxn>
                    <a:cxn ang="0">
                      <a:pos x="0" y="3"/>
                    </a:cxn>
                    <a:cxn ang="0">
                      <a:pos x="7" y="0"/>
                    </a:cxn>
                    <a:cxn ang="0">
                      <a:pos x="9" y="5"/>
                    </a:cxn>
                  </a:cxnLst>
                  <a:rect l="0" t="0" r="r" b="b"/>
                  <a:pathLst>
                    <a:path w="9" h="7">
                      <a:moveTo>
                        <a:pt x="9" y="5"/>
                      </a:moveTo>
                      <a:cubicBezTo>
                        <a:pt x="9" y="6"/>
                        <a:pt x="7" y="7"/>
                        <a:pt x="6" y="7"/>
                      </a:cubicBezTo>
                      <a:cubicBezTo>
                        <a:pt x="4" y="7"/>
                        <a:pt x="1" y="3"/>
                        <a:pt x="0" y="3"/>
                      </a:cubicBezTo>
                      <a:cubicBezTo>
                        <a:pt x="3" y="2"/>
                        <a:pt x="5" y="0"/>
                        <a:pt x="7" y="0"/>
                      </a:cubicBezTo>
                      <a:cubicBezTo>
                        <a:pt x="7" y="1"/>
                        <a:pt x="9" y="3"/>
                        <a:pt x="9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6" name="Freeform 35">
                  <a:extLst>
                    <a:ext uri="{FF2B5EF4-FFF2-40B4-BE49-F238E27FC236}">
                      <a16:creationId xmlns:a16="http://schemas.microsoft.com/office/drawing/2014/main" id="{B3CA26F8-9E3B-4D54-93A2-ABD6785B590F}"/>
                    </a:ext>
                  </a:extLst>
                </p:cNvPr>
                <p:cNvSpPr/>
                <p:nvPr/>
              </p:nvSpPr>
              <p:spPr bwMode="auto">
                <a:xfrm>
                  <a:off x="4551363" y="1833563"/>
                  <a:ext cx="15875" cy="19050"/>
                </a:xfrm>
                <a:custGeom>
                  <a:avLst/>
                  <a:gdLst/>
                  <a:ahLst/>
                  <a:cxnLst>
                    <a:cxn ang="0">
                      <a:pos x="11" y="10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9" y="0"/>
                    </a:cxn>
                    <a:cxn ang="0">
                      <a:pos x="12" y="9"/>
                    </a:cxn>
                    <a:cxn ang="0">
                      <a:pos x="11" y="14"/>
                    </a:cxn>
                    <a:cxn ang="0">
                      <a:pos x="11" y="10"/>
                    </a:cxn>
                  </a:cxnLst>
                  <a:rect l="0" t="0" r="r" b="b"/>
                  <a:pathLst>
                    <a:path w="12" h="14">
                      <a:moveTo>
                        <a:pt x="11" y="10"/>
                      </a:moveTo>
                      <a:cubicBezTo>
                        <a:pt x="5" y="10"/>
                        <a:pt x="0" y="9"/>
                        <a:pt x="0" y="5"/>
                      </a:cubicBezTo>
                      <a:cubicBezTo>
                        <a:pt x="0" y="3"/>
                        <a:pt x="0" y="2"/>
                        <a:pt x="0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6"/>
                        <a:pt x="12" y="5"/>
                        <a:pt x="12" y="9"/>
                      </a:cubicBezTo>
                      <a:cubicBezTo>
                        <a:pt x="12" y="13"/>
                        <a:pt x="11" y="12"/>
                        <a:pt x="11" y="14"/>
                      </a:cubicBezTo>
                      <a:cubicBezTo>
                        <a:pt x="11" y="13"/>
                        <a:pt x="11" y="12"/>
                        <a:pt x="11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7" name="Freeform 37">
                  <a:extLst>
                    <a:ext uri="{FF2B5EF4-FFF2-40B4-BE49-F238E27FC236}">
                      <a16:creationId xmlns:a16="http://schemas.microsoft.com/office/drawing/2014/main" id="{78AADCF2-1752-47A7-B57C-0651446DEB4D}"/>
                    </a:ext>
                  </a:extLst>
                </p:cNvPr>
                <p:cNvSpPr/>
                <p:nvPr/>
              </p:nvSpPr>
              <p:spPr bwMode="auto">
                <a:xfrm>
                  <a:off x="4684713" y="1773238"/>
                  <a:ext cx="15875" cy="23813"/>
                </a:xfrm>
                <a:custGeom>
                  <a:avLst/>
                  <a:gdLst/>
                  <a:ahLst/>
                  <a:cxnLst>
                    <a:cxn ang="0">
                      <a:pos x="8" y="6"/>
                    </a:cxn>
                    <a:cxn ang="0">
                      <a:pos x="1" y="17"/>
                    </a:cxn>
                    <a:cxn ang="0">
                      <a:pos x="1" y="11"/>
                    </a:cxn>
                    <a:cxn ang="0">
                      <a:pos x="11" y="0"/>
                    </a:cxn>
                    <a:cxn ang="0">
                      <a:pos x="8" y="6"/>
                    </a:cxn>
                  </a:cxnLst>
                  <a:rect l="0" t="0" r="r" b="b"/>
                  <a:pathLst>
                    <a:path w="11" h="17">
                      <a:moveTo>
                        <a:pt x="8" y="6"/>
                      </a:moveTo>
                      <a:cubicBezTo>
                        <a:pt x="8" y="11"/>
                        <a:pt x="4" y="13"/>
                        <a:pt x="1" y="17"/>
                      </a:cubicBezTo>
                      <a:cubicBezTo>
                        <a:pt x="0" y="15"/>
                        <a:pt x="1" y="14"/>
                        <a:pt x="1" y="11"/>
                      </a:cubicBezTo>
                      <a:cubicBezTo>
                        <a:pt x="1" y="9"/>
                        <a:pt x="3" y="1"/>
                        <a:pt x="11" y="0"/>
                      </a:cubicBezTo>
                      <a:cubicBezTo>
                        <a:pt x="10" y="2"/>
                        <a:pt x="8" y="4"/>
                        <a:pt x="8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108" name="Freeform 38">
                  <a:extLst>
                    <a:ext uri="{FF2B5EF4-FFF2-40B4-BE49-F238E27FC236}">
                      <a16:creationId xmlns:a16="http://schemas.microsoft.com/office/drawing/2014/main" id="{3FE338BC-73DF-4F22-B94E-F2BF857728F4}"/>
                    </a:ext>
                  </a:extLst>
                </p:cNvPr>
                <p:cNvSpPr/>
                <p:nvPr/>
              </p:nvSpPr>
              <p:spPr bwMode="auto">
                <a:xfrm>
                  <a:off x="4746625" y="1744663"/>
                  <a:ext cx="20638" cy="26988"/>
                </a:xfrm>
                <a:custGeom>
                  <a:avLst/>
                  <a:gdLst/>
                  <a:ahLst/>
                  <a:cxnLst>
                    <a:cxn ang="0">
                      <a:pos x="12" y="10"/>
                    </a:cxn>
                    <a:cxn ang="0">
                      <a:pos x="12" y="16"/>
                    </a:cxn>
                    <a:cxn ang="0">
                      <a:pos x="5" y="20"/>
                    </a:cxn>
                    <a:cxn ang="0">
                      <a:pos x="0" y="13"/>
                    </a:cxn>
                    <a:cxn ang="0">
                      <a:pos x="10" y="10"/>
                    </a:cxn>
                    <a:cxn ang="0">
                      <a:pos x="7" y="5"/>
                    </a:cxn>
                    <a:cxn ang="0">
                      <a:pos x="11" y="0"/>
                    </a:cxn>
                    <a:cxn ang="0">
                      <a:pos x="16" y="5"/>
                    </a:cxn>
                    <a:cxn ang="0">
                      <a:pos x="12" y="10"/>
                    </a:cxn>
                  </a:cxnLst>
                  <a:rect l="0" t="0" r="r" b="b"/>
                  <a:pathLst>
                    <a:path w="16" h="20">
                      <a:moveTo>
                        <a:pt x="12" y="10"/>
                      </a:moveTo>
                      <a:cubicBezTo>
                        <a:pt x="12" y="12"/>
                        <a:pt x="12" y="14"/>
                        <a:pt x="12" y="16"/>
                      </a:cubicBezTo>
                      <a:cubicBezTo>
                        <a:pt x="12" y="17"/>
                        <a:pt x="6" y="20"/>
                        <a:pt x="5" y="20"/>
                      </a:cubicBezTo>
                      <a:cubicBezTo>
                        <a:pt x="1" y="20"/>
                        <a:pt x="0" y="16"/>
                        <a:pt x="0" y="13"/>
                      </a:cubicBezTo>
                      <a:cubicBezTo>
                        <a:pt x="4" y="13"/>
                        <a:pt x="6" y="10"/>
                        <a:pt x="10" y="10"/>
                      </a:cubicBezTo>
                      <a:cubicBezTo>
                        <a:pt x="9" y="8"/>
                        <a:pt x="7" y="7"/>
                        <a:pt x="7" y="5"/>
                      </a:cubicBezTo>
                      <a:cubicBezTo>
                        <a:pt x="7" y="2"/>
                        <a:pt x="11" y="0"/>
                        <a:pt x="11" y="0"/>
                      </a:cubicBezTo>
                      <a:cubicBezTo>
                        <a:pt x="13" y="3"/>
                        <a:pt x="14" y="4"/>
                        <a:pt x="16" y="5"/>
                      </a:cubicBezTo>
                      <a:cubicBezTo>
                        <a:pt x="15" y="7"/>
                        <a:pt x="13" y="10"/>
                        <a:pt x="12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</p:grpSp>
        </p:grpSp>
        <p:grpSp>
          <p:nvGrpSpPr>
            <p:cNvPr id="26" name="Group 363">
              <a:extLst>
                <a:ext uri="{FF2B5EF4-FFF2-40B4-BE49-F238E27FC236}">
                  <a16:creationId xmlns:a16="http://schemas.microsoft.com/office/drawing/2014/main" id="{7B876CEA-A8FE-4EF1-9C84-694EB26E8E4B}"/>
                </a:ext>
              </a:extLst>
            </p:cNvPr>
            <p:cNvGrpSpPr/>
            <p:nvPr/>
          </p:nvGrpSpPr>
          <p:grpSpPr>
            <a:xfrm>
              <a:off x="5105582" y="3000650"/>
              <a:ext cx="941496" cy="822457"/>
              <a:chOff x="6275388" y="2879725"/>
              <a:chExt cx="966788" cy="844551"/>
            </a:xfrm>
            <a:grpFill/>
          </p:grpSpPr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2DF72484-9612-4F97-AAC4-D0967570614D}"/>
                  </a:ext>
                </a:extLst>
              </p:cNvPr>
              <p:cNvSpPr/>
              <p:nvPr/>
            </p:nvSpPr>
            <p:spPr bwMode="auto">
              <a:xfrm>
                <a:off x="6567488" y="2879725"/>
                <a:ext cx="339725" cy="176213"/>
              </a:xfrm>
              <a:custGeom>
                <a:avLst/>
                <a:gdLst/>
                <a:ahLst/>
                <a:cxnLst>
                  <a:cxn ang="0">
                    <a:pos x="128" y="28"/>
                  </a:cxn>
                  <a:cxn ang="0">
                    <a:pos x="160" y="39"/>
                  </a:cxn>
                  <a:cxn ang="0">
                    <a:pos x="173" y="45"/>
                  </a:cxn>
                  <a:cxn ang="0">
                    <a:pos x="179" y="49"/>
                  </a:cxn>
                  <a:cxn ang="0">
                    <a:pos x="203" y="71"/>
                  </a:cxn>
                  <a:cxn ang="0">
                    <a:pos x="217" y="78"/>
                  </a:cxn>
                  <a:cxn ang="0">
                    <a:pos x="208" y="85"/>
                  </a:cxn>
                  <a:cxn ang="0">
                    <a:pos x="217" y="96"/>
                  </a:cxn>
                  <a:cxn ang="0">
                    <a:pos x="224" y="108"/>
                  </a:cxn>
                  <a:cxn ang="0">
                    <a:pos x="233" y="113"/>
                  </a:cxn>
                  <a:cxn ang="0">
                    <a:pos x="237" y="118"/>
                  </a:cxn>
                  <a:cxn ang="0">
                    <a:pos x="242" y="119"/>
                  </a:cxn>
                  <a:cxn ang="0">
                    <a:pos x="247" y="124"/>
                  </a:cxn>
                  <a:cxn ang="0">
                    <a:pos x="255" y="126"/>
                  </a:cxn>
                  <a:cxn ang="0">
                    <a:pos x="250" y="133"/>
                  </a:cxn>
                  <a:cxn ang="0">
                    <a:pos x="247" y="133"/>
                  </a:cxn>
                  <a:cxn ang="0">
                    <a:pos x="239" y="127"/>
                  </a:cxn>
                  <a:cxn ang="0">
                    <a:pos x="227" y="127"/>
                  </a:cxn>
                  <a:cxn ang="0">
                    <a:pos x="210" y="116"/>
                  </a:cxn>
                  <a:cxn ang="0">
                    <a:pos x="206" y="113"/>
                  </a:cxn>
                  <a:cxn ang="0">
                    <a:pos x="175" y="92"/>
                  </a:cxn>
                  <a:cxn ang="0">
                    <a:pos x="158" y="103"/>
                  </a:cxn>
                  <a:cxn ang="0">
                    <a:pos x="156" y="113"/>
                  </a:cxn>
                  <a:cxn ang="0">
                    <a:pos x="139" y="113"/>
                  </a:cxn>
                  <a:cxn ang="0">
                    <a:pos x="113" y="100"/>
                  </a:cxn>
                  <a:cxn ang="0">
                    <a:pos x="107" y="102"/>
                  </a:cxn>
                  <a:cxn ang="0">
                    <a:pos x="98" y="102"/>
                  </a:cxn>
                  <a:cxn ang="0">
                    <a:pos x="90" y="99"/>
                  </a:cxn>
                  <a:cxn ang="0">
                    <a:pos x="101" y="90"/>
                  </a:cxn>
                  <a:cxn ang="0">
                    <a:pos x="96" y="71"/>
                  </a:cxn>
                  <a:cxn ang="0">
                    <a:pos x="77" y="59"/>
                  </a:cxn>
                  <a:cxn ang="0">
                    <a:pos x="53" y="54"/>
                  </a:cxn>
                  <a:cxn ang="0">
                    <a:pos x="37" y="45"/>
                  </a:cxn>
                  <a:cxn ang="0">
                    <a:pos x="37" y="41"/>
                  </a:cxn>
                  <a:cxn ang="0">
                    <a:pos x="30" y="49"/>
                  </a:cxn>
                  <a:cxn ang="0">
                    <a:pos x="26" y="48"/>
                  </a:cxn>
                  <a:cxn ang="0">
                    <a:pos x="24" y="38"/>
                  </a:cxn>
                  <a:cxn ang="0">
                    <a:pos x="16" y="33"/>
                  </a:cxn>
                  <a:cxn ang="0">
                    <a:pos x="38" y="25"/>
                  </a:cxn>
                  <a:cxn ang="0">
                    <a:pos x="35" y="25"/>
                  </a:cxn>
                  <a:cxn ang="0">
                    <a:pos x="23" y="27"/>
                  </a:cxn>
                  <a:cxn ang="0">
                    <a:pos x="16" y="26"/>
                  </a:cxn>
                  <a:cxn ang="0">
                    <a:pos x="14" y="22"/>
                  </a:cxn>
                  <a:cxn ang="0">
                    <a:pos x="0" y="12"/>
                  </a:cxn>
                  <a:cxn ang="0">
                    <a:pos x="6" y="8"/>
                  </a:cxn>
                  <a:cxn ang="0">
                    <a:pos x="23" y="0"/>
                  </a:cxn>
                  <a:cxn ang="0">
                    <a:pos x="44" y="9"/>
                  </a:cxn>
                  <a:cxn ang="0">
                    <a:pos x="44" y="25"/>
                  </a:cxn>
                  <a:cxn ang="0">
                    <a:pos x="50" y="29"/>
                  </a:cxn>
                  <a:cxn ang="0">
                    <a:pos x="59" y="38"/>
                  </a:cxn>
                  <a:cxn ang="0">
                    <a:pos x="67" y="30"/>
                  </a:cxn>
                  <a:cxn ang="0">
                    <a:pos x="78" y="25"/>
                  </a:cxn>
                  <a:cxn ang="0">
                    <a:pos x="92" y="14"/>
                  </a:cxn>
                  <a:cxn ang="0">
                    <a:pos x="98" y="17"/>
                  </a:cxn>
                  <a:cxn ang="0">
                    <a:pos x="109" y="25"/>
                  </a:cxn>
                  <a:cxn ang="0">
                    <a:pos x="121" y="25"/>
                  </a:cxn>
                  <a:cxn ang="0">
                    <a:pos x="130" y="29"/>
                  </a:cxn>
                  <a:cxn ang="0">
                    <a:pos x="130" y="30"/>
                  </a:cxn>
                  <a:cxn ang="0">
                    <a:pos x="128" y="28"/>
                  </a:cxn>
                </a:cxnLst>
                <a:rect l="0" t="0" r="r" b="b"/>
                <a:pathLst>
                  <a:path w="255" h="133">
                    <a:moveTo>
                      <a:pt x="128" y="28"/>
                    </a:moveTo>
                    <a:cubicBezTo>
                      <a:pt x="133" y="33"/>
                      <a:pt x="149" y="39"/>
                      <a:pt x="160" y="39"/>
                    </a:cubicBezTo>
                    <a:cubicBezTo>
                      <a:pt x="165" y="39"/>
                      <a:pt x="168" y="45"/>
                      <a:pt x="173" y="45"/>
                    </a:cubicBezTo>
                    <a:cubicBezTo>
                      <a:pt x="173" y="48"/>
                      <a:pt x="176" y="49"/>
                      <a:pt x="179" y="49"/>
                    </a:cubicBezTo>
                    <a:cubicBezTo>
                      <a:pt x="193" y="54"/>
                      <a:pt x="192" y="66"/>
                      <a:pt x="203" y="71"/>
                    </a:cubicBezTo>
                    <a:cubicBezTo>
                      <a:pt x="207" y="73"/>
                      <a:pt x="217" y="68"/>
                      <a:pt x="217" y="78"/>
                    </a:cubicBezTo>
                    <a:cubicBezTo>
                      <a:pt x="217" y="83"/>
                      <a:pt x="208" y="81"/>
                      <a:pt x="208" y="85"/>
                    </a:cubicBezTo>
                    <a:cubicBezTo>
                      <a:pt x="208" y="87"/>
                      <a:pt x="216" y="95"/>
                      <a:pt x="217" y="96"/>
                    </a:cubicBezTo>
                    <a:cubicBezTo>
                      <a:pt x="221" y="100"/>
                      <a:pt x="220" y="103"/>
                      <a:pt x="224" y="108"/>
                    </a:cubicBezTo>
                    <a:cubicBezTo>
                      <a:pt x="225" y="111"/>
                      <a:pt x="230" y="113"/>
                      <a:pt x="233" y="113"/>
                    </a:cubicBezTo>
                    <a:cubicBezTo>
                      <a:pt x="235" y="113"/>
                      <a:pt x="236" y="116"/>
                      <a:pt x="237" y="118"/>
                    </a:cubicBezTo>
                    <a:cubicBezTo>
                      <a:pt x="238" y="120"/>
                      <a:pt x="240" y="118"/>
                      <a:pt x="242" y="119"/>
                    </a:cubicBezTo>
                    <a:cubicBezTo>
                      <a:pt x="245" y="119"/>
                      <a:pt x="246" y="122"/>
                      <a:pt x="247" y="124"/>
                    </a:cubicBezTo>
                    <a:cubicBezTo>
                      <a:pt x="247" y="126"/>
                      <a:pt x="254" y="125"/>
                      <a:pt x="255" y="126"/>
                    </a:cubicBezTo>
                    <a:cubicBezTo>
                      <a:pt x="253" y="127"/>
                      <a:pt x="250" y="130"/>
                      <a:pt x="250" y="133"/>
                    </a:cubicBezTo>
                    <a:cubicBezTo>
                      <a:pt x="249" y="133"/>
                      <a:pt x="248" y="133"/>
                      <a:pt x="247" y="133"/>
                    </a:cubicBezTo>
                    <a:cubicBezTo>
                      <a:pt x="246" y="133"/>
                      <a:pt x="240" y="128"/>
                      <a:pt x="239" y="127"/>
                    </a:cubicBezTo>
                    <a:cubicBezTo>
                      <a:pt x="227" y="127"/>
                      <a:pt x="227" y="127"/>
                      <a:pt x="227" y="127"/>
                    </a:cubicBezTo>
                    <a:cubicBezTo>
                      <a:pt x="221" y="126"/>
                      <a:pt x="210" y="121"/>
                      <a:pt x="210" y="116"/>
                    </a:cubicBezTo>
                    <a:cubicBezTo>
                      <a:pt x="210" y="115"/>
                      <a:pt x="207" y="114"/>
                      <a:pt x="206" y="113"/>
                    </a:cubicBezTo>
                    <a:cubicBezTo>
                      <a:pt x="197" y="104"/>
                      <a:pt x="189" y="92"/>
                      <a:pt x="175" y="92"/>
                    </a:cubicBezTo>
                    <a:cubicBezTo>
                      <a:pt x="164" y="92"/>
                      <a:pt x="165" y="100"/>
                      <a:pt x="158" y="103"/>
                    </a:cubicBezTo>
                    <a:cubicBezTo>
                      <a:pt x="160" y="108"/>
                      <a:pt x="156" y="110"/>
                      <a:pt x="156" y="113"/>
                    </a:cubicBezTo>
                    <a:cubicBezTo>
                      <a:pt x="146" y="113"/>
                      <a:pt x="144" y="113"/>
                      <a:pt x="139" y="113"/>
                    </a:cubicBezTo>
                    <a:cubicBezTo>
                      <a:pt x="128" y="113"/>
                      <a:pt x="125" y="100"/>
                      <a:pt x="113" y="100"/>
                    </a:cubicBezTo>
                    <a:cubicBezTo>
                      <a:pt x="112" y="100"/>
                      <a:pt x="107" y="100"/>
                      <a:pt x="107" y="102"/>
                    </a:cubicBezTo>
                    <a:cubicBezTo>
                      <a:pt x="98" y="102"/>
                      <a:pt x="98" y="102"/>
                      <a:pt x="98" y="102"/>
                    </a:cubicBezTo>
                    <a:cubicBezTo>
                      <a:pt x="94" y="102"/>
                      <a:pt x="90" y="102"/>
                      <a:pt x="90" y="99"/>
                    </a:cubicBezTo>
                    <a:cubicBezTo>
                      <a:pt x="90" y="93"/>
                      <a:pt x="99" y="91"/>
                      <a:pt x="101" y="90"/>
                    </a:cubicBezTo>
                    <a:cubicBezTo>
                      <a:pt x="95" y="84"/>
                      <a:pt x="98" y="78"/>
                      <a:pt x="96" y="71"/>
                    </a:cubicBezTo>
                    <a:cubicBezTo>
                      <a:pt x="94" y="66"/>
                      <a:pt x="82" y="61"/>
                      <a:pt x="77" y="59"/>
                    </a:cubicBezTo>
                    <a:cubicBezTo>
                      <a:pt x="72" y="56"/>
                      <a:pt x="60" y="54"/>
                      <a:pt x="53" y="54"/>
                    </a:cubicBezTo>
                    <a:cubicBezTo>
                      <a:pt x="47" y="54"/>
                      <a:pt x="44" y="43"/>
                      <a:pt x="37" y="45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36" y="44"/>
                      <a:pt x="34" y="49"/>
                      <a:pt x="30" y="49"/>
                    </a:cubicBezTo>
                    <a:cubicBezTo>
                      <a:pt x="29" y="49"/>
                      <a:pt x="26" y="49"/>
                      <a:pt x="26" y="48"/>
                    </a:cubicBezTo>
                    <a:cubicBezTo>
                      <a:pt x="24" y="43"/>
                      <a:pt x="26" y="41"/>
                      <a:pt x="24" y="38"/>
                    </a:cubicBezTo>
                    <a:cubicBezTo>
                      <a:pt x="22" y="34"/>
                      <a:pt x="17" y="36"/>
                      <a:pt x="16" y="33"/>
                    </a:cubicBezTo>
                    <a:cubicBezTo>
                      <a:pt x="22" y="29"/>
                      <a:pt x="35" y="30"/>
                      <a:pt x="38" y="25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0" y="26"/>
                      <a:pt x="27" y="27"/>
                      <a:pt x="23" y="27"/>
                    </a:cubicBezTo>
                    <a:cubicBezTo>
                      <a:pt x="20" y="27"/>
                      <a:pt x="19" y="26"/>
                      <a:pt x="16" y="26"/>
                    </a:cubicBezTo>
                    <a:cubicBezTo>
                      <a:pt x="15" y="25"/>
                      <a:pt x="14" y="23"/>
                      <a:pt x="14" y="22"/>
                    </a:cubicBezTo>
                    <a:cubicBezTo>
                      <a:pt x="11" y="15"/>
                      <a:pt x="0" y="18"/>
                      <a:pt x="0" y="12"/>
                    </a:cubicBezTo>
                    <a:cubicBezTo>
                      <a:pt x="0" y="9"/>
                      <a:pt x="4" y="8"/>
                      <a:pt x="6" y="8"/>
                    </a:cubicBezTo>
                    <a:cubicBezTo>
                      <a:pt x="12" y="8"/>
                      <a:pt x="15" y="0"/>
                      <a:pt x="23" y="0"/>
                    </a:cubicBezTo>
                    <a:cubicBezTo>
                      <a:pt x="30" y="0"/>
                      <a:pt x="36" y="7"/>
                      <a:pt x="44" y="9"/>
                    </a:cubicBezTo>
                    <a:cubicBezTo>
                      <a:pt x="44" y="15"/>
                      <a:pt x="44" y="22"/>
                      <a:pt x="44" y="25"/>
                    </a:cubicBezTo>
                    <a:cubicBezTo>
                      <a:pt x="44" y="27"/>
                      <a:pt x="46" y="29"/>
                      <a:pt x="50" y="29"/>
                    </a:cubicBezTo>
                    <a:cubicBezTo>
                      <a:pt x="50" y="31"/>
                      <a:pt x="56" y="38"/>
                      <a:pt x="59" y="38"/>
                    </a:cubicBezTo>
                    <a:cubicBezTo>
                      <a:pt x="62" y="38"/>
                      <a:pt x="66" y="31"/>
                      <a:pt x="67" y="30"/>
                    </a:cubicBezTo>
                    <a:cubicBezTo>
                      <a:pt x="71" y="27"/>
                      <a:pt x="71" y="26"/>
                      <a:pt x="78" y="25"/>
                    </a:cubicBezTo>
                    <a:cubicBezTo>
                      <a:pt x="82" y="23"/>
                      <a:pt x="87" y="15"/>
                      <a:pt x="92" y="14"/>
                    </a:cubicBezTo>
                    <a:cubicBezTo>
                      <a:pt x="93" y="17"/>
                      <a:pt x="96" y="16"/>
                      <a:pt x="98" y="17"/>
                    </a:cubicBezTo>
                    <a:cubicBezTo>
                      <a:pt x="103" y="18"/>
                      <a:pt x="106" y="24"/>
                      <a:pt x="109" y="25"/>
                    </a:cubicBezTo>
                    <a:cubicBezTo>
                      <a:pt x="121" y="25"/>
                      <a:pt x="121" y="25"/>
                      <a:pt x="121" y="25"/>
                    </a:cubicBezTo>
                    <a:cubicBezTo>
                      <a:pt x="123" y="27"/>
                      <a:pt x="128" y="29"/>
                      <a:pt x="130" y="29"/>
                    </a:cubicBezTo>
                    <a:cubicBezTo>
                      <a:pt x="130" y="30"/>
                      <a:pt x="130" y="30"/>
                      <a:pt x="130" y="30"/>
                    </a:cubicBezTo>
                    <a:lnTo>
                      <a:pt x="128" y="2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grpSp>
            <p:nvGrpSpPr>
              <p:cNvPr id="77" name="Group 361">
                <a:extLst>
                  <a:ext uri="{FF2B5EF4-FFF2-40B4-BE49-F238E27FC236}">
                    <a16:creationId xmlns:a16="http://schemas.microsoft.com/office/drawing/2014/main" id="{C7D1C7F7-170D-4359-ADF3-4F1F2ECF8EB9}"/>
                  </a:ext>
                </a:extLst>
              </p:cNvPr>
              <p:cNvGrpSpPr/>
              <p:nvPr/>
            </p:nvGrpSpPr>
            <p:grpSpPr>
              <a:xfrm>
                <a:off x="6275388" y="2917825"/>
                <a:ext cx="966788" cy="806451"/>
                <a:chOff x="6275388" y="2917825"/>
                <a:chExt cx="966788" cy="806451"/>
              </a:xfrm>
              <a:grpFill/>
            </p:grpSpPr>
            <p:sp>
              <p:nvSpPr>
                <p:cNvPr id="78" name="Freeform 7">
                  <a:extLst>
                    <a:ext uri="{FF2B5EF4-FFF2-40B4-BE49-F238E27FC236}">
                      <a16:creationId xmlns:a16="http://schemas.microsoft.com/office/drawing/2014/main" id="{576FABC8-1AEB-4F3C-BFFA-DD572DAF4C3D}"/>
                    </a:ext>
                  </a:extLst>
                </p:cNvPr>
                <p:cNvSpPr/>
                <p:nvPr/>
              </p:nvSpPr>
              <p:spPr bwMode="auto">
                <a:xfrm>
                  <a:off x="6623050" y="2968625"/>
                  <a:ext cx="11113" cy="2540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5"/>
                    </a:cxn>
                    <a:cxn ang="0">
                      <a:pos x="5" y="9"/>
                    </a:cxn>
                    <a:cxn ang="0">
                      <a:pos x="2" y="19"/>
                    </a:cxn>
                    <a:cxn ang="0">
                      <a:pos x="0" y="15"/>
                    </a:cxn>
                    <a:cxn ang="0">
                      <a:pos x="4" y="8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19">
                      <a:moveTo>
                        <a:pt x="7" y="0"/>
                      </a:moveTo>
                      <a:cubicBezTo>
                        <a:pt x="7" y="4"/>
                        <a:pt x="8" y="2"/>
                        <a:pt x="8" y="5"/>
                      </a:cubicBezTo>
                      <a:cubicBezTo>
                        <a:pt x="8" y="8"/>
                        <a:pt x="7" y="9"/>
                        <a:pt x="5" y="9"/>
                      </a:cubicBezTo>
                      <a:cubicBezTo>
                        <a:pt x="5" y="14"/>
                        <a:pt x="6" y="19"/>
                        <a:pt x="2" y="19"/>
                      </a:cubicBezTo>
                      <a:cubicBezTo>
                        <a:pt x="1" y="19"/>
                        <a:pt x="0" y="16"/>
                        <a:pt x="0" y="15"/>
                      </a:cubicBezTo>
                      <a:cubicBezTo>
                        <a:pt x="0" y="11"/>
                        <a:pt x="4" y="10"/>
                        <a:pt x="4" y="8"/>
                      </a:cubicBezTo>
                      <a:cubicBezTo>
                        <a:pt x="4" y="4"/>
                        <a:pt x="3" y="0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79" name="Freeform 8">
                  <a:extLst>
                    <a:ext uri="{FF2B5EF4-FFF2-40B4-BE49-F238E27FC236}">
                      <a16:creationId xmlns:a16="http://schemas.microsoft.com/office/drawing/2014/main" id="{43728991-2D78-4510-9C64-43B0F2D89384}"/>
                    </a:ext>
                  </a:extLst>
                </p:cNvPr>
                <p:cNvSpPr/>
                <p:nvPr/>
              </p:nvSpPr>
              <p:spPr bwMode="auto">
                <a:xfrm>
                  <a:off x="6867525" y="2944813"/>
                  <a:ext cx="65088" cy="38100"/>
                </a:xfrm>
                <a:custGeom>
                  <a:avLst/>
                  <a:gdLst/>
                  <a:ahLst/>
                  <a:cxnLst>
                    <a:cxn ang="0">
                      <a:pos x="13" y="27"/>
                    </a:cxn>
                    <a:cxn ang="0">
                      <a:pos x="0" y="18"/>
                    </a:cxn>
                    <a:cxn ang="0">
                      <a:pos x="13" y="18"/>
                    </a:cxn>
                    <a:cxn ang="0">
                      <a:pos x="18" y="17"/>
                    </a:cxn>
                    <a:cxn ang="0">
                      <a:pos x="35" y="13"/>
                    </a:cxn>
                    <a:cxn ang="0">
                      <a:pos x="45" y="0"/>
                    </a:cxn>
                    <a:cxn ang="0">
                      <a:pos x="49" y="7"/>
                    </a:cxn>
                    <a:cxn ang="0">
                      <a:pos x="40" y="22"/>
                    </a:cxn>
                    <a:cxn ang="0">
                      <a:pos x="19" y="29"/>
                    </a:cxn>
                    <a:cxn ang="0">
                      <a:pos x="11" y="25"/>
                    </a:cxn>
                    <a:cxn ang="0">
                      <a:pos x="13" y="27"/>
                    </a:cxn>
                  </a:cxnLst>
                  <a:rect l="0" t="0" r="r" b="b"/>
                  <a:pathLst>
                    <a:path w="49" h="29">
                      <a:moveTo>
                        <a:pt x="13" y="27"/>
                      </a:moveTo>
                      <a:cubicBezTo>
                        <a:pt x="9" y="22"/>
                        <a:pt x="1" y="24"/>
                        <a:pt x="0" y="18"/>
                      </a:cubicBezTo>
                      <a:cubicBezTo>
                        <a:pt x="13" y="18"/>
                        <a:pt x="13" y="18"/>
                        <a:pt x="13" y="18"/>
                      </a:cubicBezTo>
                      <a:cubicBezTo>
                        <a:pt x="14" y="18"/>
                        <a:pt x="18" y="17"/>
                        <a:pt x="18" y="17"/>
                      </a:cubicBezTo>
                      <a:cubicBezTo>
                        <a:pt x="25" y="14"/>
                        <a:pt x="31" y="15"/>
                        <a:pt x="35" y="13"/>
                      </a:cubicBezTo>
                      <a:cubicBezTo>
                        <a:pt x="41" y="10"/>
                        <a:pt x="39" y="0"/>
                        <a:pt x="45" y="0"/>
                      </a:cubicBezTo>
                      <a:cubicBezTo>
                        <a:pt x="48" y="0"/>
                        <a:pt x="49" y="4"/>
                        <a:pt x="49" y="7"/>
                      </a:cubicBezTo>
                      <a:cubicBezTo>
                        <a:pt x="49" y="16"/>
                        <a:pt x="40" y="14"/>
                        <a:pt x="40" y="22"/>
                      </a:cubicBezTo>
                      <a:cubicBezTo>
                        <a:pt x="32" y="24"/>
                        <a:pt x="28" y="29"/>
                        <a:pt x="19" y="29"/>
                      </a:cubicBezTo>
                      <a:cubicBezTo>
                        <a:pt x="17" y="29"/>
                        <a:pt x="11" y="26"/>
                        <a:pt x="11" y="25"/>
                      </a:cubicBez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0" name="Freeform 10">
                  <a:extLst>
                    <a:ext uri="{FF2B5EF4-FFF2-40B4-BE49-F238E27FC236}">
                      <a16:creationId xmlns:a16="http://schemas.microsoft.com/office/drawing/2014/main" id="{5A1A75A2-26E2-442F-BA3D-05A15644B6C0}"/>
                    </a:ext>
                  </a:extLst>
                </p:cNvPr>
                <p:cNvSpPr/>
                <p:nvPr/>
              </p:nvSpPr>
              <p:spPr bwMode="auto">
                <a:xfrm>
                  <a:off x="6911975" y="2917825"/>
                  <a:ext cx="34925" cy="34925"/>
                </a:xfrm>
                <a:custGeom>
                  <a:avLst/>
                  <a:gdLst/>
                  <a:ahLst/>
                  <a:cxnLst>
                    <a:cxn ang="0">
                      <a:pos x="23" y="25"/>
                    </a:cxn>
                    <a:cxn ang="0">
                      <a:pos x="19" y="17"/>
                    </a:cxn>
                    <a:cxn ang="0">
                      <a:pos x="8" y="6"/>
                    </a:cxn>
                    <a:cxn ang="0">
                      <a:pos x="0" y="0"/>
                    </a:cxn>
                    <a:cxn ang="0">
                      <a:pos x="18" y="13"/>
                    </a:cxn>
                    <a:cxn ang="0">
                      <a:pos x="26" y="22"/>
                    </a:cxn>
                    <a:cxn ang="0">
                      <a:pos x="26" y="25"/>
                    </a:cxn>
                    <a:cxn ang="0">
                      <a:pos x="23" y="25"/>
                    </a:cxn>
                  </a:cxnLst>
                  <a:rect l="0" t="0" r="r" b="b"/>
                  <a:pathLst>
                    <a:path w="26" h="26">
                      <a:moveTo>
                        <a:pt x="23" y="25"/>
                      </a:moveTo>
                      <a:cubicBezTo>
                        <a:pt x="18" y="24"/>
                        <a:pt x="18" y="21"/>
                        <a:pt x="19" y="17"/>
                      </a:cubicBezTo>
                      <a:cubicBezTo>
                        <a:pt x="13" y="14"/>
                        <a:pt x="14" y="9"/>
                        <a:pt x="8" y="6"/>
                      </a:cubicBezTo>
                      <a:cubicBezTo>
                        <a:pt x="5" y="4"/>
                        <a:pt x="2" y="4"/>
                        <a:pt x="0" y="0"/>
                      </a:cubicBezTo>
                      <a:cubicBezTo>
                        <a:pt x="9" y="3"/>
                        <a:pt x="13" y="8"/>
                        <a:pt x="18" y="13"/>
                      </a:cubicBezTo>
                      <a:cubicBezTo>
                        <a:pt x="21" y="17"/>
                        <a:pt x="26" y="16"/>
                        <a:pt x="26" y="22"/>
                      </a:cubicBezTo>
                      <a:cubicBezTo>
                        <a:pt x="26" y="23"/>
                        <a:pt x="26" y="24"/>
                        <a:pt x="26" y="25"/>
                      </a:cubicBezTo>
                      <a:cubicBezTo>
                        <a:pt x="25" y="25"/>
                        <a:pt x="24" y="26"/>
                        <a:pt x="23" y="2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1" name="Freeform 11">
                  <a:extLst>
                    <a:ext uri="{FF2B5EF4-FFF2-40B4-BE49-F238E27FC236}">
                      <a16:creationId xmlns:a16="http://schemas.microsoft.com/office/drawing/2014/main" id="{60CF17F0-FECB-4902-BC63-1032BCE4C4F3}"/>
                    </a:ext>
                  </a:extLst>
                </p:cNvPr>
                <p:cNvSpPr/>
                <p:nvPr/>
              </p:nvSpPr>
              <p:spPr bwMode="auto">
                <a:xfrm>
                  <a:off x="6972300" y="2967038"/>
                  <a:ext cx="17463" cy="20638"/>
                </a:xfrm>
                <a:custGeom>
                  <a:avLst/>
                  <a:gdLst/>
                  <a:ahLst/>
                  <a:cxnLst>
                    <a:cxn ang="0">
                      <a:pos x="7" y="9"/>
                    </a:cxn>
                    <a:cxn ang="0">
                      <a:pos x="1" y="0"/>
                    </a:cxn>
                    <a:cxn ang="0">
                      <a:pos x="13" y="12"/>
                    </a:cxn>
                    <a:cxn ang="0">
                      <a:pos x="10" y="16"/>
                    </a:cxn>
                    <a:cxn ang="0">
                      <a:pos x="7" y="13"/>
                    </a:cxn>
                    <a:cxn ang="0">
                      <a:pos x="7" y="9"/>
                    </a:cxn>
                  </a:cxnLst>
                  <a:rect l="0" t="0" r="r" b="b"/>
                  <a:pathLst>
                    <a:path w="13" h="16">
                      <a:moveTo>
                        <a:pt x="7" y="9"/>
                      </a:moveTo>
                      <a:cubicBezTo>
                        <a:pt x="2" y="9"/>
                        <a:pt x="0" y="4"/>
                        <a:pt x="1" y="0"/>
                      </a:cubicBezTo>
                      <a:cubicBezTo>
                        <a:pt x="4" y="1"/>
                        <a:pt x="13" y="11"/>
                        <a:pt x="13" y="12"/>
                      </a:cubicBezTo>
                      <a:cubicBezTo>
                        <a:pt x="13" y="14"/>
                        <a:pt x="11" y="16"/>
                        <a:pt x="10" y="16"/>
                      </a:cubicBezTo>
                      <a:cubicBezTo>
                        <a:pt x="9" y="16"/>
                        <a:pt x="7" y="14"/>
                        <a:pt x="7" y="13"/>
                      </a:cubicBezTo>
                      <a:cubicBezTo>
                        <a:pt x="7" y="12"/>
                        <a:pt x="7" y="11"/>
                        <a:pt x="7" y="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2" name="Freeform 12">
                  <a:extLst>
                    <a:ext uri="{FF2B5EF4-FFF2-40B4-BE49-F238E27FC236}">
                      <a16:creationId xmlns:a16="http://schemas.microsoft.com/office/drawing/2014/main" id="{F41EB73E-B40E-4CCA-845A-D836E0FE3B8E}"/>
                    </a:ext>
                  </a:extLst>
                </p:cNvPr>
                <p:cNvSpPr/>
                <p:nvPr/>
              </p:nvSpPr>
              <p:spPr bwMode="auto">
                <a:xfrm>
                  <a:off x="7086600" y="3046413"/>
                  <a:ext cx="9525" cy="11113"/>
                </a:xfrm>
                <a:custGeom>
                  <a:avLst/>
                  <a:gdLst/>
                  <a:ahLst/>
                  <a:cxnLst>
                    <a:cxn ang="0">
                      <a:pos x="7" y="6"/>
                    </a:cxn>
                    <a:cxn ang="0">
                      <a:pos x="7" y="9"/>
                    </a:cxn>
                    <a:cxn ang="0">
                      <a:pos x="0" y="0"/>
                    </a:cxn>
                    <a:cxn ang="0">
                      <a:pos x="7" y="6"/>
                    </a:cxn>
                  </a:cxnLst>
                  <a:rect l="0" t="0" r="r" b="b"/>
                  <a:pathLst>
                    <a:path w="7" h="9">
                      <a:moveTo>
                        <a:pt x="7" y="6"/>
                      </a:moveTo>
                      <a:cubicBezTo>
                        <a:pt x="7" y="7"/>
                        <a:pt x="7" y="8"/>
                        <a:pt x="7" y="9"/>
                      </a:cubicBezTo>
                      <a:cubicBezTo>
                        <a:pt x="3" y="9"/>
                        <a:pt x="0" y="2"/>
                        <a:pt x="0" y="0"/>
                      </a:cubicBezTo>
                      <a:cubicBezTo>
                        <a:pt x="4" y="2"/>
                        <a:pt x="7" y="3"/>
                        <a:pt x="7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3" name="Freeform 13">
                  <a:extLst>
                    <a:ext uri="{FF2B5EF4-FFF2-40B4-BE49-F238E27FC236}">
                      <a16:creationId xmlns:a16="http://schemas.microsoft.com/office/drawing/2014/main" id="{86EFB93D-9D4A-41F6-8EEA-CA41696CBB68}"/>
                    </a:ext>
                  </a:extLst>
                </p:cNvPr>
                <p:cNvSpPr/>
                <p:nvPr/>
              </p:nvSpPr>
              <p:spPr bwMode="auto">
                <a:xfrm>
                  <a:off x="7061200" y="3036888"/>
                  <a:ext cx="20638" cy="9525"/>
                </a:xfrm>
                <a:custGeom>
                  <a:avLst/>
                  <a:gdLst/>
                  <a:ahLst/>
                  <a:cxnLst>
                    <a:cxn ang="0">
                      <a:pos x="15" y="6"/>
                    </a:cxn>
                    <a:cxn ang="0">
                      <a:pos x="12" y="7"/>
                    </a:cxn>
                    <a:cxn ang="0">
                      <a:pos x="0" y="0"/>
                    </a:cxn>
                    <a:cxn ang="0">
                      <a:pos x="15" y="6"/>
                    </a:cxn>
                  </a:cxnLst>
                  <a:rect l="0" t="0" r="r" b="b"/>
                  <a:pathLst>
                    <a:path w="15" h="7">
                      <a:moveTo>
                        <a:pt x="15" y="6"/>
                      </a:moveTo>
                      <a:cubicBezTo>
                        <a:pt x="14" y="6"/>
                        <a:pt x="13" y="7"/>
                        <a:pt x="12" y="7"/>
                      </a:cubicBezTo>
                      <a:cubicBezTo>
                        <a:pt x="7" y="7"/>
                        <a:pt x="0" y="5"/>
                        <a:pt x="0" y="0"/>
                      </a:cubicBezTo>
                      <a:cubicBezTo>
                        <a:pt x="7" y="0"/>
                        <a:pt x="11" y="1"/>
                        <a:pt x="15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4" name="Freeform 14">
                  <a:extLst>
                    <a:ext uri="{FF2B5EF4-FFF2-40B4-BE49-F238E27FC236}">
                      <a16:creationId xmlns:a16="http://schemas.microsoft.com/office/drawing/2014/main" id="{3808199E-160B-4543-A6C9-9567353F25BB}"/>
                    </a:ext>
                  </a:extLst>
                </p:cNvPr>
                <p:cNvSpPr/>
                <p:nvPr/>
              </p:nvSpPr>
              <p:spPr bwMode="auto">
                <a:xfrm>
                  <a:off x="7064375" y="3013075"/>
                  <a:ext cx="17463" cy="19050"/>
                </a:xfrm>
                <a:custGeom>
                  <a:avLst/>
                  <a:gdLst/>
                  <a:ahLst/>
                  <a:cxnLst>
                    <a:cxn ang="0">
                      <a:pos x="13" y="14"/>
                    </a:cxn>
                    <a:cxn ang="0">
                      <a:pos x="0" y="0"/>
                    </a:cxn>
                    <a:cxn ang="0">
                      <a:pos x="13" y="14"/>
                    </a:cxn>
                  </a:cxnLst>
                  <a:rect l="0" t="0" r="r" b="b"/>
                  <a:pathLst>
                    <a:path w="13" h="14">
                      <a:moveTo>
                        <a:pt x="13" y="14"/>
                      </a:moveTo>
                      <a:cubicBezTo>
                        <a:pt x="9" y="14"/>
                        <a:pt x="1" y="3"/>
                        <a:pt x="0" y="0"/>
                      </a:cubicBezTo>
                      <a:cubicBezTo>
                        <a:pt x="6" y="3"/>
                        <a:pt x="11" y="7"/>
                        <a:pt x="13" y="1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5" name="Freeform 15">
                  <a:extLst>
                    <a:ext uri="{FF2B5EF4-FFF2-40B4-BE49-F238E27FC236}">
                      <a16:creationId xmlns:a16="http://schemas.microsoft.com/office/drawing/2014/main" id="{9F514E83-03A1-4FA3-8C6C-D4089AEE2D79}"/>
                    </a:ext>
                  </a:extLst>
                </p:cNvPr>
                <p:cNvSpPr/>
                <p:nvPr/>
              </p:nvSpPr>
              <p:spPr bwMode="auto">
                <a:xfrm>
                  <a:off x="7027863" y="2998788"/>
                  <a:ext cx="23813" cy="142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17" y="9"/>
                    </a:cxn>
                    <a:cxn ang="0">
                      <a:pos x="14" y="1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7" h="10">
                      <a:moveTo>
                        <a:pt x="2" y="0"/>
                      </a:moveTo>
                      <a:cubicBezTo>
                        <a:pt x="6" y="2"/>
                        <a:pt x="15" y="5"/>
                        <a:pt x="17" y="9"/>
                      </a:cubicBezTo>
                      <a:cubicBezTo>
                        <a:pt x="17" y="9"/>
                        <a:pt x="15" y="10"/>
                        <a:pt x="14" y="10"/>
                      </a:cubicBezTo>
                      <a:cubicBezTo>
                        <a:pt x="10" y="10"/>
                        <a:pt x="0" y="6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6" name="Freeform 16">
                  <a:extLst>
                    <a:ext uri="{FF2B5EF4-FFF2-40B4-BE49-F238E27FC236}">
                      <a16:creationId xmlns:a16="http://schemas.microsoft.com/office/drawing/2014/main" id="{15E1F3EA-8D08-4FE5-85FF-B0D6CCEF8869}"/>
                    </a:ext>
                  </a:extLst>
                </p:cNvPr>
                <p:cNvSpPr/>
                <p:nvPr/>
              </p:nvSpPr>
              <p:spPr bwMode="auto">
                <a:xfrm>
                  <a:off x="7002463" y="2984500"/>
                  <a:ext cx="14288" cy="79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" y="6"/>
                    </a:cxn>
                    <a:cxn ang="0">
                      <a:pos x="7" y="6"/>
                    </a:cxn>
                    <a:cxn ang="0">
                      <a:pos x="0" y="2"/>
                    </a:cxn>
                    <a:cxn ang="0">
                      <a:pos x="3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" h="6">
                      <a:moveTo>
                        <a:pt x="0" y="0"/>
                      </a:moveTo>
                      <a:cubicBezTo>
                        <a:pt x="5" y="3"/>
                        <a:pt x="8" y="2"/>
                        <a:pt x="11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3" y="2"/>
                        <a:pt x="3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7" name="Freeform 17">
                  <a:extLst>
                    <a:ext uri="{FF2B5EF4-FFF2-40B4-BE49-F238E27FC236}">
                      <a16:creationId xmlns:a16="http://schemas.microsoft.com/office/drawing/2014/main" id="{9CD971EF-FE97-41A1-80DA-39F686209F6A}"/>
                    </a:ext>
                  </a:extLst>
                </p:cNvPr>
                <p:cNvSpPr/>
                <p:nvPr/>
              </p:nvSpPr>
              <p:spPr bwMode="auto">
                <a:xfrm>
                  <a:off x="6800850" y="3594100"/>
                  <a:ext cx="63500" cy="65088"/>
                </a:xfrm>
                <a:custGeom>
                  <a:avLst/>
                  <a:gdLst/>
                  <a:ahLst/>
                  <a:cxnLst>
                    <a:cxn ang="0">
                      <a:pos x="24" y="7"/>
                    </a:cxn>
                    <a:cxn ang="0">
                      <a:pos x="43" y="3"/>
                    </a:cxn>
                    <a:cxn ang="0">
                      <a:pos x="48" y="16"/>
                    </a:cxn>
                    <a:cxn ang="0">
                      <a:pos x="27" y="49"/>
                    </a:cxn>
                    <a:cxn ang="0">
                      <a:pos x="0" y="7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48" h="49">
                      <a:moveTo>
                        <a:pt x="24" y="7"/>
                      </a:moveTo>
                      <a:cubicBezTo>
                        <a:pt x="30" y="7"/>
                        <a:pt x="37" y="5"/>
                        <a:pt x="43" y="3"/>
                      </a:cubicBezTo>
                      <a:cubicBezTo>
                        <a:pt x="45" y="8"/>
                        <a:pt x="48" y="11"/>
                        <a:pt x="48" y="16"/>
                      </a:cubicBezTo>
                      <a:cubicBezTo>
                        <a:pt x="48" y="26"/>
                        <a:pt x="36" y="49"/>
                        <a:pt x="27" y="49"/>
                      </a:cubicBezTo>
                      <a:cubicBezTo>
                        <a:pt x="14" y="49"/>
                        <a:pt x="0" y="16"/>
                        <a:pt x="0" y="7"/>
                      </a:cubicBezTo>
                      <a:cubicBezTo>
                        <a:pt x="0" y="0"/>
                        <a:pt x="24" y="7"/>
                        <a:pt x="24" y="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8" name="Freeform 18">
                  <a:extLst>
                    <a:ext uri="{FF2B5EF4-FFF2-40B4-BE49-F238E27FC236}">
                      <a16:creationId xmlns:a16="http://schemas.microsoft.com/office/drawing/2014/main" id="{F5C8678F-8786-4B1C-B342-2315A01A3C48}"/>
                    </a:ext>
                  </a:extLst>
                </p:cNvPr>
                <p:cNvSpPr/>
                <p:nvPr/>
              </p:nvSpPr>
              <p:spPr bwMode="auto">
                <a:xfrm>
                  <a:off x="6275388" y="3057525"/>
                  <a:ext cx="676275" cy="509588"/>
                </a:xfrm>
                <a:custGeom>
                  <a:avLst/>
                  <a:gdLst/>
                  <a:ahLst/>
                  <a:cxnLst>
                    <a:cxn ang="0">
                      <a:pos x="508" y="232"/>
                    </a:cxn>
                    <a:cxn ang="0">
                      <a:pos x="501" y="272"/>
                    </a:cxn>
                    <a:cxn ang="0">
                      <a:pos x="478" y="312"/>
                    </a:cxn>
                    <a:cxn ang="0">
                      <a:pos x="465" y="351"/>
                    </a:cxn>
                    <a:cxn ang="0">
                      <a:pos x="398" y="370"/>
                    </a:cxn>
                    <a:cxn ang="0">
                      <a:pos x="335" y="350"/>
                    </a:cxn>
                    <a:cxn ang="0">
                      <a:pos x="329" y="330"/>
                    </a:cxn>
                    <a:cxn ang="0">
                      <a:pos x="314" y="333"/>
                    </a:cxn>
                    <a:cxn ang="0">
                      <a:pos x="313" y="315"/>
                    </a:cxn>
                    <a:cxn ang="0">
                      <a:pos x="301" y="329"/>
                    </a:cxn>
                    <a:cxn ang="0">
                      <a:pos x="310" y="292"/>
                    </a:cxn>
                    <a:cxn ang="0">
                      <a:pos x="278" y="315"/>
                    </a:cxn>
                    <a:cxn ang="0">
                      <a:pos x="214" y="276"/>
                    </a:cxn>
                    <a:cxn ang="0">
                      <a:pos x="131" y="308"/>
                    </a:cxn>
                    <a:cxn ang="0">
                      <a:pos x="93" y="311"/>
                    </a:cxn>
                    <a:cxn ang="0">
                      <a:pos x="22" y="310"/>
                    </a:cxn>
                    <a:cxn ang="0">
                      <a:pos x="23" y="262"/>
                    </a:cxn>
                    <a:cxn ang="0">
                      <a:pos x="2" y="204"/>
                    </a:cxn>
                    <a:cxn ang="0">
                      <a:pos x="9" y="204"/>
                    </a:cxn>
                    <a:cxn ang="0">
                      <a:pos x="3" y="176"/>
                    </a:cxn>
                    <a:cxn ang="0">
                      <a:pos x="8" y="145"/>
                    </a:cxn>
                    <a:cxn ang="0">
                      <a:pos x="32" y="132"/>
                    </a:cxn>
                    <a:cxn ang="0">
                      <a:pos x="114" y="95"/>
                    </a:cxn>
                    <a:cxn ang="0">
                      <a:pos x="119" y="76"/>
                    </a:cxn>
                    <a:cxn ang="0">
                      <a:pos x="131" y="71"/>
                    </a:cxn>
                    <a:cxn ang="0">
                      <a:pos x="150" y="50"/>
                    </a:cxn>
                    <a:cxn ang="0">
                      <a:pos x="187" y="58"/>
                    </a:cxn>
                    <a:cxn ang="0">
                      <a:pos x="203" y="56"/>
                    </a:cxn>
                    <a:cxn ang="0">
                      <a:pos x="211" y="30"/>
                    </a:cxn>
                    <a:cxn ang="0">
                      <a:pos x="244" y="17"/>
                    </a:cxn>
                    <a:cxn ang="0">
                      <a:pos x="276" y="19"/>
                    </a:cxn>
                    <a:cxn ang="0">
                      <a:pos x="297" y="23"/>
                    </a:cxn>
                    <a:cxn ang="0">
                      <a:pos x="281" y="54"/>
                    </a:cxn>
                    <a:cxn ang="0">
                      <a:pos x="295" y="68"/>
                    </a:cxn>
                    <a:cxn ang="0">
                      <a:pos x="341" y="90"/>
                    </a:cxn>
                    <a:cxn ang="0">
                      <a:pos x="359" y="15"/>
                    </a:cxn>
                    <a:cxn ang="0">
                      <a:pos x="381" y="28"/>
                    </a:cxn>
                    <a:cxn ang="0">
                      <a:pos x="400" y="50"/>
                    </a:cxn>
                    <a:cxn ang="0">
                      <a:pos x="419" y="104"/>
                    </a:cxn>
                    <a:cxn ang="0">
                      <a:pos x="457" y="146"/>
                    </a:cxn>
                    <a:cxn ang="0">
                      <a:pos x="497" y="185"/>
                    </a:cxn>
                  </a:cxnLst>
                  <a:rect l="0" t="0" r="r" b="b"/>
                  <a:pathLst>
                    <a:path w="508" h="383">
                      <a:moveTo>
                        <a:pt x="496" y="186"/>
                      </a:moveTo>
                      <a:cubicBezTo>
                        <a:pt x="503" y="195"/>
                        <a:pt x="508" y="219"/>
                        <a:pt x="508" y="232"/>
                      </a:cubicBezTo>
                      <a:cubicBezTo>
                        <a:pt x="508" y="242"/>
                        <a:pt x="505" y="256"/>
                        <a:pt x="501" y="260"/>
                      </a:cubicBezTo>
                      <a:cubicBezTo>
                        <a:pt x="501" y="272"/>
                        <a:pt x="501" y="272"/>
                        <a:pt x="501" y="272"/>
                      </a:cubicBezTo>
                      <a:cubicBezTo>
                        <a:pt x="499" y="276"/>
                        <a:pt x="500" y="277"/>
                        <a:pt x="498" y="281"/>
                      </a:cubicBezTo>
                      <a:cubicBezTo>
                        <a:pt x="490" y="293"/>
                        <a:pt x="482" y="298"/>
                        <a:pt x="478" y="312"/>
                      </a:cubicBezTo>
                      <a:cubicBezTo>
                        <a:pt x="474" y="322"/>
                        <a:pt x="465" y="336"/>
                        <a:pt x="465" y="352"/>
                      </a:cubicBezTo>
                      <a:cubicBezTo>
                        <a:pt x="465" y="351"/>
                        <a:pt x="465" y="351"/>
                        <a:pt x="465" y="351"/>
                      </a:cubicBezTo>
                      <a:cubicBezTo>
                        <a:pt x="460" y="371"/>
                        <a:pt x="424" y="362"/>
                        <a:pt x="420" y="383"/>
                      </a:cubicBezTo>
                      <a:cubicBezTo>
                        <a:pt x="417" y="382"/>
                        <a:pt x="399" y="372"/>
                        <a:pt x="398" y="370"/>
                      </a:cubicBezTo>
                      <a:cubicBezTo>
                        <a:pt x="388" y="371"/>
                        <a:pt x="392" y="379"/>
                        <a:pt x="381" y="379"/>
                      </a:cubicBezTo>
                      <a:cubicBezTo>
                        <a:pt x="363" y="379"/>
                        <a:pt x="335" y="368"/>
                        <a:pt x="335" y="350"/>
                      </a:cubicBezTo>
                      <a:cubicBezTo>
                        <a:pt x="335" y="343"/>
                        <a:pt x="329" y="338"/>
                        <a:pt x="329" y="332"/>
                      </a:cubicBezTo>
                      <a:cubicBezTo>
                        <a:pt x="329" y="332"/>
                        <a:pt x="329" y="330"/>
                        <a:pt x="329" y="330"/>
                      </a:cubicBezTo>
                      <a:cubicBezTo>
                        <a:pt x="325" y="332"/>
                        <a:pt x="323" y="332"/>
                        <a:pt x="320" y="333"/>
                      </a:cubicBezTo>
                      <a:cubicBezTo>
                        <a:pt x="314" y="333"/>
                        <a:pt x="314" y="333"/>
                        <a:pt x="314" y="333"/>
                      </a:cubicBezTo>
                      <a:cubicBezTo>
                        <a:pt x="316" y="330"/>
                        <a:pt x="318" y="328"/>
                        <a:pt x="318" y="323"/>
                      </a:cubicBezTo>
                      <a:cubicBezTo>
                        <a:pt x="318" y="318"/>
                        <a:pt x="315" y="316"/>
                        <a:pt x="313" y="315"/>
                      </a:cubicBezTo>
                      <a:cubicBezTo>
                        <a:pt x="313" y="316"/>
                        <a:pt x="312" y="318"/>
                        <a:pt x="312" y="319"/>
                      </a:cubicBezTo>
                      <a:cubicBezTo>
                        <a:pt x="308" y="321"/>
                        <a:pt x="308" y="329"/>
                        <a:pt x="301" y="329"/>
                      </a:cubicBezTo>
                      <a:cubicBezTo>
                        <a:pt x="299" y="329"/>
                        <a:pt x="297" y="326"/>
                        <a:pt x="297" y="324"/>
                      </a:cubicBezTo>
                      <a:cubicBezTo>
                        <a:pt x="308" y="322"/>
                        <a:pt x="310" y="299"/>
                        <a:pt x="310" y="292"/>
                      </a:cubicBezTo>
                      <a:cubicBezTo>
                        <a:pt x="302" y="300"/>
                        <a:pt x="291" y="323"/>
                        <a:pt x="281" y="323"/>
                      </a:cubicBezTo>
                      <a:cubicBezTo>
                        <a:pt x="276" y="323"/>
                        <a:pt x="278" y="315"/>
                        <a:pt x="278" y="315"/>
                      </a:cubicBezTo>
                      <a:cubicBezTo>
                        <a:pt x="275" y="315"/>
                        <a:pt x="265" y="294"/>
                        <a:pt x="262" y="289"/>
                      </a:cubicBezTo>
                      <a:cubicBezTo>
                        <a:pt x="254" y="280"/>
                        <a:pt x="228" y="276"/>
                        <a:pt x="214" y="276"/>
                      </a:cubicBezTo>
                      <a:cubicBezTo>
                        <a:pt x="198" y="276"/>
                        <a:pt x="195" y="283"/>
                        <a:pt x="185" y="286"/>
                      </a:cubicBezTo>
                      <a:cubicBezTo>
                        <a:pt x="163" y="293"/>
                        <a:pt x="135" y="285"/>
                        <a:pt x="131" y="308"/>
                      </a:cubicBezTo>
                      <a:cubicBezTo>
                        <a:pt x="122" y="309"/>
                        <a:pt x="115" y="311"/>
                        <a:pt x="105" y="311"/>
                      </a:cubicBezTo>
                      <a:cubicBezTo>
                        <a:pt x="98" y="307"/>
                        <a:pt x="98" y="311"/>
                        <a:pt x="93" y="311"/>
                      </a:cubicBezTo>
                      <a:cubicBezTo>
                        <a:pt x="77" y="311"/>
                        <a:pt x="71" y="326"/>
                        <a:pt x="51" y="326"/>
                      </a:cubicBezTo>
                      <a:cubicBezTo>
                        <a:pt x="43" y="326"/>
                        <a:pt x="22" y="316"/>
                        <a:pt x="22" y="310"/>
                      </a:cubicBezTo>
                      <a:cubicBezTo>
                        <a:pt x="22" y="303"/>
                        <a:pt x="32" y="300"/>
                        <a:pt x="32" y="290"/>
                      </a:cubicBezTo>
                      <a:cubicBezTo>
                        <a:pt x="32" y="277"/>
                        <a:pt x="26" y="270"/>
                        <a:pt x="23" y="262"/>
                      </a:cubicBezTo>
                      <a:cubicBezTo>
                        <a:pt x="18" y="243"/>
                        <a:pt x="17" y="237"/>
                        <a:pt x="11" y="220"/>
                      </a:cubicBezTo>
                      <a:cubicBezTo>
                        <a:pt x="9" y="213"/>
                        <a:pt x="0" y="211"/>
                        <a:pt x="2" y="204"/>
                      </a:cubicBezTo>
                      <a:cubicBezTo>
                        <a:pt x="3" y="202"/>
                        <a:pt x="3" y="201"/>
                        <a:pt x="5" y="198"/>
                      </a:cubicBezTo>
                      <a:cubicBezTo>
                        <a:pt x="6" y="201"/>
                        <a:pt x="7" y="203"/>
                        <a:pt x="9" y="204"/>
                      </a:cubicBezTo>
                      <a:cubicBezTo>
                        <a:pt x="10" y="202"/>
                        <a:pt x="9" y="201"/>
                        <a:pt x="9" y="198"/>
                      </a:cubicBezTo>
                      <a:cubicBezTo>
                        <a:pt x="9" y="192"/>
                        <a:pt x="3" y="187"/>
                        <a:pt x="3" y="176"/>
                      </a:cubicBezTo>
                      <a:cubicBezTo>
                        <a:pt x="3" y="162"/>
                        <a:pt x="3" y="161"/>
                        <a:pt x="3" y="150"/>
                      </a:cubicBezTo>
                      <a:cubicBezTo>
                        <a:pt x="3" y="146"/>
                        <a:pt x="7" y="146"/>
                        <a:pt x="8" y="145"/>
                      </a:cubicBezTo>
                      <a:cubicBezTo>
                        <a:pt x="9" y="146"/>
                        <a:pt x="9" y="148"/>
                        <a:pt x="9" y="149"/>
                      </a:cubicBezTo>
                      <a:cubicBezTo>
                        <a:pt x="17" y="148"/>
                        <a:pt x="27" y="137"/>
                        <a:pt x="32" y="132"/>
                      </a:cubicBezTo>
                      <a:cubicBezTo>
                        <a:pt x="37" y="127"/>
                        <a:pt x="53" y="126"/>
                        <a:pt x="62" y="125"/>
                      </a:cubicBezTo>
                      <a:cubicBezTo>
                        <a:pt x="78" y="122"/>
                        <a:pt x="114" y="110"/>
                        <a:pt x="114" y="95"/>
                      </a:cubicBezTo>
                      <a:cubicBezTo>
                        <a:pt x="114" y="92"/>
                        <a:pt x="114" y="90"/>
                        <a:pt x="114" y="87"/>
                      </a:cubicBezTo>
                      <a:cubicBezTo>
                        <a:pt x="114" y="83"/>
                        <a:pt x="115" y="79"/>
                        <a:pt x="119" y="76"/>
                      </a:cubicBezTo>
                      <a:cubicBezTo>
                        <a:pt x="122" y="80"/>
                        <a:pt x="124" y="82"/>
                        <a:pt x="126" y="85"/>
                      </a:cubicBezTo>
                      <a:cubicBezTo>
                        <a:pt x="131" y="82"/>
                        <a:pt x="129" y="75"/>
                        <a:pt x="131" y="71"/>
                      </a:cubicBezTo>
                      <a:cubicBezTo>
                        <a:pt x="134" y="72"/>
                        <a:pt x="137" y="74"/>
                        <a:pt x="140" y="74"/>
                      </a:cubicBezTo>
                      <a:cubicBezTo>
                        <a:pt x="140" y="62"/>
                        <a:pt x="149" y="60"/>
                        <a:pt x="150" y="50"/>
                      </a:cubicBezTo>
                      <a:cubicBezTo>
                        <a:pt x="162" y="50"/>
                        <a:pt x="164" y="41"/>
                        <a:pt x="173" y="41"/>
                      </a:cubicBezTo>
                      <a:cubicBezTo>
                        <a:pt x="181" y="41"/>
                        <a:pt x="186" y="50"/>
                        <a:pt x="187" y="58"/>
                      </a:cubicBezTo>
                      <a:cubicBezTo>
                        <a:pt x="189" y="55"/>
                        <a:pt x="192" y="53"/>
                        <a:pt x="196" y="53"/>
                      </a:cubicBezTo>
                      <a:cubicBezTo>
                        <a:pt x="198" y="53"/>
                        <a:pt x="202" y="56"/>
                        <a:pt x="203" y="56"/>
                      </a:cubicBezTo>
                      <a:cubicBezTo>
                        <a:pt x="205" y="52"/>
                        <a:pt x="204" y="49"/>
                        <a:pt x="204" y="45"/>
                      </a:cubicBezTo>
                      <a:cubicBezTo>
                        <a:pt x="204" y="39"/>
                        <a:pt x="211" y="36"/>
                        <a:pt x="211" y="30"/>
                      </a:cubicBezTo>
                      <a:cubicBezTo>
                        <a:pt x="211" y="24"/>
                        <a:pt x="228" y="20"/>
                        <a:pt x="236" y="20"/>
                      </a:cubicBezTo>
                      <a:cubicBezTo>
                        <a:pt x="239" y="20"/>
                        <a:pt x="243" y="17"/>
                        <a:pt x="244" y="17"/>
                      </a:cubicBezTo>
                      <a:cubicBezTo>
                        <a:pt x="241" y="13"/>
                        <a:pt x="237" y="11"/>
                        <a:pt x="236" y="7"/>
                      </a:cubicBezTo>
                      <a:cubicBezTo>
                        <a:pt x="251" y="13"/>
                        <a:pt x="260" y="19"/>
                        <a:pt x="276" y="19"/>
                      </a:cubicBezTo>
                      <a:cubicBezTo>
                        <a:pt x="281" y="19"/>
                        <a:pt x="283" y="15"/>
                        <a:pt x="288" y="15"/>
                      </a:cubicBezTo>
                      <a:cubicBezTo>
                        <a:pt x="291" y="15"/>
                        <a:pt x="297" y="20"/>
                        <a:pt x="297" y="23"/>
                      </a:cubicBezTo>
                      <a:cubicBezTo>
                        <a:pt x="297" y="29"/>
                        <a:pt x="290" y="30"/>
                        <a:pt x="287" y="32"/>
                      </a:cubicBezTo>
                      <a:cubicBezTo>
                        <a:pt x="281" y="54"/>
                        <a:pt x="281" y="54"/>
                        <a:pt x="281" y="54"/>
                      </a:cubicBezTo>
                      <a:cubicBezTo>
                        <a:pt x="281" y="58"/>
                        <a:pt x="288" y="57"/>
                        <a:pt x="290" y="59"/>
                      </a:cubicBezTo>
                      <a:cubicBezTo>
                        <a:pt x="293" y="60"/>
                        <a:pt x="293" y="67"/>
                        <a:pt x="295" y="68"/>
                      </a:cubicBezTo>
                      <a:cubicBezTo>
                        <a:pt x="306" y="72"/>
                        <a:pt x="313" y="74"/>
                        <a:pt x="324" y="79"/>
                      </a:cubicBezTo>
                      <a:cubicBezTo>
                        <a:pt x="330" y="81"/>
                        <a:pt x="333" y="90"/>
                        <a:pt x="341" y="90"/>
                      </a:cubicBezTo>
                      <a:cubicBezTo>
                        <a:pt x="355" y="90"/>
                        <a:pt x="357" y="64"/>
                        <a:pt x="359" y="54"/>
                      </a:cubicBezTo>
                      <a:cubicBezTo>
                        <a:pt x="359" y="15"/>
                        <a:pt x="359" y="15"/>
                        <a:pt x="359" y="15"/>
                      </a:cubicBezTo>
                      <a:cubicBezTo>
                        <a:pt x="366" y="9"/>
                        <a:pt x="364" y="4"/>
                        <a:pt x="372" y="0"/>
                      </a:cubicBezTo>
                      <a:cubicBezTo>
                        <a:pt x="373" y="11"/>
                        <a:pt x="379" y="19"/>
                        <a:pt x="381" y="28"/>
                      </a:cubicBezTo>
                      <a:cubicBezTo>
                        <a:pt x="383" y="34"/>
                        <a:pt x="381" y="42"/>
                        <a:pt x="386" y="45"/>
                      </a:cubicBezTo>
                      <a:cubicBezTo>
                        <a:pt x="390" y="47"/>
                        <a:pt x="399" y="49"/>
                        <a:pt x="400" y="50"/>
                      </a:cubicBezTo>
                      <a:cubicBezTo>
                        <a:pt x="406" y="54"/>
                        <a:pt x="406" y="68"/>
                        <a:pt x="408" y="75"/>
                      </a:cubicBezTo>
                      <a:cubicBezTo>
                        <a:pt x="412" y="87"/>
                        <a:pt x="415" y="93"/>
                        <a:pt x="419" y="104"/>
                      </a:cubicBezTo>
                      <a:cubicBezTo>
                        <a:pt x="422" y="114"/>
                        <a:pt x="441" y="118"/>
                        <a:pt x="449" y="126"/>
                      </a:cubicBezTo>
                      <a:cubicBezTo>
                        <a:pt x="454" y="131"/>
                        <a:pt x="455" y="139"/>
                        <a:pt x="457" y="146"/>
                      </a:cubicBezTo>
                      <a:cubicBezTo>
                        <a:pt x="459" y="151"/>
                        <a:pt x="466" y="151"/>
                        <a:pt x="471" y="151"/>
                      </a:cubicBezTo>
                      <a:cubicBezTo>
                        <a:pt x="471" y="169"/>
                        <a:pt x="488" y="176"/>
                        <a:pt x="497" y="185"/>
                      </a:cubicBezTo>
                      <a:lnTo>
                        <a:pt x="496" y="18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89" name="Freeform 19">
                  <a:extLst>
                    <a:ext uri="{FF2B5EF4-FFF2-40B4-BE49-F238E27FC236}">
                      <a16:creationId xmlns:a16="http://schemas.microsoft.com/office/drawing/2014/main" id="{CBBBCE2A-8C2F-4C67-B5F2-FF0BD9F97C41}"/>
                    </a:ext>
                  </a:extLst>
                </p:cNvPr>
                <p:cNvSpPr/>
                <p:nvPr/>
              </p:nvSpPr>
              <p:spPr bwMode="auto">
                <a:xfrm>
                  <a:off x="7043738" y="3598863"/>
                  <a:ext cx="127000" cy="125413"/>
                </a:xfrm>
                <a:custGeom>
                  <a:avLst/>
                  <a:gdLst/>
                  <a:ahLst/>
                  <a:cxnLst>
                    <a:cxn ang="0">
                      <a:pos x="58" y="26"/>
                    </a:cxn>
                    <a:cxn ang="0">
                      <a:pos x="59" y="22"/>
                    </a:cxn>
                    <a:cxn ang="0">
                      <a:pos x="67" y="17"/>
                    </a:cxn>
                    <a:cxn ang="0">
                      <a:pos x="67" y="14"/>
                    </a:cxn>
                    <a:cxn ang="0">
                      <a:pos x="78" y="0"/>
                    </a:cxn>
                    <a:cxn ang="0">
                      <a:pos x="81" y="4"/>
                    </a:cxn>
                    <a:cxn ang="0">
                      <a:pos x="83" y="10"/>
                    </a:cxn>
                    <a:cxn ang="0">
                      <a:pos x="90" y="6"/>
                    </a:cxn>
                    <a:cxn ang="0">
                      <a:pos x="94" y="8"/>
                    </a:cxn>
                    <a:cxn ang="0">
                      <a:pos x="96" y="15"/>
                    </a:cxn>
                    <a:cxn ang="0">
                      <a:pos x="79" y="37"/>
                    </a:cxn>
                    <a:cxn ang="0">
                      <a:pos x="79" y="50"/>
                    </a:cxn>
                    <a:cxn ang="0">
                      <a:pos x="63" y="53"/>
                    </a:cxn>
                    <a:cxn ang="0">
                      <a:pos x="49" y="84"/>
                    </a:cxn>
                    <a:cxn ang="0">
                      <a:pos x="32" y="94"/>
                    </a:cxn>
                    <a:cxn ang="0">
                      <a:pos x="23" y="92"/>
                    </a:cxn>
                    <a:cxn ang="0">
                      <a:pos x="3" y="83"/>
                    </a:cxn>
                    <a:cxn ang="0">
                      <a:pos x="0" y="81"/>
                    </a:cxn>
                    <a:cxn ang="0">
                      <a:pos x="18" y="57"/>
                    </a:cxn>
                    <a:cxn ang="0">
                      <a:pos x="25" y="51"/>
                    </a:cxn>
                    <a:cxn ang="0">
                      <a:pos x="50" y="37"/>
                    </a:cxn>
                    <a:cxn ang="0">
                      <a:pos x="58" y="26"/>
                    </a:cxn>
                  </a:cxnLst>
                  <a:rect l="0" t="0" r="r" b="b"/>
                  <a:pathLst>
                    <a:path w="96" h="94">
                      <a:moveTo>
                        <a:pt x="58" y="26"/>
                      </a:moveTo>
                      <a:cubicBezTo>
                        <a:pt x="58" y="26"/>
                        <a:pt x="58" y="23"/>
                        <a:pt x="59" y="22"/>
                      </a:cubicBezTo>
                      <a:cubicBezTo>
                        <a:pt x="60" y="18"/>
                        <a:pt x="63" y="17"/>
                        <a:pt x="67" y="17"/>
                      </a:cubicBezTo>
                      <a:cubicBezTo>
                        <a:pt x="67" y="16"/>
                        <a:pt x="67" y="15"/>
                        <a:pt x="67" y="14"/>
                      </a:cubicBezTo>
                      <a:cubicBezTo>
                        <a:pt x="67" y="8"/>
                        <a:pt x="74" y="2"/>
                        <a:pt x="78" y="0"/>
                      </a:cubicBezTo>
                      <a:cubicBezTo>
                        <a:pt x="78" y="3"/>
                        <a:pt x="79" y="4"/>
                        <a:pt x="81" y="4"/>
                      </a:cubicBezTo>
                      <a:cubicBezTo>
                        <a:pt x="81" y="7"/>
                        <a:pt x="80" y="10"/>
                        <a:pt x="83" y="10"/>
                      </a:cubicBezTo>
                      <a:cubicBezTo>
                        <a:pt x="86" y="10"/>
                        <a:pt x="88" y="7"/>
                        <a:pt x="90" y="6"/>
                      </a:cubicBezTo>
                      <a:cubicBezTo>
                        <a:pt x="91" y="8"/>
                        <a:pt x="92" y="8"/>
                        <a:pt x="94" y="8"/>
                      </a:cubicBezTo>
                      <a:cubicBezTo>
                        <a:pt x="94" y="12"/>
                        <a:pt x="94" y="14"/>
                        <a:pt x="96" y="15"/>
                      </a:cubicBezTo>
                      <a:cubicBezTo>
                        <a:pt x="95" y="21"/>
                        <a:pt x="86" y="37"/>
                        <a:pt x="79" y="37"/>
                      </a:cubicBezTo>
                      <a:cubicBezTo>
                        <a:pt x="78" y="43"/>
                        <a:pt x="80" y="45"/>
                        <a:pt x="79" y="50"/>
                      </a:cubicBezTo>
                      <a:cubicBezTo>
                        <a:pt x="77" y="50"/>
                        <a:pt x="66" y="53"/>
                        <a:pt x="63" y="53"/>
                      </a:cubicBezTo>
                      <a:cubicBezTo>
                        <a:pt x="61" y="58"/>
                        <a:pt x="49" y="84"/>
                        <a:pt x="49" y="84"/>
                      </a:cubicBezTo>
                      <a:cubicBezTo>
                        <a:pt x="45" y="88"/>
                        <a:pt x="37" y="94"/>
                        <a:pt x="32" y="94"/>
                      </a:cubicBezTo>
                      <a:cubicBezTo>
                        <a:pt x="30" y="94"/>
                        <a:pt x="25" y="92"/>
                        <a:pt x="23" y="92"/>
                      </a:cubicBezTo>
                      <a:cubicBezTo>
                        <a:pt x="20" y="92"/>
                        <a:pt x="3" y="85"/>
                        <a:pt x="3" y="83"/>
                      </a:cubicBezTo>
                      <a:cubicBezTo>
                        <a:pt x="2" y="83"/>
                        <a:pt x="0" y="82"/>
                        <a:pt x="0" y="81"/>
                      </a:cubicBezTo>
                      <a:cubicBezTo>
                        <a:pt x="0" y="70"/>
                        <a:pt x="14" y="64"/>
                        <a:pt x="18" y="57"/>
                      </a:cubicBezTo>
                      <a:cubicBezTo>
                        <a:pt x="20" y="54"/>
                        <a:pt x="22" y="51"/>
                        <a:pt x="25" y="51"/>
                      </a:cubicBezTo>
                      <a:cubicBezTo>
                        <a:pt x="36" y="51"/>
                        <a:pt x="42" y="40"/>
                        <a:pt x="50" y="37"/>
                      </a:cubicBezTo>
                      <a:cubicBezTo>
                        <a:pt x="52" y="36"/>
                        <a:pt x="58" y="26"/>
                        <a:pt x="58" y="2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90" name="Freeform 20">
                  <a:extLst>
                    <a:ext uri="{FF2B5EF4-FFF2-40B4-BE49-F238E27FC236}">
                      <a16:creationId xmlns:a16="http://schemas.microsoft.com/office/drawing/2014/main" id="{482F10B5-3CAA-4AEA-A1AD-77B350D28834}"/>
                    </a:ext>
                  </a:extLst>
                </p:cNvPr>
                <p:cNvSpPr/>
                <p:nvPr/>
              </p:nvSpPr>
              <p:spPr bwMode="auto">
                <a:xfrm>
                  <a:off x="7148513" y="3476625"/>
                  <a:ext cx="93663" cy="139700"/>
                </a:xfrm>
                <a:custGeom>
                  <a:avLst/>
                  <a:gdLst/>
                  <a:ahLst/>
                  <a:cxnLst>
                    <a:cxn ang="0">
                      <a:pos x="22" y="40"/>
                    </a:cxn>
                    <a:cxn ang="0">
                      <a:pos x="17" y="31"/>
                    </a:cxn>
                    <a:cxn ang="0">
                      <a:pos x="19" y="27"/>
                    </a:cxn>
                    <a:cxn ang="0">
                      <a:pos x="0" y="0"/>
                    </a:cxn>
                    <a:cxn ang="0">
                      <a:pos x="16" y="12"/>
                    </a:cxn>
                    <a:cxn ang="0">
                      <a:pos x="22" y="19"/>
                    </a:cxn>
                    <a:cxn ang="0">
                      <a:pos x="20" y="22"/>
                    </a:cxn>
                    <a:cxn ang="0">
                      <a:pos x="27" y="37"/>
                    </a:cxn>
                    <a:cxn ang="0">
                      <a:pos x="30" y="37"/>
                    </a:cxn>
                    <a:cxn ang="0">
                      <a:pos x="34" y="32"/>
                    </a:cxn>
                    <a:cxn ang="0">
                      <a:pos x="37" y="32"/>
                    </a:cxn>
                    <a:cxn ang="0">
                      <a:pos x="53" y="50"/>
                    </a:cxn>
                    <a:cxn ang="0">
                      <a:pos x="68" y="46"/>
                    </a:cxn>
                    <a:cxn ang="0">
                      <a:pos x="71" y="48"/>
                    </a:cxn>
                    <a:cxn ang="0">
                      <a:pos x="63" y="71"/>
                    </a:cxn>
                    <a:cxn ang="0">
                      <a:pos x="61" y="68"/>
                    </a:cxn>
                    <a:cxn ang="0">
                      <a:pos x="60" y="70"/>
                    </a:cxn>
                    <a:cxn ang="0">
                      <a:pos x="51" y="75"/>
                    </a:cxn>
                    <a:cxn ang="0">
                      <a:pos x="52" y="80"/>
                    </a:cxn>
                    <a:cxn ang="0">
                      <a:pos x="46" y="89"/>
                    </a:cxn>
                    <a:cxn ang="0">
                      <a:pos x="30" y="104"/>
                    </a:cxn>
                    <a:cxn ang="0">
                      <a:pos x="23" y="98"/>
                    </a:cxn>
                    <a:cxn ang="0">
                      <a:pos x="29" y="86"/>
                    </a:cxn>
                    <a:cxn ang="0">
                      <a:pos x="12" y="72"/>
                    </a:cxn>
                    <a:cxn ang="0">
                      <a:pos x="19" y="65"/>
                    </a:cxn>
                    <a:cxn ang="0">
                      <a:pos x="24" y="48"/>
                    </a:cxn>
                    <a:cxn ang="0">
                      <a:pos x="22" y="38"/>
                    </a:cxn>
                    <a:cxn ang="0">
                      <a:pos x="22" y="38"/>
                    </a:cxn>
                    <a:cxn ang="0">
                      <a:pos x="22" y="40"/>
                    </a:cxn>
                  </a:cxnLst>
                  <a:rect l="0" t="0" r="r" b="b"/>
                  <a:pathLst>
                    <a:path w="71" h="104">
                      <a:moveTo>
                        <a:pt x="22" y="40"/>
                      </a:moveTo>
                      <a:cubicBezTo>
                        <a:pt x="21" y="36"/>
                        <a:pt x="17" y="35"/>
                        <a:pt x="17" y="31"/>
                      </a:cubicBezTo>
                      <a:cubicBezTo>
                        <a:pt x="17" y="30"/>
                        <a:pt x="18" y="28"/>
                        <a:pt x="19" y="27"/>
                      </a:cubicBezTo>
                      <a:cubicBezTo>
                        <a:pt x="8" y="25"/>
                        <a:pt x="2" y="11"/>
                        <a:pt x="0" y="0"/>
                      </a:cubicBezTo>
                      <a:cubicBezTo>
                        <a:pt x="4" y="7"/>
                        <a:pt x="12" y="8"/>
                        <a:pt x="16" y="12"/>
                      </a:cubicBezTo>
                      <a:cubicBezTo>
                        <a:pt x="19" y="15"/>
                        <a:pt x="19" y="18"/>
                        <a:pt x="22" y="19"/>
                      </a:cubicBezTo>
                      <a:cubicBezTo>
                        <a:pt x="21" y="21"/>
                        <a:pt x="20" y="21"/>
                        <a:pt x="20" y="22"/>
                      </a:cubicBezTo>
                      <a:cubicBezTo>
                        <a:pt x="20" y="25"/>
                        <a:pt x="25" y="34"/>
                        <a:pt x="27" y="37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30" y="34"/>
                        <a:pt x="32" y="32"/>
                        <a:pt x="34" y="32"/>
                      </a:cubicBezTo>
                      <a:cubicBezTo>
                        <a:pt x="35" y="32"/>
                        <a:pt x="36" y="32"/>
                        <a:pt x="37" y="32"/>
                      </a:cubicBezTo>
                      <a:cubicBezTo>
                        <a:pt x="37" y="44"/>
                        <a:pt x="42" y="50"/>
                        <a:pt x="53" y="50"/>
                      </a:cubicBezTo>
                      <a:cubicBezTo>
                        <a:pt x="61" y="50"/>
                        <a:pt x="61" y="46"/>
                        <a:pt x="68" y="46"/>
                      </a:cubicBezTo>
                      <a:cubicBezTo>
                        <a:pt x="69" y="46"/>
                        <a:pt x="71" y="47"/>
                        <a:pt x="71" y="48"/>
                      </a:cubicBezTo>
                      <a:cubicBezTo>
                        <a:pt x="65" y="55"/>
                        <a:pt x="67" y="64"/>
                        <a:pt x="63" y="71"/>
                      </a:cubicBezTo>
                      <a:cubicBezTo>
                        <a:pt x="61" y="68"/>
                        <a:pt x="61" y="68"/>
                        <a:pt x="61" y="68"/>
                      </a:cubicBezTo>
                      <a:cubicBezTo>
                        <a:pt x="60" y="68"/>
                        <a:pt x="60" y="70"/>
                        <a:pt x="60" y="70"/>
                      </a:cubicBezTo>
                      <a:cubicBezTo>
                        <a:pt x="55" y="71"/>
                        <a:pt x="51" y="72"/>
                        <a:pt x="51" y="75"/>
                      </a:cubicBezTo>
                      <a:cubicBezTo>
                        <a:pt x="51" y="77"/>
                        <a:pt x="52" y="78"/>
                        <a:pt x="52" y="80"/>
                      </a:cubicBezTo>
                      <a:cubicBezTo>
                        <a:pt x="52" y="83"/>
                        <a:pt x="47" y="87"/>
                        <a:pt x="46" y="89"/>
                      </a:cubicBezTo>
                      <a:cubicBezTo>
                        <a:pt x="42" y="95"/>
                        <a:pt x="39" y="104"/>
                        <a:pt x="30" y="104"/>
                      </a:cubicBezTo>
                      <a:cubicBezTo>
                        <a:pt x="26" y="104"/>
                        <a:pt x="23" y="102"/>
                        <a:pt x="23" y="98"/>
                      </a:cubicBezTo>
                      <a:cubicBezTo>
                        <a:pt x="23" y="93"/>
                        <a:pt x="29" y="91"/>
                        <a:pt x="29" y="86"/>
                      </a:cubicBezTo>
                      <a:cubicBezTo>
                        <a:pt x="29" y="77"/>
                        <a:pt x="12" y="80"/>
                        <a:pt x="12" y="72"/>
                      </a:cubicBezTo>
                      <a:cubicBezTo>
                        <a:pt x="12" y="68"/>
                        <a:pt x="16" y="67"/>
                        <a:pt x="19" y="65"/>
                      </a:cubicBezTo>
                      <a:cubicBezTo>
                        <a:pt x="23" y="61"/>
                        <a:pt x="24" y="55"/>
                        <a:pt x="24" y="48"/>
                      </a:cubicBezTo>
                      <a:cubicBezTo>
                        <a:pt x="24" y="44"/>
                        <a:pt x="22" y="40"/>
                        <a:pt x="22" y="38"/>
                      </a:cubicBezTo>
                      <a:cubicBezTo>
                        <a:pt x="22" y="38"/>
                        <a:pt x="22" y="38"/>
                        <a:pt x="22" y="38"/>
                      </a:cubicBezTo>
                      <a:lnTo>
                        <a:pt x="22" y="4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91" name="Freeform 116">
                  <a:extLst>
                    <a:ext uri="{FF2B5EF4-FFF2-40B4-BE49-F238E27FC236}">
                      <a16:creationId xmlns:a16="http://schemas.microsoft.com/office/drawing/2014/main" id="{CB9C46A8-F73F-47D8-880A-E3DB69972F0C}"/>
                    </a:ext>
                  </a:extLst>
                </p:cNvPr>
                <p:cNvSpPr/>
                <p:nvPr/>
              </p:nvSpPr>
              <p:spPr bwMode="auto">
                <a:xfrm>
                  <a:off x="6856413" y="3582988"/>
                  <a:ext cx="6350" cy="9525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4" y="7"/>
                    </a:cxn>
                    <a:cxn ang="0">
                      <a:pos x="0" y="0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5" h="7">
                      <a:moveTo>
                        <a:pt x="5" y="0"/>
                      </a:moveTo>
                      <a:cubicBezTo>
                        <a:pt x="5" y="4"/>
                        <a:pt x="4" y="5"/>
                        <a:pt x="4" y="7"/>
                      </a:cubicBezTo>
                      <a:cubicBezTo>
                        <a:pt x="0" y="6"/>
                        <a:pt x="0" y="3"/>
                        <a:pt x="0" y="0"/>
                      </a:cubicBezTo>
                      <a:cubicBezTo>
                        <a:pt x="2" y="0"/>
                        <a:pt x="4" y="0"/>
                        <a:pt x="5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92" name="Freeform 117">
                  <a:extLst>
                    <a:ext uri="{FF2B5EF4-FFF2-40B4-BE49-F238E27FC236}">
                      <a16:creationId xmlns:a16="http://schemas.microsoft.com/office/drawing/2014/main" id="{38659148-4A81-45F0-A603-447E2B74A8F5}"/>
                    </a:ext>
                  </a:extLst>
                </p:cNvPr>
                <p:cNvSpPr/>
                <p:nvPr/>
              </p:nvSpPr>
              <p:spPr bwMode="auto">
                <a:xfrm>
                  <a:off x="6664325" y="3500438"/>
                  <a:ext cx="22225" cy="11113"/>
                </a:xfrm>
                <a:custGeom>
                  <a:avLst/>
                  <a:gdLst/>
                  <a:ahLst/>
                  <a:cxnLst>
                    <a:cxn ang="0">
                      <a:pos x="16" y="4"/>
                    </a:cxn>
                    <a:cxn ang="0">
                      <a:pos x="0" y="4"/>
                    </a:cxn>
                    <a:cxn ang="0">
                      <a:pos x="16" y="4"/>
                    </a:cxn>
                  </a:cxnLst>
                  <a:rect l="0" t="0" r="r" b="b"/>
                  <a:pathLst>
                    <a:path w="16" h="8">
                      <a:moveTo>
                        <a:pt x="16" y="4"/>
                      </a:moveTo>
                      <a:cubicBezTo>
                        <a:pt x="11" y="7"/>
                        <a:pt x="4" y="8"/>
                        <a:pt x="0" y="4"/>
                      </a:cubicBezTo>
                      <a:cubicBezTo>
                        <a:pt x="9" y="0"/>
                        <a:pt x="10" y="0"/>
                        <a:pt x="16" y="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  <p:sp>
              <p:nvSpPr>
                <p:cNvPr id="93" name="Freeform 118">
                  <a:extLst>
                    <a:ext uri="{FF2B5EF4-FFF2-40B4-BE49-F238E27FC236}">
                      <a16:creationId xmlns:a16="http://schemas.microsoft.com/office/drawing/2014/main" id="{9A19B8C5-50C7-43FB-A5DC-A961DEA1BBAA}"/>
                    </a:ext>
                  </a:extLst>
                </p:cNvPr>
                <p:cNvSpPr/>
                <p:nvPr/>
              </p:nvSpPr>
              <p:spPr bwMode="auto">
                <a:xfrm>
                  <a:off x="6556375" y="3065463"/>
                  <a:ext cx="22225" cy="9525"/>
                </a:xfrm>
                <a:custGeom>
                  <a:avLst/>
                  <a:gdLst/>
                  <a:ahLst/>
                  <a:cxnLst>
                    <a:cxn ang="0">
                      <a:pos x="17" y="1"/>
                    </a:cxn>
                    <a:cxn ang="0">
                      <a:pos x="17" y="7"/>
                    </a:cxn>
                    <a:cxn ang="0">
                      <a:pos x="13" y="7"/>
                    </a:cxn>
                    <a:cxn ang="0">
                      <a:pos x="0" y="3"/>
                    </a:cxn>
                    <a:cxn ang="0">
                      <a:pos x="17" y="1"/>
                    </a:cxn>
                  </a:cxnLst>
                  <a:rect l="0" t="0" r="r" b="b"/>
                  <a:pathLst>
                    <a:path w="17" h="7">
                      <a:moveTo>
                        <a:pt x="17" y="1"/>
                      </a:moveTo>
                      <a:cubicBezTo>
                        <a:pt x="17" y="7"/>
                        <a:pt x="17" y="7"/>
                        <a:pt x="17" y="7"/>
                      </a:cubicBezTo>
                      <a:cubicBezTo>
                        <a:pt x="16" y="7"/>
                        <a:pt x="14" y="7"/>
                        <a:pt x="13" y="7"/>
                      </a:cubicBezTo>
                      <a:cubicBezTo>
                        <a:pt x="8" y="7"/>
                        <a:pt x="2" y="5"/>
                        <a:pt x="0" y="3"/>
                      </a:cubicBezTo>
                      <a:cubicBezTo>
                        <a:pt x="8" y="1"/>
                        <a:pt x="11" y="0"/>
                        <a:pt x="17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/>
                <a:lstStyle/>
                <a:p>
                  <a:endParaRPr lang="en-US" noProof="1"/>
                </a:p>
              </p:txBody>
            </p:sp>
          </p:grpSp>
        </p:grpSp>
        <p:grpSp>
          <p:nvGrpSpPr>
            <p:cNvPr id="27" name="Group 383">
              <a:extLst>
                <a:ext uri="{FF2B5EF4-FFF2-40B4-BE49-F238E27FC236}">
                  <a16:creationId xmlns:a16="http://schemas.microsoft.com/office/drawing/2014/main" id="{4BE4177F-7920-4786-8E77-B82F0206B36C}"/>
                </a:ext>
              </a:extLst>
            </p:cNvPr>
            <p:cNvGrpSpPr/>
            <p:nvPr/>
          </p:nvGrpSpPr>
          <p:grpSpPr>
            <a:xfrm>
              <a:off x="3584348" y="1207327"/>
              <a:ext cx="2773469" cy="1960289"/>
              <a:chOff x="4713288" y="1038225"/>
              <a:chExt cx="2847975" cy="2012950"/>
            </a:xfrm>
            <a:grpFill/>
          </p:grpSpPr>
          <p:sp>
            <p:nvSpPr>
              <p:cNvPr id="28" name="Freeform 101">
                <a:extLst>
                  <a:ext uri="{FF2B5EF4-FFF2-40B4-BE49-F238E27FC236}">
                    <a16:creationId xmlns:a16="http://schemas.microsoft.com/office/drawing/2014/main" id="{6D3B5210-712E-47B3-852B-B4071DAB385D}"/>
                  </a:ext>
                </a:extLst>
              </p:cNvPr>
              <p:cNvSpPr/>
              <p:nvPr/>
            </p:nvSpPr>
            <p:spPr bwMode="auto">
              <a:xfrm>
                <a:off x="4818063" y="2127250"/>
                <a:ext cx="622300" cy="538163"/>
              </a:xfrm>
              <a:custGeom>
                <a:avLst/>
                <a:gdLst/>
                <a:ahLst/>
                <a:cxnLst>
                  <a:cxn ang="0">
                    <a:pos x="102" y="154"/>
                  </a:cxn>
                  <a:cxn ang="0">
                    <a:pos x="113" y="126"/>
                  </a:cxn>
                  <a:cxn ang="0">
                    <a:pos x="122" y="86"/>
                  </a:cxn>
                  <a:cxn ang="0">
                    <a:pos x="125" y="77"/>
                  </a:cxn>
                  <a:cxn ang="0">
                    <a:pos x="108" y="77"/>
                  </a:cxn>
                  <a:cxn ang="0">
                    <a:pos x="64" y="77"/>
                  </a:cxn>
                  <a:cxn ang="0">
                    <a:pos x="27" y="79"/>
                  </a:cxn>
                  <a:cxn ang="0">
                    <a:pos x="26" y="77"/>
                  </a:cxn>
                  <a:cxn ang="0">
                    <a:pos x="0" y="55"/>
                  </a:cxn>
                  <a:cxn ang="0">
                    <a:pos x="9" y="37"/>
                  </a:cxn>
                  <a:cxn ang="0">
                    <a:pos x="41" y="20"/>
                  </a:cxn>
                  <a:cxn ang="0">
                    <a:pos x="48" y="13"/>
                  </a:cxn>
                  <a:cxn ang="0">
                    <a:pos x="80" y="4"/>
                  </a:cxn>
                  <a:cxn ang="0">
                    <a:pos x="127" y="7"/>
                  </a:cxn>
                  <a:cxn ang="0">
                    <a:pos x="174" y="15"/>
                  </a:cxn>
                  <a:cxn ang="0">
                    <a:pos x="223" y="21"/>
                  </a:cxn>
                  <a:cxn ang="0">
                    <a:pos x="256" y="44"/>
                  </a:cxn>
                  <a:cxn ang="0">
                    <a:pos x="278" y="33"/>
                  </a:cxn>
                  <a:cxn ang="0">
                    <a:pos x="281" y="43"/>
                  </a:cxn>
                  <a:cxn ang="0">
                    <a:pos x="289" y="65"/>
                  </a:cxn>
                  <a:cxn ang="0">
                    <a:pos x="309" y="76"/>
                  </a:cxn>
                  <a:cxn ang="0">
                    <a:pos x="350" y="76"/>
                  </a:cxn>
                  <a:cxn ang="0">
                    <a:pos x="359" y="63"/>
                  </a:cxn>
                  <a:cxn ang="0">
                    <a:pos x="387" y="51"/>
                  </a:cxn>
                  <a:cxn ang="0">
                    <a:pos x="439" y="74"/>
                  </a:cxn>
                  <a:cxn ang="0">
                    <a:pos x="445" y="96"/>
                  </a:cxn>
                  <a:cxn ang="0">
                    <a:pos x="435" y="119"/>
                  </a:cxn>
                  <a:cxn ang="0">
                    <a:pos x="436" y="138"/>
                  </a:cxn>
                  <a:cxn ang="0">
                    <a:pos x="449" y="156"/>
                  </a:cxn>
                  <a:cxn ang="0">
                    <a:pos x="445" y="179"/>
                  </a:cxn>
                  <a:cxn ang="0">
                    <a:pos x="448" y="232"/>
                  </a:cxn>
                  <a:cxn ang="0">
                    <a:pos x="448" y="240"/>
                  </a:cxn>
                  <a:cxn ang="0">
                    <a:pos x="393" y="231"/>
                  </a:cxn>
                  <a:cxn ang="0">
                    <a:pos x="370" y="220"/>
                  </a:cxn>
                  <a:cxn ang="0">
                    <a:pos x="333" y="207"/>
                  </a:cxn>
                  <a:cxn ang="0">
                    <a:pos x="313" y="192"/>
                  </a:cxn>
                  <a:cxn ang="0">
                    <a:pos x="278" y="183"/>
                  </a:cxn>
                  <a:cxn ang="0">
                    <a:pos x="304" y="224"/>
                  </a:cxn>
                  <a:cxn ang="0">
                    <a:pos x="315" y="227"/>
                  </a:cxn>
                  <a:cxn ang="0">
                    <a:pos x="313" y="246"/>
                  </a:cxn>
                  <a:cxn ang="0">
                    <a:pos x="379" y="225"/>
                  </a:cxn>
                  <a:cxn ang="0">
                    <a:pos x="406" y="260"/>
                  </a:cxn>
                  <a:cxn ang="0">
                    <a:pos x="414" y="270"/>
                  </a:cxn>
                  <a:cxn ang="0">
                    <a:pos x="410" y="302"/>
                  </a:cxn>
                  <a:cxn ang="0">
                    <a:pos x="390" y="321"/>
                  </a:cxn>
                  <a:cxn ang="0">
                    <a:pos x="365" y="347"/>
                  </a:cxn>
                  <a:cxn ang="0">
                    <a:pos x="328" y="368"/>
                  </a:cxn>
                  <a:cxn ang="0">
                    <a:pos x="265" y="395"/>
                  </a:cxn>
                  <a:cxn ang="0">
                    <a:pos x="234" y="404"/>
                  </a:cxn>
                  <a:cxn ang="0">
                    <a:pos x="217" y="399"/>
                  </a:cxn>
                  <a:cxn ang="0">
                    <a:pos x="209" y="372"/>
                  </a:cxn>
                  <a:cxn ang="0">
                    <a:pos x="198" y="340"/>
                  </a:cxn>
                  <a:cxn ang="0">
                    <a:pos x="162" y="280"/>
                  </a:cxn>
                  <a:cxn ang="0">
                    <a:pos x="154" y="259"/>
                  </a:cxn>
                  <a:cxn ang="0">
                    <a:pos x="140" y="251"/>
                  </a:cxn>
                  <a:cxn ang="0">
                    <a:pos x="131" y="229"/>
                  </a:cxn>
                  <a:cxn ang="0">
                    <a:pos x="109" y="196"/>
                  </a:cxn>
                  <a:cxn ang="0">
                    <a:pos x="112" y="177"/>
                  </a:cxn>
                </a:cxnLst>
                <a:rect l="0" t="0" r="r" b="b"/>
                <a:pathLst>
                  <a:path w="467" h="405">
                    <a:moveTo>
                      <a:pt x="112" y="177"/>
                    </a:moveTo>
                    <a:cubicBezTo>
                      <a:pt x="102" y="154"/>
                      <a:pt x="102" y="154"/>
                      <a:pt x="102" y="154"/>
                    </a:cubicBezTo>
                    <a:cubicBezTo>
                      <a:pt x="102" y="151"/>
                      <a:pt x="105" y="151"/>
                      <a:pt x="106" y="149"/>
                    </a:cubicBezTo>
                    <a:cubicBezTo>
                      <a:pt x="109" y="139"/>
                      <a:pt x="110" y="134"/>
                      <a:pt x="113" y="126"/>
                    </a:cubicBezTo>
                    <a:cubicBezTo>
                      <a:pt x="115" y="117"/>
                      <a:pt x="124" y="115"/>
                      <a:pt x="124" y="104"/>
                    </a:cubicBezTo>
                    <a:cubicBezTo>
                      <a:pt x="124" y="97"/>
                      <a:pt x="122" y="91"/>
                      <a:pt x="122" y="86"/>
                    </a:cubicBezTo>
                    <a:cubicBezTo>
                      <a:pt x="122" y="83"/>
                      <a:pt x="124" y="82"/>
                      <a:pt x="125" y="81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1" y="78"/>
                      <a:pt x="120" y="81"/>
                      <a:pt x="117" y="81"/>
                    </a:cubicBezTo>
                    <a:cubicBezTo>
                      <a:pt x="112" y="81"/>
                      <a:pt x="110" y="79"/>
                      <a:pt x="108" y="77"/>
                    </a:cubicBezTo>
                    <a:cubicBezTo>
                      <a:pt x="101" y="82"/>
                      <a:pt x="98" y="88"/>
                      <a:pt x="86" y="88"/>
                    </a:cubicBezTo>
                    <a:cubicBezTo>
                      <a:pt x="76" y="88"/>
                      <a:pt x="73" y="77"/>
                      <a:pt x="64" y="77"/>
                    </a:cubicBezTo>
                    <a:cubicBezTo>
                      <a:pt x="54" y="77"/>
                      <a:pt x="56" y="87"/>
                      <a:pt x="48" y="87"/>
                    </a:cubicBezTo>
                    <a:cubicBezTo>
                      <a:pt x="40" y="87"/>
                      <a:pt x="35" y="75"/>
                      <a:pt x="27" y="79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4" y="79"/>
                      <a:pt x="25" y="78"/>
                      <a:pt x="26" y="77"/>
                    </a:cubicBezTo>
                    <a:cubicBezTo>
                      <a:pt x="23" y="74"/>
                      <a:pt x="10" y="67"/>
                      <a:pt x="15" y="63"/>
                    </a:cubicBezTo>
                    <a:cubicBezTo>
                      <a:pt x="11" y="57"/>
                      <a:pt x="6" y="58"/>
                      <a:pt x="0" y="55"/>
                    </a:cubicBezTo>
                    <a:cubicBezTo>
                      <a:pt x="4" y="50"/>
                      <a:pt x="9" y="51"/>
                      <a:pt x="9" y="43"/>
                    </a:cubicBezTo>
                    <a:cubicBezTo>
                      <a:pt x="9" y="40"/>
                      <a:pt x="8" y="40"/>
                      <a:pt x="9" y="37"/>
                    </a:cubicBezTo>
                    <a:cubicBezTo>
                      <a:pt x="6" y="37"/>
                      <a:pt x="1" y="38"/>
                      <a:pt x="1" y="35"/>
                    </a:cubicBezTo>
                    <a:cubicBezTo>
                      <a:pt x="1" y="22"/>
                      <a:pt x="33" y="24"/>
                      <a:pt x="41" y="20"/>
                    </a:cubicBezTo>
                    <a:cubicBezTo>
                      <a:pt x="40" y="17"/>
                      <a:pt x="38" y="18"/>
                      <a:pt x="38" y="15"/>
                    </a:cubicBezTo>
                    <a:cubicBezTo>
                      <a:pt x="38" y="11"/>
                      <a:pt x="46" y="13"/>
                      <a:pt x="48" y="13"/>
                    </a:cubicBezTo>
                    <a:cubicBezTo>
                      <a:pt x="53" y="13"/>
                      <a:pt x="62" y="13"/>
                      <a:pt x="62" y="13"/>
                    </a:cubicBezTo>
                    <a:cubicBezTo>
                      <a:pt x="67" y="13"/>
                      <a:pt x="75" y="7"/>
                      <a:pt x="80" y="4"/>
                    </a:cubicBezTo>
                    <a:cubicBezTo>
                      <a:pt x="86" y="0"/>
                      <a:pt x="98" y="0"/>
                      <a:pt x="106" y="0"/>
                    </a:cubicBezTo>
                    <a:cubicBezTo>
                      <a:pt x="117" y="0"/>
                      <a:pt x="117" y="7"/>
                      <a:pt x="127" y="7"/>
                    </a:cubicBezTo>
                    <a:cubicBezTo>
                      <a:pt x="127" y="12"/>
                      <a:pt x="144" y="15"/>
                      <a:pt x="149" y="15"/>
                    </a:cubicBezTo>
                    <a:cubicBezTo>
                      <a:pt x="162" y="15"/>
                      <a:pt x="170" y="15"/>
                      <a:pt x="174" y="15"/>
                    </a:cubicBezTo>
                    <a:cubicBezTo>
                      <a:pt x="186" y="15"/>
                      <a:pt x="192" y="3"/>
                      <a:pt x="205" y="3"/>
                    </a:cubicBezTo>
                    <a:cubicBezTo>
                      <a:pt x="219" y="3"/>
                      <a:pt x="218" y="12"/>
                      <a:pt x="223" y="21"/>
                    </a:cubicBezTo>
                    <a:cubicBezTo>
                      <a:pt x="224" y="23"/>
                      <a:pt x="233" y="28"/>
                      <a:pt x="233" y="28"/>
                    </a:cubicBezTo>
                    <a:cubicBezTo>
                      <a:pt x="241" y="31"/>
                      <a:pt x="243" y="44"/>
                      <a:pt x="256" y="44"/>
                    </a:cubicBezTo>
                    <a:cubicBezTo>
                      <a:pt x="265" y="44"/>
                      <a:pt x="265" y="36"/>
                      <a:pt x="271" y="34"/>
                    </a:cubicBezTo>
                    <a:cubicBezTo>
                      <a:pt x="275" y="33"/>
                      <a:pt x="274" y="33"/>
                      <a:pt x="278" y="33"/>
                    </a:cubicBezTo>
                    <a:cubicBezTo>
                      <a:pt x="279" y="35"/>
                      <a:pt x="279" y="39"/>
                      <a:pt x="281" y="41"/>
                    </a:cubicBezTo>
                    <a:cubicBezTo>
                      <a:pt x="280" y="41"/>
                      <a:pt x="281" y="42"/>
                      <a:pt x="281" y="43"/>
                    </a:cubicBezTo>
                    <a:cubicBezTo>
                      <a:pt x="281" y="48"/>
                      <a:pt x="284" y="47"/>
                      <a:pt x="286" y="51"/>
                    </a:cubicBezTo>
                    <a:cubicBezTo>
                      <a:pt x="290" y="56"/>
                      <a:pt x="286" y="59"/>
                      <a:pt x="289" y="65"/>
                    </a:cubicBezTo>
                    <a:cubicBezTo>
                      <a:pt x="291" y="70"/>
                      <a:pt x="297" y="67"/>
                      <a:pt x="301" y="68"/>
                    </a:cubicBezTo>
                    <a:cubicBezTo>
                      <a:pt x="305" y="69"/>
                      <a:pt x="306" y="73"/>
                      <a:pt x="309" y="76"/>
                    </a:cubicBezTo>
                    <a:cubicBezTo>
                      <a:pt x="312" y="79"/>
                      <a:pt x="323" y="78"/>
                      <a:pt x="329" y="78"/>
                    </a:cubicBezTo>
                    <a:cubicBezTo>
                      <a:pt x="337" y="78"/>
                      <a:pt x="345" y="77"/>
                      <a:pt x="350" y="76"/>
                    </a:cubicBezTo>
                    <a:cubicBezTo>
                      <a:pt x="350" y="72"/>
                      <a:pt x="350" y="71"/>
                      <a:pt x="350" y="68"/>
                    </a:cubicBezTo>
                    <a:cubicBezTo>
                      <a:pt x="350" y="64"/>
                      <a:pt x="355" y="64"/>
                      <a:pt x="359" y="63"/>
                    </a:cubicBezTo>
                    <a:cubicBezTo>
                      <a:pt x="364" y="61"/>
                      <a:pt x="363" y="59"/>
                      <a:pt x="368" y="57"/>
                    </a:cubicBezTo>
                    <a:cubicBezTo>
                      <a:pt x="376" y="54"/>
                      <a:pt x="381" y="56"/>
                      <a:pt x="387" y="51"/>
                    </a:cubicBezTo>
                    <a:cubicBezTo>
                      <a:pt x="397" y="57"/>
                      <a:pt x="403" y="57"/>
                      <a:pt x="412" y="60"/>
                    </a:cubicBezTo>
                    <a:cubicBezTo>
                      <a:pt x="423" y="64"/>
                      <a:pt x="426" y="74"/>
                      <a:pt x="439" y="74"/>
                    </a:cubicBezTo>
                    <a:cubicBezTo>
                      <a:pt x="439" y="76"/>
                      <a:pt x="442" y="77"/>
                      <a:pt x="443" y="79"/>
                    </a:cubicBezTo>
                    <a:cubicBezTo>
                      <a:pt x="445" y="86"/>
                      <a:pt x="442" y="92"/>
                      <a:pt x="445" y="96"/>
                    </a:cubicBezTo>
                    <a:cubicBezTo>
                      <a:pt x="442" y="98"/>
                      <a:pt x="435" y="114"/>
                      <a:pt x="435" y="115"/>
                    </a:cubicBezTo>
                    <a:cubicBezTo>
                      <a:pt x="435" y="116"/>
                      <a:pt x="436" y="118"/>
                      <a:pt x="435" y="119"/>
                    </a:cubicBezTo>
                    <a:cubicBezTo>
                      <a:pt x="436" y="121"/>
                      <a:pt x="435" y="122"/>
                      <a:pt x="436" y="124"/>
                    </a:cubicBezTo>
                    <a:cubicBezTo>
                      <a:pt x="436" y="138"/>
                      <a:pt x="436" y="138"/>
                      <a:pt x="436" y="138"/>
                    </a:cubicBezTo>
                    <a:cubicBezTo>
                      <a:pt x="438" y="142"/>
                      <a:pt x="437" y="145"/>
                      <a:pt x="439" y="149"/>
                    </a:cubicBezTo>
                    <a:cubicBezTo>
                      <a:pt x="440" y="153"/>
                      <a:pt x="449" y="149"/>
                      <a:pt x="449" y="156"/>
                    </a:cubicBezTo>
                    <a:cubicBezTo>
                      <a:pt x="449" y="165"/>
                      <a:pt x="439" y="164"/>
                      <a:pt x="439" y="171"/>
                    </a:cubicBezTo>
                    <a:cubicBezTo>
                      <a:pt x="439" y="177"/>
                      <a:pt x="443" y="177"/>
                      <a:pt x="445" y="179"/>
                    </a:cubicBezTo>
                    <a:cubicBezTo>
                      <a:pt x="452" y="194"/>
                      <a:pt x="467" y="196"/>
                      <a:pt x="467" y="215"/>
                    </a:cubicBezTo>
                    <a:cubicBezTo>
                      <a:pt x="456" y="218"/>
                      <a:pt x="448" y="220"/>
                      <a:pt x="448" y="232"/>
                    </a:cubicBezTo>
                    <a:cubicBezTo>
                      <a:pt x="448" y="235"/>
                      <a:pt x="450" y="238"/>
                      <a:pt x="450" y="240"/>
                    </a:cubicBezTo>
                    <a:cubicBezTo>
                      <a:pt x="450" y="240"/>
                      <a:pt x="448" y="240"/>
                      <a:pt x="448" y="240"/>
                    </a:cubicBezTo>
                    <a:cubicBezTo>
                      <a:pt x="439" y="240"/>
                      <a:pt x="420" y="235"/>
                      <a:pt x="408" y="235"/>
                    </a:cubicBezTo>
                    <a:cubicBezTo>
                      <a:pt x="406" y="235"/>
                      <a:pt x="393" y="231"/>
                      <a:pt x="393" y="231"/>
                    </a:cubicBezTo>
                    <a:cubicBezTo>
                      <a:pt x="388" y="226"/>
                      <a:pt x="388" y="213"/>
                      <a:pt x="379" y="213"/>
                    </a:cubicBezTo>
                    <a:cubicBezTo>
                      <a:pt x="374" y="213"/>
                      <a:pt x="372" y="217"/>
                      <a:pt x="370" y="220"/>
                    </a:cubicBezTo>
                    <a:cubicBezTo>
                      <a:pt x="348" y="220"/>
                      <a:pt x="348" y="220"/>
                      <a:pt x="348" y="220"/>
                    </a:cubicBezTo>
                    <a:cubicBezTo>
                      <a:pt x="341" y="217"/>
                      <a:pt x="337" y="212"/>
                      <a:pt x="333" y="207"/>
                    </a:cubicBezTo>
                    <a:cubicBezTo>
                      <a:pt x="327" y="202"/>
                      <a:pt x="320" y="205"/>
                      <a:pt x="315" y="200"/>
                    </a:cubicBezTo>
                    <a:cubicBezTo>
                      <a:pt x="313" y="197"/>
                      <a:pt x="314" y="194"/>
                      <a:pt x="313" y="192"/>
                    </a:cubicBezTo>
                    <a:cubicBezTo>
                      <a:pt x="308" y="182"/>
                      <a:pt x="299" y="168"/>
                      <a:pt x="286" y="168"/>
                    </a:cubicBezTo>
                    <a:cubicBezTo>
                      <a:pt x="280" y="168"/>
                      <a:pt x="278" y="176"/>
                      <a:pt x="278" y="183"/>
                    </a:cubicBezTo>
                    <a:cubicBezTo>
                      <a:pt x="278" y="187"/>
                      <a:pt x="278" y="189"/>
                      <a:pt x="278" y="193"/>
                    </a:cubicBezTo>
                    <a:cubicBezTo>
                      <a:pt x="281" y="203"/>
                      <a:pt x="293" y="222"/>
                      <a:pt x="304" y="224"/>
                    </a:cubicBezTo>
                    <a:cubicBezTo>
                      <a:pt x="304" y="229"/>
                      <a:pt x="306" y="231"/>
                      <a:pt x="307" y="235"/>
                    </a:cubicBezTo>
                    <a:cubicBezTo>
                      <a:pt x="312" y="233"/>
                      <a:pt x="311" y="228"/>
                      <a:pt x="315" y="227"/>
                    </a:cubicBezTo>
                    <a:cubicBezTo>
                      <a:pt x="316" y="228"/>
                      <a:pt x="316" y="230"/>
                      <a:pt x="316" y="231"/>
                    </a:cubicBezTo>
                    <a:cubicBezTo>
                      <a:pt x="316" y="237"/>
                      <a:pt x="313" y="240"/>
                      <a:pt x="313" y="246"/>
                    </a:cubicBezTo>
                    <a:cubicBezTo>
                      <a:pt x="313" y="252"/>
                      <a:pt x="324" y="255"/>
                      <a:pt x="331" y="255"/>
                    </a:cubicBezTo>
                    <a:cubicBezTo>
                      <a:pt x="360" y="255"/>
                      <a:pt x="363" y="237"/>
                      <a:pt x="379" y="225"/>
                    </a:cubicBezTo>
                    <a:cubicBezTo>
                      <a:pt x="379" y="241"/>
                      <a:pt x="379" y="241"/>
                      <a:pt x="379" y="241"/>
                    </a:cubicBezTo>
                    <a:cubicBezTo>
                      <a:pt x="385" y="254"/>
                      <a:pt x="393" y="256"/>
                      <a:pt x="406" y="260"/>
                    </a:cubicBezTo>
                    <a:cubicBezTo>
                      <a:pt x="411" y="261"/>
                      <a:pt x="411" y="269"/>
                      <a:pt x="414" y="271"/>
                    </a:cubicBezTo>
                    <a:cubicBezTo>
                      <a:pt x="414" y="270"/>
                      <a:pt x="414" y="270"/>
                      <a:pt x="414" y="270"/>
                    </a:cubicBezTo>
                    <a:cubicBezTo>
                      <a:pt x="416" y="274"/>
                      <a:pt x="423" y="273"/>
                      <a:pt x="423" y="277"/>
                    </a:cubicBezTo>
                    <a:cubicBezTo>
                      <a:pt x="423" y="288"/>
                      <a:pt x="410" y="291"/>
                      <a:pt x="410" y="302"/>
                    </a:cubicBezTo>
                    <a:cubicBezTo>
                      <a:pt x="403" y="302"/>
                      <a:pt x="399" y="303"/>
                      <a:pt x="397" y="309"/>
                    </a:cubicBezTo>
                    <a:cubicBezTo>
                      <a:pt x="395" y="314"/>
                      <a:pt x="396" y="321"/>
                      <a:pt x="390" y="321"/>
                    </a:cubicBezTo>
                    <a:cubicBezTo>
                      <a:pt x="384" y="321"/>
                      <a:pt x="384" y="334"/>
                      <a:pt x="378" y="334"/>
                    </a:cubicBezTo>
                    <a:cubicBezTo>
                      <a:pt x="374" y="334"/>
                      <a:pt x="365" y="342"/>
                      <a:pt x="365" y="347"/>
                    </a:cubicBezTo>
                    <a:cubicBezTo>
                      <a:pt x="353" y="349"/>
                      <a:pt x="327" y="354"/>
                      <a:pt x="327" y="364"/>
                    </a:cubicBezTo>
                    <a:cubicBezTo>
                      <a:pt x="327" y="365"/>
                      <a:pt x="327" y="367"/>
                      <a:pt x="328" y="368"/>
                    </a:cubicBezTo>
                    <a:cubicBezTo>
                      <a:pt x="318" y="373"/>
                      <a:pt x="304" y="376"/>
                      <a:pt x="294" y="378"/>
                    </a:cubicBezTo>
                    <a:cubicBezTo>
                      <a:pt x="289" y="380"/>
                      <a:pt x="271" y="392"/>
                      <a:pt x="265" y="395"/>
                    </a:cubicBezTo>
                    <a:cubicBezTo>
                      <a:pt x="252" y="395"/>
                      <a:pt x="252" y="395"/>
                      <a:pt x="252" y="395"/>
                    </a:cubicBezTo>
                    <a:cubicBezTo>
                      <a:pt x="244" y="400"/>
                      <a:pt x="243" y="404"/>
                      <a:pt x="234" y="404"/>
                    </a:cubicBezTo>
                    <a:cubicBezTo>
                      <a:pt x="231" y="405"/>
                      <a:pt x="231" y="405"/>
                      <a:pt x="231" y="405"/>
                    </a:cubicBezTo>
                    <a:cubicBezTo>
                      <a:pt x="229" y="405"/>
                      <a:pt x="218" y="400"/>
                      <a:pt x="217" y="399"/>
                    </a:cubicBezTo>
                    <a:cubicBezTo>
                      <a:pt x="216" y="399"/>
                      <a:pt x="219" y="399"/>
                      <a:pt x="217" y="394"/>
                    </a:cubicBezTo>
                    <a:cubicBezTo>
                      <a:pt x="212" y="387"/>
                      <a:pt x="209" y="380"/>
                      <a:pt x="209" y="372"/>
                    </a:cubicBezTo>
                    <a:cubicBezTo>
                      <a:pt x="204" y="371"/>
                      <a:pt x="207" y="363"/>
                      <a:pt x="208" y="359"/>
                    </a:cubicBezTo>
                    <a:cubicBezTo>
                      <a:pt x="210" y="349"/>
                      <a:pt x="203" y="345"/>
                      <a:pt x="198" y="340"/>
                    </a:cubicBezTo>
                    <a:cubicBezTo>
                      <a:pt x="193" y="335"/>
                      <a:pt x="181" y="320"/>
                      <a:pt x="181" y="309"/>
                    </a:cubicBezTo>
                    <a:cubicBezTo>
                      <a:pt x="165" y="306"/>
                      <a:pt x="162" y="297"/>
                      <a:pt x="162" y="280"/>
                    </a:cubicBezTo>
                    <a:cubicBezTo>
                      <a:pt x="162" y="270"/>
                      <a:pt x="156" y="268"/>
                      <a:pt x="154" y="259"/>
                    </a:cubicBezTo>
                    <a:cubicBezTo>
                      <a:pt x="154" y="259"/>
                      <a:pt x="154" y="259"/>
                      <a:pt x="154" y="259"/>
                    </a:cubicBezTo>
                    <a:cubicBezTo>
                      <a:pt x="152" y="258"/>
                      <a:pt x="150" y="255"/>
                      <a:pt x="148" y="254"/>
                    </a:cubicBezTo>
                    <a:cubicBezTo>
                      <a:pt x="147" y="252"/>
                      <a:pt x="141" y="253"/>
                      <a:pt x="140" y="251"/>
                    </a:cubicBezTo>
                    <a:cubicBezTo>
                      <a:pt x="137" y="249"/>
                      <a:pt x="138" y="242"/>
                      <a:pt x="137" y="239"/>
                    </a:cubicBezTo>
                    <a:cubicBezTo>
                      <a:pt x="136" y="235"/>
                      <a:pt x="132" y="231"/>
                      <a:pt x="131" y="229"/>
                    </a:cubicBezTo>
                    <a:cubicBezTo>
                      <a:pt x="125" y="221"/>
                      <a:pt x="121" y="214"/>
                      <a:pt x="116" y="207"/>
                    </a:cubicBezTo>
                    <a:cubicBezTo>
                      <a:pt x="115" y="205"/>
                      <a:pt x="109" y="198"/>
                      <a:pt x="109" y="196"/>
                    </a:cubicBezTo>
                    <a:cubicBezTo>
                      <a:pt x="109" y="192"/>
                      <a:pt x="112" y="182"/>
                      <a:pt x="112" y="175"/>
                    </a:cubicBezTo>
                    <a:lnTo>
                      <a:pt x="112" y="17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29" name="Freeform 102">
                <a:extLst>
                  <a:ext uri="{FF2B5EF4-FFF2-40B4-BE49-F238E27FC236}">
                    <a16:creationId xmlns:a16="http://schemas.microsoft.com/office/drawing/2014/main" id="{6D768063-0756-4553-BAAF-36F769E3FDEE}"/>
                  </a:ext>
                </a:extLst>
              </p:cNvPr>
              <p:cNvSpPr/>
              <p:nvPr/>
            </p:nvSpPr>
            <p:spPr bwMode="auto">
              <a:xfrm>
                <a:off x="5713413" y="2714625"/>
                <a:ext cx="33338" cy="63500"/>
              </a:xfrm>
              <a:custGeom>
                <a:avLst/>
                <a:gdLst/>
                <a:ahLst/>
                <a:cxnLst>
                  <a:cxn ang="0">
                    <a:pos x="25" y="30"/>
                  </a:cxn>
                  <a:cxn ang="0">
                    <a:pos x="11" y="48"/>
                  </a:cxn>
                  <a:cxn ang="0">
                    <a:pos x="0" y="35"/>
                  </a:cxn>
                  <a:cxn ang="0">
                    <a:pos x="6" y="0"/>
                  </a:cxn>
                  <a:cxn ang="0">
                    <a:pos x="25" y="30"/>
                  </a:cxn>
                </a:cxnLst>
                <a:rect l="0" t="0" r="r" b="b"/>
                <a:pathLst>
                  <a:path w="25" h="48">
                    <a:moveTo>
                      <a:pt x="25" y="30"/>
                    </a:moveTo>
                    <a:cubicBezTo>
                      <a:pt x="25" y="37"/>
                      <a:pt x="20" y="48"/>
                      <a:pt x="11" y="48"/>
                    </a:cubicBezTo>
                    <a:cubicBezTo>
                      <a:pt x="5" y="48"/>
                      <a:pt x="0" y="41"/>
                      <a:pt x="0" y="35"/>
                    </a:cubicBezTo>
                    <a:cubicBezTo>
                      <a:pt x="0" y="22"/>
                      <a:pt x="6" y="13"/>
                      <a:pt x="6" y="0"/>
                    </a:cubicBezTo>
                    <a:cubicBezTo>
                      <a:pt x="13" y="10"/>
                      <a:pt x="25" y="15"/>
                      <a:pt x="25" y="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0" name="Freeform 103">
                <a:extLst>
                  <a:ext uri="{FF2B5EF4-FFF2-40B4-BE49-F238E27FC236}">
                    <a16:creationId xmlns:a16="http://schemas.microsoft.com/office/drawing/2014/main" id="{3F80AA16-D929-4830-85C0-93A212287940}"/>
                  </a:ext>
                </a:extLst>
              </p:cNvPr>
              <p:cNvSpPr/>
              <p:nvPr/>
            </p:nvSpPr>
            <p:spPr bwMode="auto">
              <a:xfrm>
                <a:off x="5397500" y="2195513"/>
                <a:ext cx="677863" cy="544513"/>
              </a:xfrm>
              <a:custGeom>
                <a:avLst/>
                <a:gdLst/>
                <a:ahLst/>
                <a:cxnLst>
                  <a:cxn ang="0">
                    <a:pos x="148" y="270"/>
                  </a:cxn>
                  <a:cxn ang="0">
                    <a:pos x="174" y="340"/>
                  </a:cxn>
                  <a:cxn ang="0">
                    <a:pos x="200" y="401"/>
                  </a:cxn>
                  <a:cxn ang="0">
                    <a:pos x="216" y="401"/>
                  </a:cxn>
                  <a:cxn ang="0">
                    <a:pos x="237" y="379"/>
                  </a:cxn>
                  <a:cxn ang="0">
                    <a:pos x="243" y="341"/>
                  </a:cxn>
                  <a:cxn ang="0">
                    <a:pos x="268" y="298"/>
                  </a:cxn>
                  <a:cxn ang="0">
                    <a:pos x="326" y="240"/>
                  </a:cxn>
                  <a:cxn ang="0">
                    <a:pos x="374" y="218"/>
                  </a:cxn>
                  <a:cxn ang="0">
                    <a:pos x="409" y="259"/>
                  </a:cxn>
                  <a:cxn ang="0">
                    <a:pos x="423" y="302"/>
                  </a:cxn>
                  <a:cxn ang="0">
                    <a:pos x="457" y="300"/>
                  </a:cxn>
                  <a:cxn ang="0">
                    <a:pos x="476" y="367"/>
                  </a:cxn>
                  <a:cxn ang="0">
                    <a:pos x="489" y="358"/>
                  </a:cxn>
                  <a:cxn ang="0">
                    <a:pos x="472" y="316"/>
                  </a:cxn>
                  <a:cxn ang="0">
                    <a:pos x="473" y="288"/>
                  </a:cxn>
                  <a:cxn ang="0">
                    <a:pos x="483" y="254"/>
                  </a:cxn>
                  <a:cxn ang="0">
                    <a:pos x="487" y="213"/>
                  </a:cxn>
                  <a:cxn ang="0">
                    <a:pos x="467" y="197"/>
                  </a:cxn>
                  <a:cxn ang="0">
                    <a:pos x="445" y="125"/>
                  </a:cxn>
                  <a:cxn ang="0">
                    <a:pos x="423" y="130"/>
                  </a:cxn>
                  <a:cxn ang="0">
                    <a:pos x="373" y="144"/>
                  </a:cxn>
                  <a:cxn ang="0">
                    <a:pos x="341" y="147"/>
                  </a:cxn>
                  <a:cxn ang="0">
                    <a:pos x="295" y="136"/>
                  </a:cxn>
                  <a:cxn ang="0">
                    <a:pos x="254" y="116"/>
                  </a:cxn>
                  <a:cxn ang="0">
                    <a:pos x="226" y="89"/>
                  </a:cxn>
                  <a:cxn ang="0">
                    <a:pos x="229" y="69"/>
                  </a:cxn>
                  <a:cxn ang="0">
                    <a:pos x="213" y="43"/>
                  </a:cxn>
                  <a:cxn ang="0">
                    <a:pos x="178" y="16"/>
                  </a:cxn>
                  <a:cxn ang="0">
                    <a:pos x="131" y="0"/>
                  </a:cxn>
                  <a:cxn ang="0">
                    <a:pos x="94" y="21"/>
                  </a:cxn>
                  <a:cxn ang="0">
                    <a:pos x="65" y="13"/>
                  </a:cxn>
                  <a:cxn ang="0">
                    <a:pos x="23" y="46"/>
                  </a:cxn>
                  <a:cxn ang="0">
                    <a:pos x="0" y="64"/>
                  </a:cxn>
                  <a:cxn ang="0">
                    <a:pos x="1" y="87"/>
                  </a:cxn>
                  <a:cxn ang="0">
                    <a:pos x="4" y="120"/>
                  </a:cxn>
                  <a:cxn ang="0">
                    <a:pos x="13" y="181"/>
                  </a:cxn>
                  <a:cxn ang="0">
                    <a:pos x="34" y="185"/>
                  </a:cxn>
                  <a:cxn ang="0">
                    <a:pos x="70" y="185"/>
                  </a:cxn>
                  <a:cxn ang="0">
                    <a:pos x="118" y="219"/>
                  </a:cxn>
                  <a:cxn ang="0">
                    <a:pos x="127" y="248"/>
                  </a:cxn>
                  <a:cxn ang="0">
                    <a:pos x="145" y="233"/>
                  </a:cxn>
                  <a:cxn ang="0">
                    <a:pos x="149" y="265"/>
                  </a:cxn>
                </a:cxnLst>
                <a:rect l="0" t="0" r="r" b="b"/>
                <a:pathLst>
                  <a:path w="509" h="410">
                    <a:moveTo>
                      <a:pt x="149" y="265"/>
                    </a:moveTo>
                    <a:cubicBezTo>
                      <a:pt x="147" y="263"/>
                      <a:pt x="147" y="263"/>
                      <a:pt x="147" y="263"/>
                    </a:cubicBezTo>
                    <a:cubicBezTo>
                      <a:pt x="147" y="265"/>
                      <a:pt x="148" y="268"/>
                      <a:pt x="148" y="270"/>
                    </a:cubicBezTo>
                    <a:cubicBezTo>
                      <a:pt x="148" y="278"/>
                      <a:pt x="153" y="286"/>
                      <a:pt x="155" y="295"/>
                    </a:cubicBezTo>
                    <a:cubicBezTo>
                      <a:pt x="158" y="305"/>
                      <a:pt x="166" y="319"/>
                      <a:pt x="168" y="326"/>
                    </a:cubicBezTo>
                    <a:cubicBezTo>
                      <a:pt x="170" y="332"/>
                      <a:pt x="170" y="334"/>
                      <a:pt x="174" y="340"/>
                    </a:cubicBezTo>
                    <a:cubicBezTo>
                      <a:pt x="177" y="345"/>
                      <a:pt x="175" y="351"/>
                      <a:pt x="179" y="358"/>
                    </a:cubicBezTo>
                    <a:cubicBezTo>
                      <a:pt x="180" y="362"/>
                      <a:pt x="187" y="366"/>
                      <a:pt x="188" y="372"/>
                    </a:cubicBezTo>
                    <a:cubicBezTo>
                      <a:pt x="191" y="382"/>
                      <a:pt x="196" y="390"/>
                      <a:pt x="200" y="401"/>
                    </a:cubicBezTo>
                    <a:cubicBezTo>
                      <a:pt x="200" y="402"/>
                      <a:pt x="202" y="405"/>
                      <a:pt x="204" y="405"/>
                    </a:cubicBezTo>
                    <a:cubicBezTo>
                      <a:pt x="204" y="409"/>
                      <a:pt x="207" y="410"/>
                      <a:pt x="210" y="410"/>
                    </a:cubicBezTo>
                    <a:cubicBezTo>
                      <a:pt x="214" y="410"/>
                      <a:pt x="214" y="405"/>
                      <a:pt x="216" y="401"/>
                    </a:cubicBezTo>
                    <a:cubicBezTo>
                      <a:pt x="218" y="397"/>
                      <a:pt x="219" y="398"/>
                      <a:pt x="224" y="396"/>
                    </a:cubicBezTo>
                    <a:cubicBezTo>
                      <a:pt x="228" y="394"/>
                      <a:pt x="227" y="382"/>
                      <a:pt x="233" y="381"/>
                    </a:cubicBezTo>
                    <a:cubicBezTo>
                      <a:pt x="234" y="380"/>
                      <a:pt x="237" y="380"/>
                      <a:pt x="237" y="379"/>
                    </a:cubicBezTo>
                    <a:cubicBezTo>
                      <a:pt x="240" y="379"/>
                      <a:pt x="240" y="379"/>
                      <a:pt x="240" y="379"/>
                    </a:cubicBezTo>
                    <a:cubicBezTo>
                      <a:pt x="237" y="367"/>
                      <a:pt x="237" y="367"/>
                      <a:pt x="237" y="367"/>
                    </a:cubicBezTo>
                    <a:cubicBezTo>
                      <a:pt x="237" y="359"/>
                      <a:pt x="243" y="352"/>
                      <a:pt x="243" y="341"/>
                    </a:cubicBezTo>
                    <a:cubicBezTo>
                      <a:pt x="243" y="334"/>
                      <a:pt x="240" y="329"/>
                      <a:pt x="240" y="321"/>
                    </a:cubicBezTo>
                    <a:cubicBezTo>
                      <a:pt x="240" y="312"/>
                      <a:pt x="249" y="311"/>
                      <a:pt x="257" y="308"/>
                    </a:cubicBezTo>
                    <a:cubicBezTo>
                      <a:pt x="260" y="307"/>
                      <a:pt x="265" y="302"/>
                      <a:pt x="268" y="298"/>
                    </a:cubicBezTo>
                    <a:cubicBezTo>
                      <a:pt x="277" y="290"/>
                      <a:pt x="284" y="281"/>
                      <a:pt x="293" y="272"/>
                    </a:cubicBezTo>
                    <a:cubicBezTo>
                      <a:pt x="300" y="265"/>
                      <a:pt x="313" y="263"/>
                      <a:pt x="321" y="255"/>
                    </a:cubicBezTo>
                    <a:cubicBezTo>
                      <a:pt x="325" y="251"/>
                      <a:pt x="325" y="246"/>
                      <a:pt x="326" y="240"/>
                    </a:cubicBezTo>
                    <a:cubicBezTo>
                      <a:pt x="328" y="236"/>
                      <a:pt x="337" y="236"/>
                      <a:pt x="340" y="229"/>
                    </a:cubicBezTo>
                    <a:cubicBezTo>
                      <a:pt x="344" y="231"/>
                      <a:pt x="344" y="233"/>
                      <a:pt x="351" y="233"/>
                    </a:cubicBezTo>
                    <a:cubicBezTo>
                      <a:pt x="362" y="233"/>
                      <a:pt x="374" y="231"/>
                      <a:pt x="374" y="218"/>
                    </a:cubicBezTo>
                    <a:cubicBezTo>
                      <a:pt x="381" y="219"/>
                      <a:pt x="389" y="222"/>
                      <a:pt x="390" y="228"/>
                    </a:cubicBezTo>
                    <a:cubicBezTo>
                      <a:pt x="392" y="233"/>
                      <a:pt x="391" y="240"/>
                      <a:pt x="395" y="245"/>
                    </a:cubicBezTo>
                    <a:cubicBezTo>
                      <a:pt x="398" y="251"/>
                      <a:pt x="403" y="255"/>
                      <a:pt x="409" y="259"/>
                    </a:cubicBezTo>
                    <a:cubicBezTo>
                      <a:pt x="414" y="267"/>
                      <a:pt x="419" y="274"/>
                      <a:pt x="422" y="283"/>
                    </a:cubicBezTo>
                    <a:cubicBezTo>
                      <a:pt x="423" y="285"/>
                      <a:pt x="425" y="286"/>
                      <a:pt x="425" y="289"/>
                    </a:cubicBezTo>
                    <a:cubicBezTo>
                      <a:pt x="425" y="293"/>
                      <a:pt x="423" y="296"/>
                      <a:pt x="423" y="302"/>
                    </a:cubicBezTo>
                    <a:cubicBezTo>
                      <a:pt x="423" y="307"/>
                      <a:pt x="423" y="313"/>
                      <a:pt x="430" y="313"/>
                    </a:cubicBezTo>
                    <a:cubicBezTo>
                      <a:pt x="442" y="313"/>
                      <a:pt x="445" y="300"/>
                      <a:pt x="453" y="293"/>
                    </a:cubicBezTo>
                    <a:cubicBezTo>
                      <a:pt x="455" y="295"/>
                      <a:pt x="454" y="297"/>
                      <a:pt x="457" y="300"/>
                    </a:cubicBezTo>
                    <a:cubicBezTo>
                      <a:pt x="457" y="300"/>
                      <a:pt x="461" y="300"/>
                      <a:pt x="462" y="302"/>
                    </a:cubicBezTo>
                    <a:cubicBezTo>
                      <a:pt x="467" y="308"/>
                      <a:pt x="459" y="322"/>
                      <a:pt x="465" y="322"/>
                    </a:cubicBezTo>
                    <a:cubicBezTo>
                      <a:pt x="465" y="336"/>
                      <a:pt x="476" y="347"/>
                      <a:pt x="476" y="367"/>
                    </a:cubicBezTo>
                    <a:cubicBezTo>
                      <a:pt x="476" y="371"/>
                      <a:pt x="473" y="382"/>
                      <a:pt x="476" y="383"/>
                    </a:cubicBezTo>
                    <a:cubicBezTo>
                      <a:pt x="480" y="376"/>
                      <a:pt x="481" y="371"/>
                      <a:pt x="485" y="363"/>
                    </a:cubicBezTo>
                    <a:cubicBezTo>
                      <a:pt x="486" y="361"/>
                      <a:pt x="489" y="360"/>
                      <a:pt x="489" y="358"/>
                    </a:cubicBezTo>
                    <a:cubicBezTo>
                      <a:pt x="489" y="354"/>
                      <a:pt x="483" y="334"/>
                      <a:pt x="479" y="330"/>
                    </a:cubicBezTo>
                    <a:cubicBezTo>
                      <a:pt x="476" y="327"/>
                      <a:pt x="472" y="325"/>
                      <a:pt x="472" y="320"/>
                    </a:cubicBezTo>
                    <a:cubicBezTo>
                      <a:pt x="472" y="319"/>
                      <a:pt x="472" y="318"/>
                      <a:pt x="472" y="316"/>
                    </a:cubicBezTo>
                    <a:cubicBezTo>
                      <a:pt x="472" y="317"/>
                      <a:pt x="472" y="317"/>
                      <a:pt x="472" y="317"/>
                    </a:cubicBezTo>
                    <a:cubicBezTo>
                      <a:pt x="473" y="316"/>
                      <a:pt x="476" y="311"/>
                      <a:pt x="476" y="307"/>
                    </a:cubicBezTo>
                    <a:cubicBezTo>
                      <a:pt x="476" y="302"/>
                      <a:pt x="476" y="293"/>
                      <a:pt x="473" y="288"/>
                    </a:cubicBezTo>
                    <a:cubicBezTo>
                      <a:pt x="470" y="284"/>
                      <a:pt x="464" y="284"/>
                      <a:pt x="464" y="276"/>
                    </a:cubicBezTo>
                    <a:cubicBezTo>
                      <a:pt x="464" y="268"/>
                      <a:pt x="467" y="262"/>
                      <a:pt x="472" y="258"/>
                    </a:cubicBezTo>
                    <a:cubicBezTo>
                      <a:pt x="474" y="255"/>
                      <a:pt x="479" y="256"/>
                      <a:pt x="483" y="254"/>
                    </a:cubicBezTo>
                    <a:cubicBezTo>
                      <a:pt x="493" y="247"/>
                      <a:pt x="500" y="244"/>
                      <a:pt x="509" y="230"/>
                    </a:cubicBezTo>
                    <a:cubicBezTo>
                      <a:pt x="506" y="230"/>
                      <a:pt x="505" y="231"/>
                      <a:pt x="501" y="231"/>
                    </a:cubicBezTo>
                    <a:cubicBezTo>
                      <a:pt x="493" y="231"/>
                      <a:pt x="487" y="222"/>
                      <a:pt x="487" y="213"/>
                    </a:cubicBezTo>
                    <a:cubicBezTo>
                      <a:pt x="483" y="212"/>
                      <a:pt x="482" y="199"/>
                      <a:pt x="478" y="199"/>
                    </a:cubicBezTo>
                    <a:cubicBezTo>
                      <a:pt x="475" y="199"/>
                      <a:pt x="472" y="202"/>
                      <a:pt x="469" y="202"/>
                    </a:cubicBezTo>
                    <a:cubicBezTo>
                      <a:pt x="468" y="202"/>
                      <a:pt x="467" y="199"/>
                      <a:pt x="467" y="197"/>
                    </a:cubicBezTo>
                    <a:cubicBezTo>
                      <a:pt x="467" y="181"/>
                      <a:pt x="479" y="180"/>
                      <a:pt x="479" y="163"/>
                    </a:cubicBezTo>
                    <a:cubicBezTo>
                      <a:pt x="479" y="154"/>
                      <a:pt x="472" y="151"/>
                      <a:pt x="468" y="144"/>
                    </a:cubicBezTo>
                    <a:cubicBezTo>
                      <a:pt x="457" y="139"/>
                      <a:pt x="448" y="140"/>
                      <a:pt x="445" y="125"/>
                    </a:cubicBezTo>
                    <a:cubicBezTo>
                      <a:pt x="442" y="125"/>
                      <a:pt x="442" y="125"/>
                      <a:pt x="442" y="125"/>
                    </a:cubicBezTo>
                    <a:cubicBezTo>
                      <a:pt x="438" y="129"/>
                      <a:pt x="438" y="129"/>
                      <a:pt x="438" y="129"/>
                    </a:cubicBezTo>
                    <a:cubicBezTo>
                      <a:pt x="433" y="131"/>
                      <a:pt x="427" y="126"/>
                      <a:pt x="423" y="130"/>
                    </a:cubicBezTo>
                    <a:cubicBezTo>
                      <a:pt x="422" y="132"/>
                      <a:pt x="421" y="133"/>
                      <a:pt x="418" y="135"/>
                    </a:cubicBezTo>
                    <a:cubicBezTo>
                      <a:pt x="415" y="137"/>
                      <a:pt x="401" y="149"/>
                      <a:pt x="394" y="149"/>
                    </a:cubicBezTo>
                    <a:cubicBezTo>
                      <a:pt x="387" y="149"/>
                      <a:pt x="382" y="144"/>
                      <a:pt x="373" y="144"/>
                    </a:cubicBezTo>
                    <a:cubicBezTo>
                      <a:pt x="362" y="144"/>
                      <a:pt x="360" y="152"/>
                      <a:pt x="354" y="155"/>
                    </a:cubicBezTo>
                    <a:cubicBezTo>
                      <a:pt x="353" y="152"/>
                      <a:pt x="352" y="145"/>
                      <a:pt x="349" y="145"/>
                    </a:cubicBezTo>
                    <a:cubicBezTo>
                      <a:pt x="347" y="145"/>
                      <a:pt x="345" y="147"/>
                      <a:pt x="341" y="147"/>
                    </a:cubicBezTo>
                    <a:cubicBezTo>
                      <a:pt x="335" y="147"/>
                      <a:pt x="329" y="147"/>
                      <a:pt x="323" y="147"/>
                    </a:cubicBezTo>
                    <a:cubicBezTo>
                      <a:pt x="313" y="147"/>
                      <a:pt x="309" y="141"/>
                      <a:pt x="302" y="136"/>
                    </a:cubicBezTo>
                    <a:cubicBezTo>
                      <a:pt x="300" y="135"/>
                      <a:pt x="296" y="139"/>
                      <a:pt x="295" y="136"/>
                    </a:cubicBezTo>
                    <a:cubicBezTo>
                      <a:pt x="293" y="132"/>
                      <a:pt x="293" y="129"/>
                      <a:pt x="290" y="127"/>
                    </a:cubicBezTo>
                    <a:cubicBezTo>
                      <a:pt x="283" y="124"/>
                      <a:pt x="279" y="126"/>
                      <a:pt x="273" y="120"/>
                    </a:cubicBezTo>
                    <a:cubicBezTo>
                      <a:pt x="268" y="115"/>
                      <a:pt x="263" y="118"/>
                      <a:pt x="254" y="116"/>
                    </a:cubicBezTo>
                    <a:cubicBezTo>
                      <a:pt x="246" y="114"/>
                      <a:pt x="243" y="108"/>
                      <a:pt x="236" y="106"/>
                    </a:cubicBezTo>
                    <a:cubicBezTo>
                      <a:pt x="234" y="105"/>
                      <a:pt x="229" y="106"/>
                      <a:pt x="228" y="103"/>
                    </a:cubicBezTo>
                    <a:cubicBezTo>
                      <a:pt x="227" y="98"/>
                      <a:pt x="227" y="94"/>
                      <a:pt x="226" y="89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1" y="85"/>
                      <a:pt x="236" y="86"/>
                      <a:pt x="236" y="80"/>
                    </a:cubicBezTo>
                    <a:cubicBezTo>
                      <a:pt x="236" y="75"/>
                      <a:pt x="229" y="74"/>
                      <a:pt x="229" y="69"/>
                    </a:cubicBezTo>
                    <a:cubicBezTo>
                      <a:pt x="229" y="57"/>
                      <a:pt x="246" y="59"/>
                      <a:pt x="246" y="47"/>
                    </a:cubicBezTo>
                    <a:cubicBezTo>
                      <a:pt x="246" y="43"/>
                      <a:pt x="236" y="35"/>
                      <a:pt x="232" y="35"/>
                    </a:cubicBezTo>
                    <a:cubicBezTo>
                      <a:pt x="224" y="35"/>
                      <a:pt x="221" y="42"/>
                      <a:pt x="213" y="43"/>
                    </a:cubicBezTo>
                    <a:cubicBezTo>
                      <a:pt x="205" y="40"/>
                      <a:pt x="200" y="40"/>
                      <a:pt x="194" y="34"/>
                    </a:cubicBezTo>
                    <a:cubicBezTo>
                      <a:pt x="191" y="31"/>
                      <a:pt x="193" y="25"/>
                      <a:pt x="188" y="24"/>
                    </a:cubicBezTo>
                    <a:cubicBezTo>
                      <a:pt x="182" y="22"/>
                      <a:pt x="178" y="24"/>
                      <a:pt x="178" y="16"/>
                    </a:cubicBezTo>
                    <a:cubicBezTo>
                      <a:pt x="172" y="15"/>
                      <a:pt x="168" y="15"/>
                      <a:pt x="163" y="15"/>
                    </a:cubicBezTo>
                    <a:cubicBezTo>
                      <a:pt x="154" y="15"/>
                      <a:pt x="150" y="23"/>
                      <a:pt x="140" y="23"/>
                    </a:cubicBezTo>
                    <a:cubicBezTo>
                      <a:pt x="130" y="23"/>
                      <a:pt x="140" y="0"/>
                      <a:pt x="131" y="0"/>
                    </a:cubicBezTo>
                    <a:cubicBezTo>
                      <a:pt x="122" y="0"/>
                      <a:pt x="120" y="10"/>
                      <a:pt x="116" y="10"/>
                    </a:cubicBezTo>
                    <a:cubicBezTo>
                      <a:pt x="115" y="10"/>
                      <a:pt x="114" y="11"/>
                      <a:pt x="113" y="10"/>
                    </a:cubicBezTo>
                    <a:cubicBezTo>
                      <a:pt x="110" y="16"/>
                      <a:pt x="103" y="21"/>
                      <a:pt x="94" y="21"/>
                    </a:cubicBezTo>
                    <a:cubicBezTo>
                      <a:pt x="91" y="21"/>
                      <a:pt x="90" y="16"/>
                      <a:pt x="86" y="16"/>
                    </a:cubicBezTo>
                    <a:cubicBezTo>
                      <a:pt x="83" y="16"/>
                      <a:pt x="73" y="20"/>
                      <a:pt x="72" y="15"/>
                    </a:cubicBezTo>
                    <a:cubicBezTo>
                      <a:pt x="68" y="15"/>
                      <a:pt x="69" y="13"/>
                      <a:pt x="65" y="13"/>
                    </a:cubicBezTo>
                    <a:cubicBezTo>
                      <a:pt x="54" y="13"/>
                      <a:pt x="53" y="24"/>
                      <a:pt x="45" y="32"/>
                    </a:cubicBezTo>
                    <a:cubicBezTo>
                      <a:pt x="42" y="35"/>
                      <a:pt x="37" y="35"/>
                      <a:pt x="33" y="39"/>
                    </a:cubicBezTo>
                    <a:cubicBezTo>
                      <a:pt x="30" y="42"/>
                      <a:pt x="28" y="46"/>
                      <a:pt x="23" y="46"/>
                    </a:cubicBezTo>
                    <a:cubicBezTo>
                      <a:pt x="19" y="46"/>
                      <a:pt x="16" y="42"/>
                      <a:pt x="12" y="42"/>
                    </a:cubicBezTo>
                    <a:cubicBezTo>
                      <a:pt x="11" y="42"/>
                      <a:pt x="11" y="45"/>
                      <a:pt x="10" y="45"/>
                    </a:cubicBezTo>
                    <a:cubicBezTo>
                      <a:pt x="7" y="47"/>
                      <a:pt x="0" y="63"/>
                      <a:pt x="0" y="64"/>
                    </a:cubicBezTo>
                    <a:cubicBezTo>
                      <a:pt x="0" y="65"/>
                      <a:pt x="1" y="67"/>
                      <a:pt x="0" y="68"/>
                    </a:cubicBezTo>
                    <a:cubicBezTo>
                      <a:pt x="1" y="70"/>
                      <a:pt x="0" y="71"/>
                      <a:pt x="1" y="73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3" y="91"/>
                      <a:pt x="2" y="94"/>
                      <a:pt x="4" y="98"/>
                    </a:cubicBezTo>
                    <a:cubicBezTo>
                      <a:pt x="5" y="102"/>
                      <a:pt x="14" y="98"/>
                      <a:pt x="14" y="105"/>
                    </a:cubicBezTo>
                    <a:cubicBezTo>
                      <a:pt x="14" y="114"/>
                      <a:pt x="4" y="113"/>
                      <a:pt x="4" y="120"/>
                    </a:cubicBezTo>
                    <a:cubicBezTo>
                      <a:pt x="4" y="126"/>
                      <a:pt x="8" y="126"/>
                      <a:pt x="10" y="128"/>
                    </a:cubicBezTo>
                    <a:cubicBezTo>
                      <a:pt x="17" y="143"/>
                      <a:pt x="32" y="145"/>
                      <a:pt x="32" y="164"/>
                    </a:cubicBezTo>
                    <a:cubicBezTo>
                      <a:pt x="21" y="167"/>
                      <a:pt x="13" y="169"/>
                      <a:pt x="13" y="181"/>
                    </a:cubicBezTo>
                    <a:cubicBezTo>
                      <a:pt x="13" y="184"/>
                      <a:pt x="15" y="187"/>
                      <a:pt x="15" y="189"/>
                    </a:cubicBezTo>
                    <a:cubicBezTo>
                      <a:pt x="30" y="188"/>
                      <a:pt x="30" y="188"/>
                      <a:pt x="30" y="188"/>
                    </a:cubicBezTo>
                    <a:cubicBezTo>
                      <a:pt x="31" y="187"/>
                      <a:pt x="33" y="186"/>
                      <a:pt x="34" y="185"/>
                    </a:cubicBezTo>
                    <a:cubicBezTo>
                      <a:pt x="46" y="188"/>
                      <a:pt x="46" y="188"/>
                      <a:pt x="46" y="188"/>
                    </a:cubicBezTo>
                    <a:cubicBezTo>
                      <a:pt x="50" y="188"/>
                      <a:pt x="52" y="184"/>
                      <a:pt x="57" y="184"/>
                    </a:cubicBezTo>
                    <a:cubicBezTo>
                      <a:pt x="62" y="184"/>
                      <a:pt x="65" y="184"/>
                      <a:pt x="70" y="185"/>
                    </a:cubicBezTo>
                    <a:cubicBezTo>
                      <a:pt x="75" y="187"/>
                      <a:pt x="78" y="197"/>
                      <a:pt x="82" y="203"/>
                    </a:cubicBezTo>
                    <a:cubicBezTo>
                      <a:pt x="86" y="209"/>
                      <a:pt x="99" y="218"/>
                      <a:pt x="108" y="218"/>
                    </a:cubicBezTo>
                    <a:cubicBezTo>
                      <a:pt x="111" y="218"/>
                      <a:pt x="114" y="218"/>
                      <a:pt x="118" y="219"/>
                    </a:cubicBezTo>
                    <a:cubicBezTo>
                      <a:pt x="116" y="221"/>
                      <a:pt x="116" y="225"/>
                      <a:pt x="112" y="225"/>
                    </a:cubicBezTo>
                    <a:cubicBezTo>
                      <a:pt x="108" y="227"/>
                      <a:pt x="105" y="225"/>
                      <a:pt x="101" y="227"/>
                    </a:cubicBezTo>
                    <a:cubicBezTo>
                      <a:pt x="108" y="234"/>
                      <a:pt x="113" y="248"/>
                      <a:pt x="127" y="248"/>
                    </a:cubicBezTo>
                    <a:cubicBezTo>
                      <a:pt x="138" y="248"/>
                      <a:pt x="139" y="233"/>
                      <a:pt x="144" y="227"/>
                    </a:cubicBezTo>
                    <a:cubicBezTo>
                      <a:pt x="148" y="227"/>
                      <a:pt x="148" y="227"/>
                      <a:pt x="148" y="227"/>
                    </a:cubicBezTo>
                    <a:cubicBezTo>
                      <a:pt x="148" y="229"/>
                      <a:pt x="145" y="232"/>
                      <a:pt x="145" y="233"/>
                    </a:cubicBezTo>
                    <a:cubicBezTo>
                      <a:pt x="145" y="239"/>
                      <a:pt x="150" y="244"/>
                      <a:pt x="150" y="251"/>
                    </a:cubicBezTo>
                    <a:cubicBezTo>
                      <a:pt x="150" y="257"/>
                      <a:pt x="147" y="258"/>
                      <a:pt x="147" y="264"/>
                    </a:cubicBezTo>
                    <a:lnTo>
                      <a:pt x="149" y="265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1" name="Freeform 104">
                <a:extLst>
                  <a:ext uri="{FF2B5EF4-FFF2-40B4-BE49-F238E27FC236}">
                    <a16:creationId xmlns:a16="http://schemas.microsoft.com/office/drawing/2014/main" id="{EEC7A417-AC1D-4510-BEC5-5A9A30580E48}"/>
                  </a:ext>
                </a:extLst>
              </p:cNvPr>
              <p:cNvSpPr/>
              <p:nvPr/>
            </p:nvSpPr>
            <p:spPr bwMode="auto">
              <a:xfrm>
                <a:off x="5975350" y="2781300"/>
                <a:ext cx="177800" cy="192088"/>
              </a:xfrm>
              <a:custGeom>
                <a:avLst/>
                <a:gdLst/>
                <a:ahLst/>
                <a:cxnLst>
                  <a:cxn ang="0">
                    <a:pos x="59" y="74"/>
                  </a:cxn>
                  <a:cxn ang="0">
                    <a:pos x="58" y="70"/>
                  </a:cxn>
                  <a:cxn ang="0">
                    <a:pos x="51" y="68"/>
                  </a:cxn>
                  <a:cxn ang="0">
                    <a:pos x="45" y="53"/>
                  </a:cxn>
                  <a:cxn ang="0">
                    <a:pos x="28" y="38"/>
                  </a:cxn>
                  <a:cxn ang="0">
                    <a:pos x="22" y="25"/>
                  </a:cxn>
                  <a:cxn ang="0">
                    <a:pos x="11" y="21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1" y="4"/>
                  </a:cxn>
                  <a:cxn ang="0">
                    <a:pos x="26" y="4"/>
                  </a:cxn>
                  <a:cxn ang="0">
                    <a:pos x="42" y="20"/>
                  </a:cxn>
                  <a:cxn ang="0">
                    <a:pos x="47" y="23"/>
                  </a:cxn>
                  <a:cxn ang="0">
                    <a:pos x="61" y="35"/>
                  </a:cxn>
                  <a:cxn ang="0">
                    <a:pos x="86" y="53"/>
                  </a:cxn>
                  <a:cxn ang="0">
                    <a:pos x="101" y="64"/>
                  </a:cxn>
                  <a:cxn ang="0">
                    <a:pos x="100" y="66"/>
                  </a:cxn>
                  <a:cxn ang="0">
                    <a:pos x="103" y="66"/>
                  </a:cxn>
                  <a:cxn ang="0">
                    <a:pos x="107" y="70"/>
                  </a:cxn>
                  <a:cxn ang="0">
                    <a:pos x="105" y="74"/>
                  </a:cxn>
                  <a:cxn ang="0">
                    <a:pos x="114" y="81"/>
                  </a:cxn>
                  <a:cxn ang="0">
                    <a:pos x="124" y="98"/>
                  </a:cxn>
                  <a:cxn ang="0">
                    <a:pos x="133" y="106"/>
                  </a:cxn>
                  <a:cxn ang="0">
                    <a:pos x="133" y="125"/>
                  </a:cxn>
                  <a:cxn ang="0">
                    <a:pos x="131" y="138"/>
                  </a:cxn>
                  <a:cxn ang="0">
                    <a:pos x="119" y="144"/>
                  </a:cxn>
                  <a:cxn ang="0">
                    <a:pos x="108" y="132"/>
                  </a:cxn>
                  <a:cxn ang="0">
                    <a:pos x="84" y="112"/>
                  </a:cxn>
                  <a:cxn ang="0">
                    <a:pos x="67" y="85"/>
                  </a:cxn>
                  <a:cxn ang="0">
                    <a:pos x="59" y="74"/>
                  </a:cxn>
                </a:cxnLst>
                <a:rect l="0" t="0" r="r" b="b"/>
                <a:pathLst>
                  <a:path w="133" h="144">
                    <a:moveTo>
                      <a:pt x="59" y="74"/>
                    </a:moveTo>
                    <a:cubicBezTo>
                      <a:pt x="58" y="74"/>
                      <a:pt x="59" y="72"/>
                      <a:pt x="58" y="70"/>
                    </a:cubicBezTo>
                    <a:cubicBezTo>
                      <a:pt x="57" y="69"/>
                      <a:pt x="52" y="69"/>
                      <a:pt x="51" y="68"/>
                    </a:cubicBezTo>
                    <a:cubicBezTo>
                      <a:pt x="49" y="67"/>
                      <a:pt x="45" y="56"/>
                      <a:pt x="45" y="53"/>
                    </a:cubicBezTo>
                    <a:cubicBezTo>
                      <a:pt x="41" y="43"/>
                      <a:pt x="31" y="44"/>
                      <a:pt x="28" y="38"/>
                    </a:cubicBezTo>
                    <a:cubicBezTo>
                      <a:pt x="26" y="33"/>
                      <a:pt x="24" y="30"/>
                      <a:pt x="22" y="25"/>
                    </a:cubicBezTo>
                    <a:cubicBezTo>
                      <a:pt x="20" y="21"/>
                      <a:pt x="15" y="22"/>
                      <a:pt x="11" y="21"/>
                    </a:cubicBezTo>
                    <a:cubicBezTo>
                      <a:pt x="8" y="20"/>
                      <a:pt x="1" y="8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" y="0"/>
                      <a:pt x="8" y="2"/>
                      <a:pt x="11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35" y="7"/>
                      <a:pt x="38" y="13"/>
                      <a:pt x="42" y="20"/>
                    </a:cubicBezTo>
                    <a:cubicBezTo>
                      <a:pt x="43" y="23"/>
                      <a:pt x="45" y="22"/>
                      <a:pt x="47" y="23"/>
                    </a:cubicBezTo>
                    <a:cubicBezTo>
                      <a:pt x="53" y="25"/>
                      <a:pt x="56" y="30"/>
                      <a:pt x="61" y="35"/>
                    </a:cubicBezTo>
                    <a:cubicBezTo>
                      <a:pt x="69" y="43"/>
                      <a:pt x="74" y="49"/>
                      <a:pt x="86" y="53"/>
                    </a:cubicBezTo>
                    <a:cubicBezTo>
                      <a:pt x="93" y="55"/>
                      <a:pt x="101" y="57"/>
                      <a:pt x="101" y="64"/>
                    </a:cubicBezTo>
                    <a:cubicBezTo>
                      <a:pt x="101" y="64"/>
                      <a:pt x="100" y="65"/>
                      <a:pt x="100" y="66"/>
                    </a:cubicBezTo>
                    <a:cubicBezTo>
                      <a:pt x="101" y="66"/>
                      <a:pt x="102" y="66"/>
                      <a:pt x="103" y="66"/>
                    </a:cubicBezTo>
                    <a:cubicBezTo>
                      <a:pt x="105" y="66"/>
                      <a:pt x="106" y="68"/>
                      <a:pt x="107" y="70"/>
                    </a:cubicBezTo>
                    <a:cubicBezTo>
                      <a:pt x="105" y="74"/>
                      <a:pt x="105" y="74"/>
                      <a:pt x="105" y="74"/>
                    </a:cubicBezTo>
                    <a:cubicBezTo>
                      <a:pt x="105" y="80"/>
                      <a:pt x="109" y="81"/>
                      <a:pt x="114" y="81"/>
                    </a:cubicBezTo>
                    <a:cubicBezTo>
                      <a:pt x="114" y="91"/>
                      <a:pt x="119" y="93"/>
                      <a:pt x="124" y="98"/>
                    </a:cubicBezTo>
                    <a:cubicBezTo>
                      <a:pt x="127" y="101"/>
                      <a:pt x="133" y="102"/>
                      <a:pt x="133" y="106"/>
                    </a:cubicBezTo>
                    <a:cubicBezTo>
                      <a:pt x="133" y="112"/>
                      <a:pt x="133" y="116"/>
                      <a:pt x="133" y="125"/>
                    </a:cubicBezTo>
                    <a:cubicBezTo>
                      <a:pt x="128" y="127"/>
                      <a:pt x="131" y="133"/>
                      <a:pt x="131" y="138"/>
                    </a:cubicBezTo>
                    <a:cubicBezTo>
                      <a:pt x="131" y="143"/>
                      <a:pt x="122" y="144"/>
                      <a:pt x="119" y="144"/>
                    </a:cubicBezTo>
                    <a:cubicBezTo>
                      <a:pt x="116" y="144"/>
                      <a:pt x="109" y="132"/>
                      <a:pt x="108" y="132"/>
                    </a:cubicBezTo>
                    <a:cubicBezTo>
                      <a:pt x="100" y="124"/>
                      <a:pt x="92" y="120"/>
                      <a:pt x="84" y="112"/>
                    </a:cubicBezTo>
                    <a:cubicBezTo>
                      <a:pt x="75" y="103"/>
                      <a:pt x="71" y="95"/>
                      <a:pt x="67" y="85"/>
                    </a:cubicBezTo>
                    <a:cubicBezTo>
                      <a:pt x="66" y="83"/>
                      <a:pt x="60" y="74"/>
                      <a:pt x="59" y="7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2" name="Freeform 105">
                <a:extLst>
                  <a:ext uri="{FF2B5EF4-FFF2-40B4-BE49-F238E27FC236}">
                    <a16:creationId xmlns:a16="http://schemas.microsoft.com/office/drawing/2014/main" id="{BFE6E1B5-63C5-475D-972C-33CFE2942E83}"/>
                  </a:ext>
                </a:extLst>
              </p:cNvPr>
              <p:cNvSpPr/>
              <p:nvPr/>
            </p:nvSpPr>
            <p:spPr bwMode="auto">
              <a:xfrm>
                <a:off x="6203950" y="2757488"/>
                <a:ext cx="169863" cy="188913"/>
              </a:xfrm>
              <a:custGeom>
                <a:avLst/>
                <a:gdLst/>
                <a:ahLst/>
                <a:cxnLst>
                  <a:cxn ang="0">
                    <a:pos x="37" y="130"/>
                  </a:cxn>
                  <a:cxn ang="0">
                    <a:pos x="36" y="124"/>
                  </a:cxn>
                  <a:cxn ang="0">
                    <a:pos x="27" y="126"/>
                  </a:cxn>
                  <a:cxn ang="0">
                    <a:pos x="11" y="102"/>
                  </a:cxn>
                  <a:cxn ang="0">
                    <a:pos x="12" y="99"/>
                  </a:cxn>
                  <a:cxn ang="0">
                    <a:pos x="6" y="97"/>
                  </a:cxn>
                  <a:cxn ang="0">
                    <a:pos x="0" y="78"/>
                  </a:cxn>
                  <a:cxn ang="0">
                    <a:pos x="15" y="74"/>
                  </a:cxn>
                  <a:cxn ang="0">
                    <a:pos x="33" y="54"/>
                  </a:cxn>
                  <a:cxn ang="0">
                    <a:pos x="45" y="50"/>
                  </a:cxn>
                  <a:cxn ang="0">
                    <a:pos x="56" y="41"/>
                  </a:cxn>
                  <a:cxn ang="0">
                    <a:pos x="59" y="35"/>
                  </a:cxn>
                  <a:cxn ang="0">
                    <a:pos x="63" y="32"/>
                  </a:cxn>
                  <a:cxn ang="0">
                    <a:pos x="66" y="29"/>
                  </a:cxn>
                  <a:cxn ang="0">
                    <a:pos x="82" y="23"/>
                  </a:cxn>
                  <a:cxn ang="0">
                    <a:pos x="102" y="0"/>
                  </a:cxn>
                  <a:cxn ang="0">
                    <a:pos x="109" y="11"/>
                  </a:cxn>
                  <a:cxn ang="0">
                    <a:pos x="127" y="23"/>
                  </a:cxn>
                  <a:cxn ang="0">
                    <a:pos x="117" y="29"/>
                  </a:cxn>
                  <a:cxn ang="0">
                    <a:pos x="119" y="31"/>
                  </a:cxn>
                  <a:cxn ang="0">
                    <a:pos x="106" y="37"/>
                  </a:cxn>
                  <a:cxn ang="0">
                    <a:pos x="108" y="41"/>
                  </a:cxn>
                  <a:cxn ang="0">
                    <a:pos x="105" y="44"/>
                  </a:cxn>
                  <a:cxn ang="0">
                    <a:pos x="125" y="73"/>
                  </a:cxn>
                  <a:cxn ang="0">
                    <a:pos x="115" y="77"/>
                  </a:cxn>
                  <a:cxn ang="0">
                    <a:pos x="111" y="78"/>
                  </a:cxn>
                  <a:cxn ang="0">
                    <a:pos x="109" y="83"/>
                  </a:cxn>
                  <a:cxn ang="0">
                    <a:pos x="103" y="102"/>
                  </a:cxn>
                  <a:cxn ang="0">
                    <a:pos x="93" y="113"/>
                  </a:cxn>
                  <a:cxn ang="0">
                    <a:pos x="95" y="119"/>
                  </a:cxn>
                  <a:cxn ang="0">
                    <a:pos x="90" y="134"/>
                  </a:cxn>
                  <a:cxn ang="0">
                    <a:pos x="76" y="141"/>
                  </a:cxn>
                  <a:cxn ang="0">
                    <a:pos x="71" y="135"/>
                  </a:cxn>
                  <a:cxn ang="0">
                    <a:pos x="51" y="128"/>
                  </a:cxn>
                  <a:cxn ang="0">
                    <a:pos x="40" y="132"/>
                  </a:cxn>
                  <a:cxn ang="0">
                    <a:pos x="37" y="130"/>
                  </a:cxn>
                </a:cxnLst>
                <a:rect l="0" t="0" r="r" b="b"/>
                <a:pathLst>
                  <a:path w="127" h="141">
                    <a:moveTo>
                      <a:pt x="37" y="130"/>
                    </a:moveTo>
                    <a:cubicBezTo>
                      <a:pt x="36" y="130"/>
                      <a:pt x="36" y="125"/>
                      <a:pt x="36" y="124"/>
                    </a:cubicBezTo>
                    <a:cubicBezTo>
                      <a:pt x="32" y="123"/>
                      <a:pt x="30" y="126"/>
                      <a:pt x="27" y="126"/>
                    </a:cubicBezTo>
                    <a:cubicBezTo>
                      <a:pt x="10" y="126"/>
                      <a:pt x="17" y="110"/>
                      <a:pt x="11" y="102"/>
                    </a:cubicBezTo>
                    <a:cubicBezTo>
                      <a:pt x="11" y="101"/>
                      <a:pt x="12" y="100"/>
                      <a:pt x="12" y="99"/>
                    </a:cubicBezTo>
                    <a:cubicBezTo>
                      <a:pt x="11" y="97"/>
                      <a:pt x="8" y="97"/>
                      <a:pt x="6" y="97"/>
                    </a:cubicBezTo>
                    <a:cubicBezTo>
                      <a:pt x="4" y="96"/>
                      <a:pt x="0" y="80"/>
                      <a:pt x="0" y="78"/>
                    </a:cubicBezTo>
                    <a:cubicBezTo>
                      <a:pt x="0" y="71"/>
                      <a:pt x="9" y="74"/>
                      <a:pt x="15" y="74"/>
                    </a:cubicBezTo>
                    <a:cubicBezTo>
                      <a:pt x="29" y="74"/>
                      <a:pt x="27" y="60"/>
                      <a:pt x="33" y="54"/>
                    </a:cubicBezTo>
                    <a:cubicBezTo>
                      <a:pt x="36" y="51"/>
                      <a:pt x="41" y="51"/>
                      <a:pt x="45" y="50"/>
                    </a:cubicBezTo>
                    <a:cubicBezTo>
                      <a:pt x="52" y="49"/>
                      <a:pt x="52" y="44"/>
                      <a:pt x="56" y="41"/>
                    </a:cubicBezTo>
                    <a:cubicBezTo>
                      <a:pt x="54" y="39"/>
                      <a:pt x="59" y="35"/>
                      <a:pt x="59" y="35"/>
                    </a:cubicBezTo>
                    <a:cubicBezTo>
                      <a:pt x="61" y="34"/>
                      <a:pt x="61" y="33"/>
                      <a:pt x="63" y="32"/>
                    </a:cubicBezTo>
                    <a:cubicBezTo>
                      <a:pt x="64" y="32"/>
                      <a:pt x="65" y="30"/>
                      <a:pt x="66" y="29"/>
                    </a:cubicBezTo>
                    <a:cubicBezTo>
                      <a:pt x="70" y="25"/>
                      <a:pt x="80" y="27"/>
                      <a:pt x="82" y="23"/>
                    </a:cubicBezTo>
                    <a:cubicBezTo>
                      <a:pt x="85" y="16"/>
                      <a:pt x="95" y="0"/>
                      <a:pt x="102" y="0"/>
                    </a:cubicBezTo>
                    <a:cubicBezTo>
                      <a:pt x="109" y="0"/>
                      <a:pt x="109" y="4"/>
                      <a:pt x="109" y="11"/>
                    </a:cubicBezTo>
                    <a:cubicBezTo>
                      <a:pt x="109" y="20"/>
                      <a:pt x="127" y="15"/>
                      <a:pt x="127" y="23"/>
                    </a:cubicBezTo>
                    <a:cubicBezTo>
                      <a:pt x="127" y="27"/>
                      <a:pt x="117" y="25"/>
                      <a:pt x="117" y="29"/>
                    </a:cubicBezTo>
                    <a:cubicBezTo>
                      <a:pt x="117" y="30"/>
                      <a:pt x="118" y="31"/>
                      <a:pt x="119" y="31"/>
                    </a:cubicBezTo>
                    <a:cubicBezTo>
                      <a:pt x="118" y="32"/>
                      <a:pt x="106" y="37"/>
                      <a:pt x="106" y="37"/>
                    </a:cubicBezTo>
                    <a:cubicBezTo>
                      <a:pt x="107" y="38"/>
                      <a:pt x="108" y="40"/>
                      <a:pt x="108" y="41"/>
                    </a:cubicBezTo>
                    <a:cubicBezTo>
                      <a:pt x="107" y="42"/>
                      <a:pt x="105" y="43"/>
                      <a:pt x="105" y="44"/>
                    </a:cubicBezTo>
                    <a:cubicBezTo>
                      <a:pt x="105" y="51"/>
                      <a:pt x="117" y="73"/>
                      <a:pt x="125" y="73"/>
                    </a:cubicBezTo>
                    <a:cubicBezTo>
                      <a:pt x="124" y="79"/>
                      <a:pt x="120" y="77"/>
                      <a:pt x="115" y="77"/>
                    </a:cubicBezTo>
                    <a:cubicBezTo>
                      <a:pt x="114" y="77"/>
                      <a:pt x="112" y="78"/>
                      <a:pt x="111" y="78"/>
                    </a:cubicBezTo>
                    <a:cubicBezTo>
                      <a:pt x="109" y="83"/>
                      <a:pt x="109" y="83"/>
                      <a:pt x="109" y="83"/>
                    </a:cubicBezTo>
                    <a:cubicBezTo>
                      <a:pt x="106" y="92"/>
                      <a:pt x="103" y="95"/>
                      <a:pt x="103" y="102"/>
                    </a:cubicBezTo>
                    <a:cubicBezTo>
                      <a:pt x="98" y="103"/>
                      <a:pt x="93" y="110"/>
                      <a:pt x="93" y="113"/>
                    </a:cubicBezTo>
                    <a:cubicBezTo>
                      <a:pt x="93" y="116"/>
                      <a:pt x="95" y="117"/>
                      <a:pt x="95" y="119"/>
                    </a:cubicBezTo>
                    <a:cubicBezTo>
                      <a:pt x="95" y="122"/>
                      <a:pt x="90" y="129"/>
                      <a:pt x="90" y="134"/>
                    </a:cubicBezTo>
                    <a:cubicBezTo>
                      <a:pt x="83" y="135"/>
                      <a:pt x="82" y="141"/>
                      <a:pt x="76" y="141"/>
                    </a:cubicBezTo>
                    <a:cubicBezTo>
                      <a:pt x="72" y="141"/>
                      <a:pt x="71" y="137"/>
                      <a:pt x="71" y="135"/>
                    </a:cubicBezTo>
                    <a:cubicBezTo>
                      <a:pt x="64" y="133"/>
                      <a:pt x="59" y="128"/>
                      <a:pt x="51" y="128"/>
                    </a:cubicBezTo>
                    <a:cubicBezTo>
                      <a:pt x="48" y="128"/>
                      <a:pt x="45" y="132"/>
                      <a:pt x="40" y="132"/>
                    </a:cubicBezTo>
                    <a:cubicBezTo>
                      <a:pt x="39" y="132"/>
                      <a:pt x="38" y="130"/>
                      <a:pt x="37" y="1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3" name="Freeform 106">
                <a:extLst>
                  <a:ext uri="{FF2B5EF4-FFF2-40B4-BE49-F238E27FC236}">
                    <a16:creationId xmlns:a16="http://schemas.microsoft.com/office/drawing/2014/main" id="{74E9CFCA-CCD7-4092-9B93-4B32D1BF628B}"/>
                  </a:ext>
                </a:extLst>
              </p:cNvPr>
              <p:cNvSpPr/>
              <p:nvPr/>
            </p:nvSpPr>
            <p:spPr bwMode="auto">
              <a:xfrm>
                <a:off x="6367463" y="2847975"/>
                <a:ext cx="106363" cy="123825"/>
              </a:xfrm>
              <a:custGeom>
                <a:avLst/>
                <a:gdLst/>
                <a:ahLst/>
                <a:cxnLst>
                  <a:cxn ang="0">
                    <a:pos x="31" y="34"/>
                  </a:cxn>
                  <a:cxn ang="0">
                    <a:pos x="27" y="38"/>
                  </a:cxn>
                  <a:cxn ang="0">
                    <a:pos x="17" y="24"/>
                  </a:cxn>
                  <a:cxn ang="0">
                    <a:pos x="32" y="16"/>
                  </a:cxn>
                  <a:cxn ang="0">
                    <a:pos x="49" y="15"/>
                  </a:cxn>
                  <a:cxn ang="0">
                    <a:pos x="64" y="18"/>
                  </a:cxn>
                  <a:cxn ang="0">
                    <a:pos x="77" y="4"/>
                  </a:cxn>
                  <a:cxn ang="0">
                    <a:pos x="79" y="0"/>
                  </a:cxn>
                  <a:cxn ang="0">
                    <a:pos x="77" y="0"/>
                  </a:cxn>
                  <a:cxn ang="0">
                    <a:pos x="63" y="10"/>
                  </a:cxn>
                  <a:cxn ang="0">
                    <a:pos x="59" y="10"/>
                  </a:cxn>
                  <a:cxn ang="0">
                    <a:pos x="28" y="5"/>
                  </a:cxn>
                  <a:cxn ang="0">
                    <a:pos x="12" y="30"/>
                  </a:cxn>
                  <a:cxn ang="0">
                    <a:pos x="8" y="37"/>
                  </a:cxn>
                  <a:cxn ang="0">
                    <a:pos x="0" y="61"/>
                  </a:cxn>
                  <a:cxn ang="0">
                    <a:pos x="8" y="66"/>
                  </a:cxn>
                  <a:cxn ang="0">
                    <a:pos x="8" y="87"/>
                  </a:cxn>
                  <a:cxn ang="0">
                    <a:pos x="16" y="93"/>
                  </a:cxn>
                  <a:cxn ang="0">
                    <a:pos x="22" y="76"/>
                  </a:cxn>
                  <a:cxn ang="0">
                    <a:pos x="18" y="61"/>
                  </a:cxn>
                  <a:cxn ang="0">
                    <a:pos x="25" y="56"/>
                  </a:cxn>
                  <a:cxn ang="0">
                    <a:pos x="28" y="56"/>
                  </a:cxn>
                  <a:cxn ang="0">
                    <a:pos x="27" y="65"/>
                  </a:cxn>
                  <a:cxn ang="0">
                    <a:pos x="34" y="79"/>
                  </a:cxn>
                  <a:cxn ang="0">
                    <a:pos x="34" y="83"/>
                  </a:cxn>
                  <a:cxn ang="0">
                    <a:pos x="39" y="83"/>
                  </a:cxn>
                  <a:cxn ang="0">
                    <a:pos x="49" y="73"/>
                  </a:cxn>
                  <a:cxn ang="0">
                    <a:pos x="43" y="65"/>
                  </a:cxn>
                  <a:cxn ang="0">
                    <a:pos x="45" y="63"/>
                  </a:cxn>
                  <a:cxn ang="0">
                    <a:pos x="34" y="44"/>
                  </a:cxn>
                  <a:cxn ang="0">
                    <a:pos x="57" y="31"/>
                  </a:cxn>
                  <a:cxn ang="0">
                    <a:pos x="57" y="28"/>
                  </a:cxn>
                  <a:cxn ang="0">
                    <a:pos x="31" y="36"/>
                  </a:cxn>
                  <a:cxn ang="0">
                    <a:pos x="31" y="34"/>
                  </a:cxn>
                </a:cxnLst>
                <a:rect l="0" t="0" r="r" b="b"/>
                <a:pathLst>
                  <a:path w="79" h="93">
                    <a:moveTo>
                      <a:pt x="31" y="34"/>
                    </a:moveTo>
                    <a:cubicBezTo>
                      <a:pt x="30" y="36"/>
                      <a:pt x="29" y="38"/>
                      <a:pt x="27" y="38"/>
                    </a:cubicBezTo>
                    <a:cubicBezTo>
                      <a:pt x="20" y="38"/>
                      <a:pt x="17" y="30"/>
                      <a:pt x="17" y="24"/>
                    </a:cubicBezTo>
                    <a:cubicBezTo>
                      <a:pt x="17" y="15"/>
                      <a:pt x="24" y="16"/>
                      <a:pt x="32" y="16"/>
                    </a:cubicBezTo>
                    <a:cubicBezTo>
                      <a:pt x="39" y="16"/>
                      <a:pt x="42" y="15"/>
                      <a:pt x="49" y="15"/>
                    </a:cubicBezTo>
                    <a:cubicBezTo>
                      <a:pt x="54" y="15"/>
                      <a:pt x="58" y="18"/>
                      <a:pt x="64" y="18"/>
                    </a:cubicBezTo>
                    <a:cubicBezTo>
                      <a:pt x="73" y="18"/>
                      <a:pt x="76" y="10"/>
                      <a:pt x="77" y="4"/>
                    </a:cubicBezTo>
                    <a:cubicBezTo>
                      <a:pt x="79" y="4"/>
                      <a:pt x="79" y="1"/>
                      <a:pt x="79" y="0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72" y="4"/>
                      <a:pt x="65" y="8"/>
                      <a:pt x="63" y="10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17" y="5"/>
                      <a:pt x="12" y="20"/>
                      <a:pt x="12" y="30"/>
                    </a:cubicBezTo>
                    <a:cubicBezTo>
                      <a:pt x="12" y="33"/>
                      <a:pt x="8" y="35"/>
                      <a:pt x="8" y="37"/>
                    </a:cubicBezTo>
                    <a:cubicBezTo>
                      <a:pt x="4" y="47"/>
                      <a:pt x="0" y="51"/>
                      <a:pt x="0" y="61"/>
                    </a:cubicBezTo>
                    <a:cubicBezTo>
                      <a:pt x="0" y="66"/>
                      <a:pt x="6" y="66"/>
                      <a:pt x="8" y="66"/>
                    </a:cubicBezTo>
                    <a:cubicBezTo>
                      <a:pt x="8" y="73"/>
                      <a:pt x="8" y="83"/>
                      <a:pt x="8" y="87"/>
                    </a:cubicBezTo>
                    <a:cubicBezTo>
                      <a:pt x="8" y="90"/>
                      <a:pt x="12" y="93"/>
                      <a:pt x="16" y="93"/>
                    </a:cubicBezTo>
                    <a:cubicBezTo>
                      <a:pt x="20" y="93"/>
                      <a:pt x="22" y="78"/>
                      <a:pt x="22" y="76"/>
                    </a:cubicBezTo>
                    <a:cubicBezTo>
                      <a:pt x="22" y="70"/>
                      <a:pt x="18" y="67"/>
                      <a:pt x="18" y="61"/>
                    </a:cubicBezTo>
                    <a:cubicBezTo>
                      <a:pt x="18" y="58"/>
                      <a:pt x="22" y="56"/>
                      <a:pt x="25" y="56"/>
                    </a:cubicBezTo>
                    <a:cubicBezTo>
                      <a:pt x="26" y="56"/>
                      <a:pt x="27" y="56"/>
                      <a:pt x="28" y="56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71"/>
                      <a:pt x="34" y="73"/>
                      <a:pt x="34" y="79"/>
                    </a:cubicBezTo>
                    <a:cubicBezTo>
                      <a:pt x="34" y="80"/>
                      <a:pt x="34" y="81"/>
                      <a:pt x="34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9" y="78"/>
                      <a:pt x="49" y="78"/>
                      <a:pt x="49" y="73"/>
                    </a:cubicBezTo>
                    <a:cubicBezTo>
                      <a:pt x="47" y="73"/>
                      <a:pt x="43" y="68"/>
                      <a:pt x="43" y="65"/>
                    </a:cubicBezTo>
                    <a:cubicBezTo>
                      <a:pt x="43" y="65"/>
                      <a:pt x="44" y="64"/>
                      <a:pt x="45" y="63"/>
                    </a:cubicBezTo>
                    <a:cubicBezTo>
                      <a:pt x="42" y="61"/>
                      <a:pt x="34" y="46"/>
                      <a:pt x="34" y="44"/>
                    </a:cubicBezTo>
                    <a:cubicBezTo>
                      <a:pt x="46" y="44"/>
                      <a:pt x="47" y="35"/>
                      <a:pt x="57" y="31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4" y="27"/>
                      <a:pt x="31" y="35"/>
                      <a:pt x="31" y="36"/>
                    </a:cubicBezTo>
                    <a:lnTo>
                      <a:pt x="31" y="3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4" name="Freeform 107">
                <a:extLst>
                  <a:ext uri="{FF2B5EF4-FFF2-40B4-BE49-F238E27FC236}">
                    <a16:creationId xmlns:a16="http://schemas.microsoft.com/office/drawing/2014/main" id="{72BDD0D0-434B-467A-9EF1-1372C8A85B3F}"/>
                  </a:ext>
                </a:extLst>
              </p:cNvPr>
              <p:cNvSpPr/>
              <p:nvPr/>
            </p:nvSpPr>
            <p:spPr bwMode="auto">
              <a:xfrm>
                <a:off x="6145213" y="2973388"/>
                <a:ext cx="171450" cy="49213"/>
              </a:xfrm>
              <a:custGeom>
                <a:avLst/>
                <a:gdLst/>
                <a:ahLst/>
                <a:cxnLst>
                  <a:cxn ang="0">
                    <a:pos x="123" y="36"/>
                  </a:cxn>
                  <a:cxn ang="0">
                    <a:pos x="114" y="33"/>
                  </a:cxn>
                  <a:cxn ang="0">
                    <a:pos x="114" y="37"/>
                  </a:cxn>
                  <a:cxn ang="0">
                    <a:pos x="67" y="31"/>
                  </a:cxn>
                  <a:cxn ang="0">
                    <a:pos x="56" y="25"/>
                  </a:cxn>
                  <a:cxn ang="0">
                    <a:pos x="32" y="22"/>
                  </a:cxn>
                  <a:cxn ang="0">
                    <a:pos x="14" y="20"/>
                  </a:cxn>
                  <a:cxn ang="0">
                    <a:pos x="0" y="10"/>
                  </a:cxn>
                  <a:cxn ang="0">
                    <a:pos x="11" y="1"/>
                  </a:cxn>
                  <a:cxn ang="0">
                    <a:pos x="14" y="3"/>
                  </a:cxn>
                  <a:cxn ang="0">
                    <a:pos x="22" y="0"/>
                  </a:cxn>
                  <a:cxn ang="0">
                    <a:pos x="55" y="14"/>
                  </a:cxn>
                  <a:cxn ang="0">
                    <a:pos x="68" y="7"/>
                  </a:cxn>
                  <a:cxn ang="0">
                    <a:pos x="88" y="15"/>
                  </a:cxn>
                  <a:cxn ang="0">
                    <a:pos x="101" y="14"/>
                  </a:cxn>
                  <a:cxn ang="0">
                    <a:pos x="105" y="14"/>
                  </a:cxn>
                  <a:cxn ang="0">
                    <a:pos x="89" y="17"/>
                  </a:cxn>
                  <a:cxn ang="0">
                    <a:pos x="107" y="22"/>
                  </a:cxn>
                  <a:cxn ang="0">
                    <a:pos x="111" y="26"/>
                  </a:cxn>
                  <a:cxn ang="0">
                    <a:pos x="121" y="27"/>
                  </a:cxn>
                  <a:cxn ang="0">
                    <a:pos x="128" y="31"/>
                  </a:cxn>
                  <a:cxn ang="0">
                    <a:pos x="123" y="36"/>
                  </a:cxn>
                </a:cxnLst>
                <a:rect l="0" t="0" r="r" b="b"/>
                <a:pathLst>
                  <a:path w="128" h="37">
                    <a:moveTo>
                      <a:pt x="123" y="36"/>
                    </a:moveTo>
                    <a:cubicBezTo>
                      <a:pt x="119" y="36"/>
                      <a:pt x="119" y="33"/>
                      <a:pt x="114" y="33"/>
                    </a:cubicBezTo>
                    <a:cubicBezTo>
                      <a:pt x="113" y="33"/>
                      <a:pt x="114" y="36"/>
                      <a:pt x="114" y="37"/>
                    </a:cubicBezTo>
                    <a:cubicBezTo>
                      <a:pt x="100" y="32"/>
                      <a:pt x="85" y="31"/>
                      <a:pt x="67" y="31"/>
                    </a:cubicBezTo>
                    <a:cubicBezTo>
                      <a:pt x="62" y="31"/>
                      <a:pt x="61" y="25"/>
                      <a:pt x="56" y="25"/>
                    </a:cubicBezTo>
                    <a:cubicBezTo>
                      <a:pt x="48" y="25"/>
                      <a:pt x="41" y="25"/>
                      <a:pt x="32" y="22"/>
                    </a:cubicBezTo>
                    <a:cubicBezTo>
                      <a:pt x="25" y="20"/>
                      <a:pt x="19" y="24"/>
                      <a:pt x="14" y="20"/>
                    </a:cubicBezTo>
                    <a:cubicBezTo>
                      <a:pt x="10" y="15"/>
                      <a:pt x="7" y="10"/>
                      <a:pt x="0" y="10"/>
                    </a:cubicBezTo>
                    <a:cubicBezTo>
                      <a:pt x="0" y="9"/>
                      <a:pt x="8" y="1"/>
                      <a:pt x="11" y="1"/>
                    </a:cubicBezTo>
                    <a:cubicBezTo>
                      <a:pt x="12" y="1"/>
                      <a:pt x="13" y="3"/>
                      <a:pt x="14" y="3"/>
                    </a:cubicBezTo>
                    <a:cubicBezTo>
                      <a:pt x="17" y="3"/>
                      <a:pt x="19" y="0"/>
                      <a:pt x="22" y="0"/>
                    </a:cubicBezTo>
                    <a:cubicBezTo>
                      <a:pt x="35" y="0"/>
                      <a:pt x="41" y="14"/>
                      <a:pt x="55" y="14"/>
                    </a:cubicBezTo>
                    <a:cubicBezTo>
                      <a:pt x="62" y="14"/>
                      <a:pt x="63" y="7"/>
                      <a:pt x="68" y="7"/>
                    </a:cubicBezTo>
                    <a:cubicBezTo>
                      <a:pt x="77" y="7"/>
                      <a:pt x="80" y="15"/>
                      <a:pt x="88" y="15"/>
                    </a:cubicBezTo>
                    <a:cubicBezTo>
                      <a:pt x="101" y="14"/>
                      <a:pt x="101" y="14"/>
                      <a:pt x="101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4" y="16"/>
                      <a:pt x="89" y="17"/>
                      <a:pt x="89" y="17"/>
                    </a:cubicBezTo>
                    <a:cubicBezTo>
                      <a:pt x="93" y="22"/>
                      <a:pt x="99" y="22"/>
                      <a:pt x="107" y="22"/>
                    </a:cubicBezTo>
                    <a:cubicBezTo>
                      <a:pt x="110" y="22"/>
                      <a:pt x="110" y="26"/>
                      <a:pt x="111" y="26"/>
                    </a:cubicBezTo>
                    <a:cubicBezTo>
                      <a:pt x="114" y="30"/>
                      <a:pt x="117" y="26"/>
                      <a:pt x="121" y="27"/>
                    </a:cubicBezTo>
                    <a:cubicBezTo>
                      <a:pt x="125" y="29"/>
                      <a:pt x="125" y="30"/>
                      <a:pt x="128" y="31"/>
                    </a:cubicBezTo>
                    <a:cubicBezTo>
                      <a:pt x="127" y="33"/>
                      <a:pt x="124" y="36"/>
                      <a:pt x="123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5" name="Freeform 108">
                <a:extLst>
                  <a:ext uri="{FF2B5EF4-FFF2-40B4-BE49-F238E27FC236}">
                    <a16:creationId xmlns:a16="http://schemas.microsoft.com/office/drawing/2014/main" id="{F3AF5600-5DD2-4B23-A523-A213D291A94A}"/>
                  </a:ext>
                </a:extLst>
              </p:cNvPr>
              <p:cNvSpPr/>
              <p:nvPr/>
            </p:nvSpPr>
            <p:spPr bwMode="auto">
              <a:xfrm>
                <a:off x="6386513" y="3013075"/>
                <a:ext cx="52388" cy="12700"/>
              </a:xfrm>
              <a:custGeom>
                <a:avLst/>
                <a:gdLst/>
                <a:ahLst/>
                <a:cxnLst>
                  <a:cxn ang="0">
                    <a:pos x="26" y="9"/>
                  </a:cxn>
                  <a:cxn ang="0">
                    <a:pos x="10" y="9"/>
                  </a:cxn>
                  <a:cxn ang="0">
                    <a:pos x="0" y="4"/>
                  </a:cxn>
                  <a:cxn ang="0">
                    <a:pos x="8" y="1"/>
                  </a:cxn>
                  <a:cxn ang="0">
                    <a:pos x="26" y="4"/>
                  </a:cxn>
                  <a:cxn ang="0">
                    <a:pos x="39" y="0"/>
                  </a:cxn>
                  <a:cxn ang="0">
                    <a:pos x="26" y="9"/>
                  </a:cxn>
                </a:cxnLst>
                <a:rect l="0" t="0" r="r" b="b"/>
                <a:pathLst>
                  <a:path w="39" h="9">
                    <a:moveTo>
                      <a:pt x="26" y="9"/>
                    </a:moveTo>
                    <a:cubicBezTo>
                      <a:pt x="20" y="9"/>
                      <a:pt x="13" y="9"/>
                      <a:pt x="10" y="9"/>
                    </a:cubicBezTo>
                    <a:cubicBezTo>
                      <a:pt x="7" y="9"/>
                      <a:pt x="0" y="9"/>
                      <a:pt x="0" y="4"/>
                    </a:cubicBezTo>
                    <a:cubicBezTo>
                      <a:pt x="0" y="1"/>
                      <a:pt x="5" y="1"/>
                      <a:pt x="8" y="1"/>
                    </a:cubicBezTo>
                    <a:cubicBezTo>
                      <a:pt x="16" y="1"/>
                      <a:pt x="19" y="4"/>
                      <a:pt x="26" y="4"/>
                    </a:cubicBezTo>
                    <a:cubicBezTo>
                      <a:pt x="32" y="4"/>
                      <a:pt x="35" y="2"/>
                      <a:pt x="39" y="0"/>
                    </a:cubicBezTo>
                    <a:cubicBezTo>
                      <a:pt x="35" y="6"/>
                      <a:pt x="32" y="7"/>
                      <a:pt x="26" y="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6" name="Freeform 109">
                <a:extLst>
                  <a:ext uri="{FF2B5EF4-FFF2-40B4-BE49-F238E27FC236}">
                    <a16:creationId xmlns:a16="http://schemas.microsoft.com/office/drawing/2014/main" id="{05943DFF-1EAE-4FDC-93A7-DD1165DFC4DF}"/>
                  </a:ext>
                </a:extLst>
              </p:cNvPr>
              <p:cNvSpPr/>
              <p:nvPr/>
            </p:nvSpPr>
            <p:spPr bwMode="auto">
              <a:xfrm>
                <a:off x="6335713" y="3016250"/>
                <a:ext cx="36513" cy="12700"/>
              </a:xfrm>
              <a:custGeom>
                <a:avLst/>
                <a:gdLst/>
                <a:ahLst/>
                <a:cxnLst>
                  <a:cxn ang="0">
                    <a:pos x="27" y="6"/>
                  </a:cxn>
                  <a:cxn ang="0">
                    <a:pos x="23" y="6"/>
                  </a:cxn>
                  <a:cxn ang="0">
                    <a:pos x="19" y="5"/>
                  </a:cxn>
                  <a:cxn ang="0">
                    <a:pos x="9" y="9"/>
                  </a:cxn>
                  <a:cxn ang="0">
                    <a:pos x="0" y="6"/>
                  </a:cxn>
                  <a:cxn ang="0">
                    <a:pos x="7" y="1"/>
                  </a:cxn>
                  <a:cxn ang="0">
                    <a:pos x="16" y="3"/>
                  </a:cxn>
                  <a:cxn ang="0">
                    <a:pos x="16" y="0"/>
                  </a:cxn>
                  <a:cxn ang="0">
                    <a:pos x="27" y="0"/>
                  </a:cxn>
                  <a:cxn ang="0">
                    <a:pos x="27" y="6"/>
                  </a:cxn>
                </a:cxnLst>
                <a:rect l="0" t="0" r="r" b="b"/>
                <a:pathLst>
                  <a:path w="27" h="9">
                    <a:moveTo>
                      <a:pt x="27" y="6"/>
                    </a:moveTo>
                    <a:cubicBezTo>
                      <a:pt x="23" y="6"/>
                      <a:pt x="23" y="6"/>
                      <a:pt x="23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5" y="6"/>
                      <a:pt x="13" y="9"/>
                      <a:pt x="9" y="9"/>
                    </a:cubicBezTo>
                    <a:cubicBezTo>
                      <a:pt x="5" y="9"/>
                      <a:pt x="0" y="8"/>
                      <a:pt x="0" y="6"/>
                    </a:cubicBezTo>
                    <a:cubicBezTo>
                      <a:pt x="0" y="1"/>
                      <a:pt x="3" y="1"/>
                      <a:pt x="7" y="1"/>
                    </a:cubicBezTo>
                    <a:cubicBezTo>
                      <a:pt x="11" y="1"/>
                      <a:pt x="13" y="2"/>
                      <a:pt x="16" y="3"/>
                    </a:cubicBezTo>
                    <a:cubicBezTo>
                      <a:pt x="16" y="2"/>
                      <a:pt x="16" y="1"/>
                      <a:pt x="1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3"/>
                      <a:pt x="26" y="5"/>
                      <a:pt x="27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7" name="Freeform 110">
                <a:extLst>
                  <a:ext uri="{FF2B5EF4-FFF2-40B4-BE49-F238E27FC236}">
                    <a16:creationId xmlns:a16="http://schemas.microsoft.com/office/drawing/2014/main" id="{B456FF78-5187-400B-97AC-3C15A9185F05}"/>
                  </a:ext>
                </a:extLst>
              </p:cNvPr>
              <p:cNvSpPr/>
              <p:nvPr/>
            </p:nvSpPr>
            <p:spPr bwMode="auto">
              <a:xfrm>
                <a:off x="6373813" y="3030538"/>
                <a:ext cx="26988" cy="19050"/>
              </a:xfrm>
              <a:custGeom>
                <a:avLst/>
                <a:gdLst/>
                <a:ahLst/>
                <a:cxnLst>
                  <a:cxn ang="0">
                    <a:pos x="15" y="14"/>
                  </a:cxn>
                  <a:cxn ang="0">
                    <a:pos x="12" y="9"/>
                  </a:cxn>
                  <a:cxn ang="0">
                    <a:pos x="0" y="4"/>
                  </a:cxn>
                  <a:cxn ang="0">
                    <a:pos x="9" y="1"/>
                  </a:cxn>
                  <a:cxn ang="0">
                    <a:pos x="13" y="1"/>
                  </a:cxn>
                  <a:cxn ang="0">
                    <a:pos x="20" y="11"/>
                  </a:cxn>
                  <a:cxn ang="0">
                    <a:pos x="16" y="14"/>
                  </a:cxn>
                  <a:cxn ang="0">
                    <a:pos x="15" y="14"/>
                  </a:cxn>
                </a:cxnLst>
                <a:rect l="0" t="0" r="r" b="b"/>
                <a:pathLst>
                  <a:path w="20" h="14">
                    <a:moveTo>
                      <a:pt x="15" y="14"/>
                    </a:moveTo>
                    <a:cubicBezTo>
                      <a:pt x="12" y="14"/>
                      <a:pt x="12" y="10"/>
                      <a:pt x="12" y="9"/>
                    </a:cubicBezTo>
                    <a:cubicBezTo>
                      <a:pt x="8" y="9"/>
                      <a:pt x="0" y="8"/>
                      <a:pt x="0" y="4"/>
                    </a:cubicBezTo>
                    <a:cubicBezTo>
                      <a:pt x="0" y="0"/>
                      <a:pt x="6" y="1"/>
                      <a:pt x="9" y="1"/>
                    </a:cubicBezTo>
                    <a:cubicBezTo>
                      <a:pt x="10" y="1"/>
                      <a:pt x="12" y="1"/>
                      <a:pt x="13" y="1"/>
                    </a:cubicBezTo>
                    <a:cubicBezTo>
                      <a:pt x="13" y="7"/>
                      <a:pt x="20" y="6"/>
                      <a:pt x="20" y="11"/>
                    </a:cubicBezTo>
                    <a:cubicBezTo>
                      <a:pt x="20" y="13"/>
                      <a:pt x="18" y="14"/>
                      <a:pt x="16" y="14"/>
                    </a:cubicBezTo>
                    <a:cubicBezTo>
                      <a:pt x="16" y="14"/>
                      <a:pt x="15" y="14"/>
                      <a:pt x="15" y="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39" name="Freeform 111">
                <a:extLst>
                  <a:ext uri="{FF2B5EF4-FFF2-40B4-BE49-F238E27FC236}">
                    <a16:creationId xmlns:a16="http://schemas.microsoft.com/office/drawing/2014/main" id="{99DC31DA-AEF7-441D-A83A-3A89C53AA52C}"/>
                  </a:ext>
                </a:extLst>
              </p:cNvPr>
              <p:cNvSpPr/>
              <p:nvPr/>
            </p:nvSpPr>
            <p:spPr bwMode="auto">
              <a:xfrm>
                <a:off x="6323013" y="3014663"/>
                <a:ext cx="11113" cy="11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8" y="3"/>
                  </a:cxn>
                  <a:cxn ang="0">
                    <a:pos x="3" y="8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6" y="0"/>
                      <a:pt x="6" y="2"/>
                      <a:pt x="8" y="3"/>
                    </a:cubicBezTo>
                    <a:cubicBezTo>
                      <a:pt x="7" y="6"/>
                      <a:pt x="5" y="8"/>
                      <a:pt x="3" y="8"/>
                    </a:cubicBezTo>
                    <a:cubicBezTo>
                      <a:pt x="2" y="8"/>
                      <a:pt x="0" y="6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0" name="Freeform 112">
                <a:extLst>
                  <a:ext uri="{FF2B5EF4-FFF2-40B4-BE49-F238E27FC236}">
                    <a16:creationId xmlns:a16="http://schemas.microsoft.com/office/drawing/2014/main" id="{CC92115E-E928-4387-8687-6F1E34C87291}"/>
                  </a:ext>
                </a:extLst>
              </p:cNvPr>
              <p:cNvSpPr/>
              <p:nvPr/>
            </p:nvSpPr>
            <p:spPr bwMode="auto">
              <a:xfrm>
                <a:off x="6448425" y="3016250"/>
                <a:ext cx="58738" cy="34925"/>
              </a:xfrm>
              <a:custGeom>
                <a:avLst/>
                <a:gdLst/>
                <a:ahLst/>
                <a:cxnLst>
                  <a:cxn ang="0">
                    <a:pos x="19" y="13"/>
                  </a:cxn>
                  <a:cxn ang="0">
                    <a:pos x="17" y="19"/>
                  </a:cxn>
                  <a:cxn ang="0">
                    <a:pos x="3" y="26"/>
                  </a:cxn>
                  <a:cxn ang="0">
                    <a:pos x="0" y="22"/>
                  </a:cxn>
                  <a:cxn ang="0">
                    <a:pos x="15" y="10"/>
                  </a:cxn>
                  <a:cxn ang="0">
                    <a:pos x="17" y="6"/>
                  </a:cxn>
                  <a:cxn ang="0">
                    <a:pos x="45" y="3"/>
                  </a:cxn>
                  <a:cxn ang="0">
                    <a:pos x="19" y="13"/>
                  </a:cxn>
                </a:cxnLst>
                <a:rect l="0" t="0" r="r" b="b"/>
                <a:pathLst>
                  <a:path w="45" h="26">
                    <a:moveTo>
                      <a:pt x="19" y="13"/>
                    </a:moveTo>
                    <a:cubicBezTo>
                      <a:pt x="16" y="13"/>
                      <a:pt x="19" y="17"/>
                      <a:pt x="17" y="19"/>
                    </a:cubicBezTo>
                    <a:cubicBezTo>
                      <a:pt x="15" y="21"/>
                      <a:pt x="8" y="26"/>
                      <a:pt x="3" y="26"/>
                    </a:cubicBezTo>
                    <a:cubicBezTo>
                      <a:pt x="1" y="26"/>
                      <a:pt x="0" y="24"/>
                      <a:pt x="0" y="22"/>
                    </a:cubicBezTo>
                    <a:cubicBezTo>
                      <a:pt x="0" y="12"/>
                      <a:pt x="8" y="12"/>
                      <a:pt x="15" y="10"/>
                    </a:cubicBezTo>
                    <a:cubicBezTo>
                      <a:pt x="16" y="10"/>
                      <a:pt x="16" y="7"/>
                      <a:pt x="17" y="6"/>
                    </a:cubicBezTo>
                    <a:cubicBezTo>
                      <a:pt x="21" y="2"/>
                      <a:pt x="41" y="0"/>
                      <a:pt x="45" y="3"/>
                    </a:cubicBezTo>
                    <a:cubicBezTo>
                      <a:pt x="40" y="9"/>
                      <a:pt x="26" y="13"/>
                      <a:pt x="19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1" name="Freeform 113">
                <a:extLst>
                  <a:ext uri="{FF2B5EF4-FFF2-40B4-BE49-F238E27FC236}">
                    <a16:creationId xmlns:a16="http://schemas.microsoft.com/office/drawing/2014/main" id="{48EE5FDF-C4E0-49D1-AB91-E42E35F025D1}"/>
                  </a:ext>
                </a:extLst>
              </p:cNvPr>
              <p:cNvSpPr/>
              <p:nvPr/>
            </p:nvSpPr>
            <p:spPr bwMode="auto">
              <a:xfrm>
                <a:off x="6489700" y="2922588"/>
                <a:ext cx="17463" cy="19050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8" y="14"/>
                  </a:cxn>
                  <a:cxn ang="0">
                    <a:pos x="0" y="5"/>
                  </a:cxn>
                  <a:cxn ang="0">
                    <a:pos x="13" y="8"/>
                  </a:cxn>
                </a:cxnLst>
                <a:rect l="0" t="0" r="r" b="b"/>
                <a:pathLst>
                  <a:path w="13" h="14">
                    <a:moveTo>
                      <a:pt x="13" y="8"/>
                    </a:moveTo>
                    <a:cubicBezTo>
                      <a:pt x="13" y="9"/>
                      <a:pt x="10" y="14"/>
                      <a:pt x="8" y="14"/>
                    </a:cubicBezTo>
                    <a:cubicBezTo>
                      <a:pt x="6" y="14"/>
                      <a:pt x="0" y="9"/>
                      <a:pt x="0" y="5"/>
                    </a:cubicBezTo>
                    <a:cubicBezTo>
                      <a:pt x="0" y="0"/>
                      <a:pt x="13" y="4"/>
                      <a:pt x="13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2" name="Freeform 114">
                <a:extLst>
                  <a:ext uri="{FF2B5EF4-FFF2-40B4-BE49-F238E27FC236}">
                    <a16:creationId xmlns:a16="http://schemas.microsoft.com/office/drawing/2014/main" id="{3ABFD941-8E3B-4538-8D0A-1AC8B81F08E3}"/>
                  </a:ext>
                </a:extLst>
              </p:cNvPr>
              <p:cNvSpPr/>
              <p:nvPr/>
            </p:nvSpPr>
            <p:spPr bwMode="auto">
              <a:xfrm>
                <a:off x="6519863" y="2924175"/>
                <a:ext cx="47625" cy="14288"/>
              </a:xfrm>
              <a:custGeom>
                <a:avLst/>
                <a:gdLst/>
                <a:ahLst/>
                <a:cxnLst>
                  <a:cxn ang="0">
                    <a:pos x="31" y="2"/>
                  </a:cxn>
                  <a:cxn ang="0">
                    <a:pos x="36" y="10"/>
                  </a:cxn>
                  <a:cxn ang="0">
                    <a:pos x="34" y="10"/>
                  </a:cxn>
                  <a:cxn ang="0">
                    <a:pos x="18" y="6"/>
                  </a:cxn>
                  <a:cxn ang="0">
                    <a:pos x="8" y="6"/>
                  </a:cxn>
                  <a:cxn ang="0">
                    <a:pos x="0" y="4"/>
                  </a:cxn>
                  <a:cxn ang="0">
                    <a:pos x="3" y="0"/>
                  </a:cxn>
                  <a:cxn ang="0">
                    <a:pos x="23" y="0"/>
                  </a:cxn>
                  <a:cxn ang="0">
                    <a:pos x="30" y="2"/>
                  </a:cxn>
                  <a:cxn ang="0">
                    <a:pos x="31" y="2"/>
                  </a:cxn>
                </a:cxnLst>
                <a:rect l="0" t="0" r="r" b="b"/>
                <a:pathLst>
                  <a:path w="36" h="10">
                    <a:moveTo>
                      <a:pt x="31" y="2"/>
                    </a:moveTo>
                    <a:cubicBezTo>
                      <a:pt x="32" y="5"/>
                      <a:pt x="36" y="6"/>
                      <a:pt x="36" y="10"/>
                    </a:cubicBezTo>
                    <a:cubicBezTo>
                      <a:pt x="36" y="10"/>
                      <a:pt x="35" y="10"/>
                      <a:pt x="34" y="10"/>
                    </a:cubicBezTo>
                    <a:cubicBezTo>
                      <a:pt x="28" y="10"/>
                      <a:pt x="25" y="6"/>
                      <a:pt x="18" y="6"/>
                    </a:cubicBezTo>
                    <a:cubicBezTo>
                      <a:pt x="14" y="6"/>
                      <a:pt x="12" y="6"/>
                      <a:pt x="8" y="6"/>
                    </a:cubicBezTo>
                    <a:cubicBezTo>
                      <a:pt x="6" y="6"/>
                      <a:pt x="0" y="4"/>
                      <a:pt x="0" y="4"/>
                    </a:cubicBezTo>
                    <a:cubicBezTo>
                      <a:pt x="0" y="2"/>
                      <a:pt x="3" y="1"/>
                      <a:pt x="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3"/>
                      <a:pt x="27" y="2"/>
                      <a:pt x="30" y="2"/>
                    </a:cubicBezTo>
                    <a:lnTo>
                      <a:pt x="31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3" name="Freeform 115">
                <a:extLst>
                  <a:ext uri="{FF2B5EF4-FFF2-40B4-BE49-F238E27FC236}">
                    <a16:creationId xmlns:a16="http://schemas.microsoft.com/office/drawing/2014/main" id="{93A10188-238A-41C9-9CE4-2069C9396F4C}"/>
                  </a:ext>
                </a:extLst>
              </p:cNvPr>
              <p:cNvSpPr/>
              <p:nvPr/>
            </p:nvSpPr>
            <p:spPr bwMode="auto">
              <a:xfrm>
                <a:off x="6513513" y="2836863"/>
                <a:ext cx="19050" cy="46038"/>
              </a:xfrm>
              <a:custGeom>
                <a:avLst/>
                <a:gdLst/>
                <a:ahLst/>
                <a:cxnLst>
                  <a:cxn ang="0">
                    <a:pos x="4" y="28"/>
                  </a:cxn>
                  <a:cxn ang="0">
                    <a:pos x="4" y="25"/>
                  </a:cxn>
                  <a:cxn ang="0">
                    <a:pos x="14" y="24"/>
                  </a:cxn>
                  <a:cxn ang="0">
                    <a:pos x="11" y="17"/>
                  </a:cxn>
                  <a:cxn ang="0">
                    <a:pos x="15" y="12"/>
                  </a:cxn>
                  <a:cxn ang="0">
                    <a:pos x="4" y="0"/>
                  </a:cxn>
                  <a:cxn ang="0">
                    <a:pos x="0" y="9"/>
                  </a:cxn>
                  <a:cxn ang="0">
                    <a:pos x="3" y="21"/>
                  </a:cxn>
                  <a:cxn ang="0">
                    <a:pos x="3" y="27"/>
                  </a:cxn>
                  <a:cxn ang="0">
                    <a:pos x="9" y="35"/>
                  </a:cxn>
                  <a:cxn ang="0">
                    <a:pos x="4" y="28"/>
                  </a:cxn>
                </a:cxnLst>
                <a:rect l="0" t="0" r="r" b="b"/>
                <a:pathLst>
                  <a:path w="15" h="35">
                    <a:moveTo>
                      <a:pt x="4" y="28"/>
                    </a:moveTo>
                    <a:cubicBezTo>
                      <a:pt x="4" y="25"/>
                      <a:pt x="4" y="25"/>
                      <a:pt x="4" y="25"/>
                    </a:cubicBezTo>
                    <a:cubicBezTo>
                      <a:pt x="8" y="25"/>
                      <a:pt x="12" y="24"/>
                      <a:pt x="14" y="24"/>
                    </a:cubicBezTo>
                    <a:cubicBezTo>
                      <a:pt x="14" y="20"/>
                      <a:pt x="11" y="20"/>
                      <a:pt x="11" y="17"/>
                    </a:cubicBezTo>
                    <a:cubicBezTo>
                      <a:pt x="11" y="15"/>
                      <a:pt x="15" y="14"/>
                      <a:pt x="15" y="12"/>
                    </a:cubicBezTo>
                    <a:cubicBezTo>
                      <a:pt x="8" y="10"/>
                      <a:pt x="4" y="6"/>
                      <a:pt x="4" y="0"/>
                    </a:cubicBezTo>
                    <a:cubicBezTo>
                      <a:pt x="0" y="2"/>
                      <a:pt x="0" y="5"/>
                      <a:pt x="0" y="9"/>
                    </a:cubicBezTo>
                    <a:cubicBezTo>
                      <a:pt x="0" y="15"/>
                      <a:pt x="3" y="16"/>
                      <a:pt x="3" y="21"/>
                    </a:cubicBezTo>
                    <a:cubicBezTo>
                      <a:pt x="3" y="26"/>
                      <a:pt x="3" y="24"/>
                      <a:pt x="3" y="27"/>
                    </a:cubicBezTo>
                    <a:cubicBezTo>
                      <a:pt x="3" y="30"/>
                      <a:pt x="4" y="35"/>
                      <a:pt x="9" y="35"/>
                    </a:cubicBezTo>
                    <a:cubicBezTo>
                      <a:pt x="7" y="32"/>
                      <a:pt x="6" y="31"/>
                      <a:pt x="4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4" name="Freeform 119">
                <a:extLst>
                  <a:ext uri="{FF2B5EF4-FFF2-40B4-BE49-F238E27FC236}">
                    <a16:creationId xmlns:a16="http://schemas.microsoft.com/office/drawing/2014/main" id="{84F2C166-7EB5-4926-8280-5DDCB0106242}"/>
                  </a:ext>
                </a:extLst>
              </p:cNvPr>
              <p:cNvSpPr/>
              <p:nvPr/>
            </p:nvSpPr>
            <p:spPr bwMode="auto">
              <a:xfrm>
                <a:off x="6424613" y="2709863"/>
                <a:ext cx="76200" cy="71438"/>
              </a:xfrm>
              <a:custGeom>
                <a:avLst/>
                <a:gdLst/>
                <a:ahLst/>
                <a:cxnLst>
                  <a:cxn ang="0">
                    <a:pos x="48" y="38"/>
                  </a:cxn>
                  <a:cxn ang="0">
                    <a:pos x="46" y="35"/>
                  </a:cxn>
                  <a:cxn ang="0">
                    <a:pos x="42" y="40"/>
                  </a:cxn>
                  <a:cxn ang="0">
                    <a:pos x="47" y="48"/>
                  </a:cxn>
                  <a:cxn ang="0">
                    <a:pos x="42" y="53"/>
                  </a:cxn>
                  <a:cxn ang="0">
                    <a:pos x="40" y="50"/>
                  </a:cxn>
                  <a:cxn ang="0">
                    <a:pos x="36" y="51"/>
                  </a:cxn>
                  <a:cxn ang="0">
                    <a:pos x="26" y="37"/>
                  </a:cxn>
                  <a:cxn ang="0">
                    <a:pos x="28" y="32"/>
                  </a:cxn>
                  <a:cxn ang="0">
                    <a:pos x="27" y="29"/>
                  </a:cxn>
                  <a:cxn ang="0">
                    <a:pos x="21" y="28"/>
                  </a:cxn>
                  <a:cxn ang="0">
                    <a:pos x="21" y="32"/>
                  </a:cxn>
                  <a:cxn ang="0">
                    <a:pos x="17" y="30"/>
                  </a:cxn>
                  <a:cxn ang="0">
                    <a:pos x="16" y="32"/>
                  </a:cxn>
                  <a:cxn ang="0">
                    <a:pos x="12" y="28"/>
                  </a:cxn>
                  <a:cxn ang="0">
                    <a:pos x="4" y="45"/>
                  </a:cxn>
                  <a:cxn ang="0">
                    <a:pos x="4" y="36"/>
                  </a:cxn>
                  <a:cxn ang="0">
                    <a:pos x="2" y="32"/>
                  </a:cxn>
                  <a:cxn ang="0">
                    <a:pos x="5" y="22"/>
                  </a:cxn>
                  <a:cxn ang="0">
                    <a:pos x="19" y="14"/>
                  </a:cxn>
                  <a:cxn ang="0">
                    <a:pos x="26" y="20"/>
                  </a:cxn>
                  <a:cxn ang="0">
                    <a:pos x="28" y="20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2" y="0"/>
                  </a:cxn>
                  <a:cxn ang="0">
                    <a:pos x="48" y="4"/>
                  </a:cxn>
                  <a:cxn ang="0">
                    <a:pos x="58" y="33"/>
                  </a:cxn>
                  <a:cxn ang="0">
                    <a:pos x="53" y="46"/>
                  </a:cxn>
                  <a:cxn ang="0">
                    <a:pos x="48" y="36"/>
                  </a:cxn>
                  <a:cxn ang="0">
                    <a:pos x="48" y="38"/>
                  </a:cxn>
                </a:cxnLst>
                <a:rect l="0" t="0" r="r" b="b"/>
                <a:pathLst>
                  <a:path w="58" h="53">
                    <a:moveTo>
                      <a:pt x="48" y="38"/>
                    </a:moveTo>
                    <a:cubicBezTo>
                      <a:pt x="48" y="37"/>
                      <a:pt x="47" y="36"/>
                      <a:pt x="46" y="35"/>
                    </a:cubicBezTo>
                    <a:cubicBezTo>
                      <a:pt x="44" y="37"/>
                      <a:pt x="42" y="38"/>
                      <a:pt x="42" y="40"/>
                    </a:cubicBezTo>
                    <a:cubicBezTo>
                      <a:pt x="42" y="43"/>
                      <a:pt x="47" y="44"/>
                      <a:pt x="47" y="48"/>
                    </a:cubicBezTo>
                    <a:cubicBezTo>
                      <a:pt x="47" y="51"/>
                      <a:pt x="45" y="53"/>
                      <a:pt x="42" y="53"/>
                    </a:cubicBezTo>
                    <a:cubicBezTo>
                      <a:pt x="41" y="53"/>
                      <a:pt x="40" y="51"/>
                      <a:pt x="40" y="50"/>
                    </a:cubicBezTo>
                    <a:cubicBezTo>
                      <a:pt x="39" y="51"/>
                      <a:pt x="37" y="51"/>
                      <a:pt x="36" y="51"/>
                    </a:cubicBezTo>
                    <a:cubicBezTo>
                      <a:pt x="31" y="51"/>
                      <a:pt x="26" y="44"/>
                      <a:pt x="26" y="37"/>
                    </a:cubicBezTo>
                    <a:cubicBezTo>
                      <a:pt x="26" y="34"/>
                      <a:pt x="27" y="33"/>
                      <a:pt x="28" y="32"/>
                    </a:cubicBezTo>
                    <a:cubicBezTo>
                      <a:pt x="28" y="31"/>
                      <a:pt x="27" y="30"/>
                      <a:pt x="27" y="2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30"/>
                      <a:pt x="20" y="31"/>
                      <a:pt x="21" y="32"/>
                    </a:cubicBezTo>
                    <a:cubicBezTo>
                      <a:pt x="18" y="32"/>
                      <a:pt x="18" y="31"/>
                      <a:pt x="17" y="30"/>
                    </a:cubicBezTo>
                    <a:cubicBezTo>
                      <a:pt x="17" y="30"/>
                      <a:pt x="16" y="31"/>
                      <a:pt x="16" y="32"/>
                    </a:cubicBezTo>
                    <a:cubicBezTo>
                      <a:pt x="14" y="31"/>
                      <a:pt x="12" y="28"/>
                      <a:pt x="12" y="28"/>
                    </a:cubicBezTo>
                    <a:cubicBezTo>
                      <a:pt x="8" y="32"/>
                      <a:pt x="8" y="45"/>
                      <a:pt x="4" y="45"/>
                    </a:cubicBezTo>
                    <a:cubicBezTo>
                      <a:pt x="0" y="45"/>
                      <a:pt x="4" y="37"/>
                      <a:pt x="4" y="36"/>
                    </a:cubicBezTo>
                    <a:cubicBezTo>
                      <a:pt x="4" y="35"/>
                      <a:pt x="2" y="33"/>
                      <a:pt x="2" y="32"/>
                    </a:cubicBezTo>
                    <a:cubicBezTo>
                      <a:pt x="2" y="28"/>
                      <a:pt x="4" y="26"/>
                      <a:pt x="5" y="22"/>
                    </a:cubicBezTo>
                    <a:cubicBezTo>
                      <a:pt x="13" y="22"/>
                      <a:pt x="11" y="14"/>
                      <a:pt x="19" y="14"/>
                    </a:cubicBezTo>
                    <a:cubicBezTo>
                      <a:pt x="24" y="14"/>
                      <a:pt x="23" y="20"/>
                      <a:pt x="26" y="20"/>
                    </a:cubicBezTo>
                    <a:cubicBezTo>
                      <a:pt x="27" y="20"/>
                      <a:pt x="27" y="20"/>
                      <a:pt x="28" y="20"/>
                    </a:cubicBezTo>
                    <a:cubicBezTo>
                      <a:pt x="28" y="18"/>
                      <a:pt x="30" y="16"/>
                      <a:pt x="32" y="15"/>
                    </a:cubicBezTo>
                    <a:cubicBezTo>
                      <a:pt x="32" y="10"/>
                      <a:pt x="39" y="12"/>
                      <a:pt x="41" y="9"/>
                    </a:cubicBezTo>
                    <a:cubicBezTo>
                      <a:pt x="42" y="7"/>
                      <a:pt x="42" y="1"/>
                      <a:pt x="42" y="0"/>
                    </a:cubicBezTo>
                    <a:cubicBezTo>
                      <a:pt x="45" y="0"/>
                      <a:pt x="47" y="2"/>
                      <a:pt x="48" y="4"/>
                    </a:cubicBezTo>
                    <a:cubicBezTo>
                      <a:pt x="51" y="7"/>
                      <a:pt x="58" y="30"/>
                      <a:pt x="58" y="33"/>
                    </a:cubicBezTo>
                    <a:cubicBezTo>
                      <a:pt x="58" y="37"/>
                      <a:pt x="53" y="39"/>
                      <a:pt x="53" y="46"/>
                    </a:cubicBezTo>
                    <a:cubicBezTo>
                      <a:pt x="51" y="46"/>
                      <a:pt x="48" y="37"/>
                      <a:pt x="48" y="36"/>
                    </a:cubicBezTo>
                    <a:lnTo>
                      <a:pt x="48" y="3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5" name="Freeform 120">
                <a:extLst>
                  <a:ext uri="{FF2B5EF4-FFF2-40B4-BE49-F238E27FC236}">
                    <a16:creationId xmlns:a16="http://schemas.microsoft.com/office/drawing/2014/main" id="{E4F72016-A734-40DA-8788-DF1C47FECE72}"/>
                  </a:ext>
                </a:extLst>
              </p:cNvPr>
              <p:cNvSpPr/>
              <p:nvPr/>
            </p:nvSpPr>
            <p:spPr bwMode="auto">
              <a:xfrm>
                <a:off x="6354763" y="2690813"/>
                <a:ext cx="36513" cy="39688"/>
              </a:xfrm>
              <a:custGeom>
                <a:avLst/>
                <a:gdLst/>
                <a:ahLst/>
                <a:cxnLst>
                  <a:cxn ang="0">
                    <a:pos x="3" y="29"/>
                  </a:cxn>
                  <a:cxn ang="0">
                    <a:pos x="0" y="29"/>
                  </a:cxn>
                  <a:cxn ang="0">
                    <a:pos x="22" y="5"/>
                  </a:cxn>
                  <a:cxn ang="0">
                    <a:pos x="25" y="0"/>
                  </a:cxn>
                  <a:cxn ang="0">
                    <a:pos x="28" y="6"/>
                  </a:cxn>
                  <a:cxn ang="0">
                    <a:pos x="24" y="9"/>
                  </a:cxn>
                  <a:cxn ang="0">
                    <a:pos x="17" y="13"/>
                  </a:cxn>
                  <a:cxn ang="0">
                    <a:pos x="3" y="29"/>
                  </a:cxn>
                </a:cxnLst>
                <a:rect l="0" t="0" r="r" b="b"/>
                <a:pathLst>
                  <a:path w="28" h="29">
                    <a:moveTo>
                      <a:pt x="3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4" y="18"/>
                      <a:pt x="18" y="13"/>
                      <a:pt x="22" y="5"/>
                    </a:cubicBezTo>
                    <a:cubicBezTo>
                      <a:pt x="23" y="3"/>
                      <a:pt x="23" y="1"/>
                      <a:pt x="25" y="0"/>
                    </a:cubicBezTo>
                    <a:cubicBezTo>
                      <a:pt x="24" y="4"/>
                      <a:pt x="26" y="5"/>
                      <a:pt x="28" y="6"/>
                    </a:cubicBezTo>
                    <a:cubicBezTo>
                      <a:pt x="26" y="8"/>
                      <a:pt x="26" y="9"/>
                      <a:pt x="24" y="9"/>
                    </a:cubicBezTo>
                    <a:cubicBezTo>
                      <a:pt x="23" y="12"/>
                      <a:pt x="20" y="13"/>
                      <a:pt x="17" y="13"/>
                    </a:cubicBezTo>
                    <a:cubicBezTo>
                      <a:pt x="15" y="22"/>
                      <a:pt x="8" y="26"/>
                      <a:pt x="3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6" name="Freeform 121">
                <a:extLst>
                  <a:ext uri="{FF2B5EF4-FFF2-40B4-BE49-F238E27FC236}">
                    <a16:creationId xmlns:a16="http://schemas.microsoft.com/office/drawing/2014/main" id="{D0809429-9B11-452E-A43B-C17E3E33B736}"/>
                  </a:ext>
                </a:extLst>
              </p:cNvPr>
              <p:cNvSpPr/>
              <p:nvPr/>
            </p:nvSpPr>
            <p:spPr bwMode="auto">
              <a:xfrm>
                <a:off x="6383338" y="2563813"/>
                <a:ext cx="71438" cy="101600"/>
              </a:xfrm>
              <a:custGeom>
                <a:avLst/>
                <a:gdLst/>
                <a:ahLst/>
                <a:cxnLst>
                  <a:cxn ang="0">
                    <a:pos x="4" y="31"/>
                  </a:cxn>
                  <a:cxn ang="0">
                    <a:pos x="6" y="20"/>
                  </a:cxn>
                  <a:cxn ang="0">
                    <a:pos x="5" y="7"/>
                  </a:cxn>
                  <a:cxn ang="0">
                    <a:pos x="9" y="0"/>
                  </a:cxn>
                  <a:cxn ang="0">
                    <a:pos x="16" y="7"/>
                  </a:cxn>
                  <a:cxn ang="0">
                    <a:pos x="21" y="3"/>
                  </a:cxn>
                  <a:cxn ang="0">
                    <a:pos x="22" y="5"/>
                  </a:cxn>
                  <a:cxn ang="0">
                    <a:pos x="23" y="8"/>
                  </a:cxn>
                  <a:cxn ang="0">
                    <a:pos x="28" y="25"/>
                  </a:cxn>
                  <a:cxn ang="0">
                    <a:pos x="20" y="42"/>
                  </a:cxn>
                  <a:cxn ang="0">
                    <a:pos x="30" y="59"/>
                  </a:cxn>
                  <a:cxn ang="0">
                    <a:pos x="30" y="58"/>
                  </a:cxn>
                  <a:cxn ang="0">
                    <a:pos x="34" y="55"/>
                  </a:cxn>
                  <a:cxn ang="0">
                    <a:pos x="43" y="64"/>
                  </a:cxn>
                  <a:cxn ang="0">
                    <a:pos x="46" y="61"/>
                  </a:cxn>
                  <a:cxn ang="0">
                    <a:pos x="49" y="62"/>
                  </a:cxn>
                  <a:cxn ang="0">
                    <a:pos x="46" y="66"/>
                  </a:cxn>
                  <a:cxn ang="0">
                    <a:pos x="49" y="66"/>
                  </a:cxn>
                  <a:cxn ang="0">
                    <a:pos x="54" y="71"/>
                  </a:cxn>
                  <a:cxn ang="0">
                    <a:pos x="54" y="74"/>
                  </a:cxn>
                  <a:cxn ang="0">
                    <a:pos x="53" y="76"/>
                  </a:cxn>
                  <a:cxn ang="0">
                    <a:pos x="51" y="73"/>
                  </a:cxn>
                  <a:cxn ang="0">
                    <a:pos x="36" y="61"/>
                  </a:cxn>
                  <a:cxn ang="0">
                    <a:pos x="37" y="69"/>
                  </a:cxn>
                  <a:cxn ang="0">
                    <a:pos x="25" y="60"/>
                  </a:cxn>
                  <a:cxn ang="0">
                    <a:pos x="19" y="62"/>
                  </a:cxn>
                  <a:cxn ang="0">
                    <a:pos x="13" y="57"/>
                  </a:cxn>
                  <a:cxn ang="0">
                    <a:pos x="15" y="53"/>
                  </a:cxn>
                  <a:cxn ang="0">
                    <a:pos x="15" y="49"/>
                  </a:cxn>
                  <a:cxn ang="0">
                    <a:pos x="13" y="49"/>
                  </a:cxn>
                  <a:cxn ang="0">
                    <a:pos x="10" y="51"/>
                  </a:cxn>
                  <a:cxn ang="0">
                    <a:pos x="1" y="44"/>
                  </a:cxn>
                  <a:cxn ang="0">
                    <a:pos x="4" y="31"/>
                  </a:cxn>
                </a:cxnLst>
                <a:rect l="0" t="0" r="r" b="b"/>
                <a:pathLst>
                  <a:path w="54" h="76">
                    <a:moveTo>
                      <a:pt x="4" y="31"/>
                    </a:moveTo>
                    <a:cubicBezTo>
                      <a:pt x="6" y="28"/>
                      <a:pt x="6" y="23"/>
                      <a:pt x="6" y="20"/>
                    </a:cubicBezTo>
                    <a:cubicBezTo>
                      <a:pt x="7" y="15"/>
                      <a:pt x="5" y="12"/>
                      <a:pt x="5" y="7"/>
                    </a:cubicBezTo>
                    <a:cubicBezTo>
                      <a:pt x="5" y="3"/>
                      <a:pt x="6" y="0"/>
                      <a:pt x="9" y="0"/>
                    </a:cubicBezTo>
                    <a:cubicBezTo>
                      <a:pt x="13" y="0"/>
                      <a:pt x="12" y="7"/>
                      <a:pt x="16" y="7"/>
                    </a:cubicBezTo>
                    <a:cubicBezTo>
                      <a:pt x="18" y="7"/>
                      <a:pt x="20" y="4"/>
                      <a:pt x="21" y="3"/>
                    </a:cubicBezTo>
                    <a:cubicBezTo>
                      <a:pt x="21" y="3"/>
                      <a:pt x="22" y="4"/>
                      <a:pt x="22" y="5"/>
                    </a:cubicBezTo>
                    <a:cubicBezTo>
                      <a:pt x="22" y="6"/>
                      <a:pt x="23" y="7"/>
                      <a:pt x="23" y="8"/>
                    </a:cubicBezTo>
                    <a:cubicBezTo>
                      <a:pt x="23" y="13"/>
                      <a:pt x="28" y="18"/>
                      <a:pt x="28" y="25"/>
                    </a:cubicBezTo>
                    <a:cubicBezTo>
                      <a:pt x="28" y="33"/>
                      <a:pt x="20" y="34"/>
                      <a:pt x="20" y="42"/>
                    </a:cubicBezTo>
                    <a:cubicBezTo>
                      <a:pt x="20" y="48"/>
                      <a:pt x="26" y="57"/>
                      <a:pt x="30" y="59"/>
                    </a:cubicBezTo>
                    <a:cubicBezTo>
                      <a:pt x="30" y="59"/>
                      <a:pt x="30" y="58"/>
                      <a:pt x="30" y="58"/>
                    </a:cubicBezTo>
                    <a:cubicBezTo>
                      <a:pt x="30" y="56"/>
                      <a:pt x="32" y="54"/>
                      <a:pt x="34" y="55"/>
                    </a:cubicBezTo>
                    <a:cubicBezTo>
                      <a:pt x="39" y="55"/>
                      <a:pt x="40" y="63"/>
                      <a:pt x="43" y="64"/>
                    </a:cubicBezTo>
                    <a:cubicBezTo>
                      <a:pt x="44" y="64"/>
                      <a:pt x="45" y="61"/>
                      <a:pt x="46" y="61"/>
                    </a:cubicBezTo>
                    <a:cubicBezTo>
                      <a:pt x="47" y="61"/>
                      <a:pt x="48" y="62"/>
                      <a:pt x="49" y="62"/>
                    </a:cubicBezTo>
                    <a:cubicBezTo>
                      <a:pt x="48" y="64"/>
                      <a:pt x="46" y="64"/>
                      <a:pt x="46" y="66"/>
                    </a:cubicBezTo>
                    <a:cubicBezTo>
                      <a:pt x="46" y="67"/>
                      <a:pt x="48" y="67"/>
                      <a:pt x="49" y="66"/>
                    </a:cubicBezTo>
                    <a:cubicBezTo>
                      <a:pt x="49" y="69"/>
                      <a:pt x="51" y="71"/>
                      <a:pt x="54" y="71"/>
                    </a:cubicBezTo>
                    <a:cubicBezTo>
                      <a:pt x="54" y="72"/>
                      <a:pt x="54" y="73"/>
                      <a:pt x="54" y="74"/>
                    </a:cubicBezTo>
                    <a:cubicBezTo>
                      <a:pt x="54" y="75"/>
                      <a:pt x="53" y="76"/>
                      <a:pt x="53" y="76"/>
                    </a:cubicBezTo>
                    <a:cubicBezTo>
                      <a:pt x="51" y="76"/>
                      <a:pt x="51" y="74"/>
                      <a:pt x="51" y="73"/>
                    </a:cubicBezTo>
                    <a:cubicBezTo>
                      <a:pt x="48" y="69"/>
                      <a:pt x="39" y="65"/>
                      <a:pt x="36" y="61"/>
                    </a:cubicBezTo>
                    <a:cubicBezTo>
                      <a:pt x="34" y="64"/>
                      <a:pt x="35" y="66"/>
                      <a:pt x="37" y="69"/>
                    </a:cubicBezTo>
                    <a:cubicBezTo>
                      <a:pt x="31" y="69"/>
                      <a:pt x="31" y="60"/>
                      <a:pt x="25" y="60"/>
                    </a:cubicBezTo>
                    <a:cubicBezTo>
                      <a:pt x="23" y="60"/>
                      <a:pt x="21" y="62"/>
                      <a:pt x="19" y="62"/>
                    </a:cubicBezTo>
                    <a:cubicBezTo>
                      <a:pt x="16" y="62"/>
                      <a:pt x="13" y="59"/>
                      <a:pt x="13" y="57"/>
                    </a:cubicBezTo>
                    <a:cubicBezTo>
                      <a:pt x="13" y="55"/>
                      <a:pt x="14" y="53"/>
                      <a:pt x="15" y="53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50"/>
                      <a:pt x="11" y="51"/>
                      <a:pt x="10" y="51"/>
                    </a:cubicBezTo>
                    <a:cubicBezTo>
                      <a:pt x="8" y="51"/>
                      <a:pt x="1" y="47"/>
                      <a:pt x="1" y="44"/>
                    </a:cubicBezTo>
                    <a:cubicBezTo>
                      <a:pt x="1" y="38"/>
                      <a:pt x="0" y="30"/>
                      <a:pt x="4" y="3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8" name="Freeform 122">
                <a:extLst>
                  <a:ext uri="{FF2B5EF4-FFF2-40B4-BE49-F238E27FC236}">
                    <a16:creationId xmlns:a16="http://schemas.microsoft.com/office/drawing/2014/main" id="{F4C0780F-602A-43E3-A0F8-8A50CAB9792C}"/>
                  </a:ext>
                </a:extLst>
              </p:cNvPr>
              <p:cNvSpPr/>
              <p:nvPr/>
            </p:nvSpPr>
            <p:spPr bwMode="auto">
              <a:xfrm>
                <a:off x="6457950" y="2665413"/>
                <a:ext cx="23813" cy="41275"/>
              </a:xfrm>
              <a:custGeom>
                <a:avLst/>
                <a:gdLst/>
                <a:ahLst/>
                <a:cxnLst>
                  <a:cxn ang="0">
                    <a:pos x="16" y="20"/>
                  </a:cxn>
                  <a:cxn ang="0">
                    <a:pos x="10" y="20"/>
                  </a:cxn>
                  <a:cxn ang="0">
                    <a:pos x="14" y="28"/>
                  </a:cxn>
                  <a:cxn ang="0">
                    <a:pos x="14" y="30"/>
                  </a:cxn>
                  <a:cxn ang="0">
                    <a:pos x="10" y="30"/>
                  </a:cxn>
                  <a:cxn ang="0">
                    <a:pos x="8" y="25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2" y="15"/>
                  </a:cxn>
                  <a:cxn ang="0">
                    <a:pos x="8" y="15"/>
                  </a:cxn>
                  <a:cxn ang="0">
                    <a:pos x="10" y="13"/>
                  </a:cxn>
                  <a:cxn ang="0">
                    <a:pos x="0" y="2"/>
                  </a:cxn>
                  <a:cxn ang="0">
                    <a:pos x="4" y="0"/>
                  </a:cxn>
                  <a:cxn ang="0">
                    <a:pos x="13" y="2"/>
                  </a:cxn>
                  <a:cxn ang="0">
                    <a:pos x="13" y="6"/>
                  </a:cxn>
                  <a:cxn ang="0">
                    <a:pos x="15" y="6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6" y="20"/>
                  </a:cxn>
                </a:cxnLst>
                <a:rect l="0" t="0" r="r" b="b"/>
                <a:pathLst>
                  <a:path w="18" h="30">
                    <a:moveTo>
                      <a:pt x="16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3"/>
                      <a:pt x="12" y="27"/>
                      <a:pt x="14" y="28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30"/>
                      <a:pt x="11" y="30"/>
                      <a:pt x="10" y="30"/>
                    </a:cubicBezTo>
                    <a:cubicBezTo>
                      <a:pt x="7" y="30"/>
                      <a:pt x="7" y="27"/>
                      <a:pt x="8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5" y="23"/>
                      <a:pt x="3" y="19"/>
                      <a:pt x="2" y="17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4" y="15"/>
                      <a:pt x="7" y="15"/>
                      <a:pt x="8" y="15"/>
                    </a:cubicBezTo>
                    <a:cubicBezTo>
                      <a:pt x="8" y="15"/>
                      <a:pt x="10" y="14"/>
                      <a:pt x="10" y="13"/>
                    </a:cubicBezTo>
                    <a:cubicBezTo>
                      <a:pt x="10" y="8"/>
                      <a:pt x="1" y="5"/>
                      <a:pt x="0" y="2"/>
                    </a:cubicBezTo>
                    <a:cubicBezTo>
                      <a:pt x="1" y="1"/>
                      <a:pt x="3" y="0"/>
                      <a:pt x="4" y="0"/>
                    </a:cubicBezTo>
                    <a:cubicBezTo>
                      <a:pt x="7" y="0"/>
                      <a:pt x="9" y="2"/>
                      <a:pt x="13" y="2"/>
                    </a:cubicBezTo>
                    <a:cubicBezTo>
                      <a:pt x="13" y="3"/>
                      <a:pt x="13" y="5"/>
                      <a:pt x="13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5" y="8"/>
                      <a:pt x="15" y="12"/>
                      <a:pt x="15" y="12"/>
                    </a:cubicBezTo>
                    <a:cubicBezTo>
                      <a:pt x="15" y="12"/>
                      <a:pt x="18" y="15"/>
                      <a:pt x="18" y="15"/>
                    </a:cubicBezTo>
                    <a:cubicBezTo>
                      <a:pt x="18" y="18"/>
                      <a:pt x="17" y="19"/>
                      <a:pt x="16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49" name="Freeform 123">
                <a:extLst>
                  <a:ext uri="{FF2B5EF4-FFF2-40B4-BE49-F238E27FC236}">
                    <a16:creationId xmlns:a16="http://schemas.microsoft.com/office/drawing/2014/main" id="{FDD2D177-7E06-46A9-AD38-03EA61116FA5}"/>
                  </a:ext>
                </a:extLst>
              </p:cNvPr>
              <p:cNvSpPr/>
              <p:nvPr/>
            </p:nvSpPr>
            <p:spPr bwMode="auto">
              <a:xfrm>
                <a:off x="6423025" y="2676525"/>
                <a:ext cx="19050" cy="25400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14" y="7"/>
                  </a:cxn>
                  <a:cxn ang="0">
                    <a:pos x="1" y="19"/>
                  </a:cxn>
                  <a:cxn ang="0">
                    <a:pos x="0" y="2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3" y="1"/>
                  </a:cxn>
                </a:cxnLst>
                <a:rect l="0" t="0" r="r" b="b"/>
                <a:pathLst>
                  <a:path w="14" h="19">
                    <a:moveTo>
                      <a:pt x="3" y="1"/>
                    </a:moveTo>
                    <a:cubicBezTo>
                      <a:pt x="4" y="3"/>
                      <a:pt x="14" y="4"/>
                      <a:pt x="14" y="7"/>
                    </a:cubicBezTo>
                    <a:cubicBezTo>
                      <a:pt x="14" y="14"/>
                      <a:pt x="5" y="17"/>
                      <a:pt x="1" y="19"/>
                    </a:cubicBezTo>
                    <a:cubicBezTo>
                      <a:pt x="1" y="13"/>
                      <a:pt x="0" y="6"/>
                      <a:pt x="0" y="2"/>
                    </a:cubicBezTo>
                    <a:cubicBezTo>
                      <a:pt x="0" y="1"/>
                      <a:pt x="2" y="0"/>
                      <a:pt x="2" y="0"/>
                    </a:cubicBezTo>
                    <a:cubicBezTo>
                      <a:pt x="3" y="0"/>
                      <a:pt x="4" y="2"/>
                      <a:pt x="5" y="2"/>
                    </a:cubicBezTo>
                    <a:lnTo>
                      <a:pt x="3" y="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50" name="Freeform 124">
                <a:extLst>
                  <a:ext uri="{FF2B5EF4-FFF2-40B4-BE49-F238E27FC236}">
                    <a16:creationId xmlns:a16="http://schemas.microsoft.com/office/drawing/2014/main" id="{20793F70-0FE9-4E03-A174-160A284811F3}"/>
                  </a:ext>
                </a:extLst>
              </p:cNvPr>
              <p:cNvSpPr/>
              <p:nvPr/>
            </p:nvSpPr>
            <p:spPr bwMode="auto">
              <a:xfrm>
                <a:off x="6432550" y="2692400"/>
                <a:ext cx="19050" cy="31750"/>
              </a:xfrm>
              <a:custGeom>
                <a:avLst/>
                <a:gdLst/>
                <a:ahLst/>
                <a:cxnLst>
                  <a:cxn ang="0">
                    <a:pos x="14" y="5"/>
                  </a:cxn>
                  <a:cxn ang="0">
                    <a:pos x="9" y="17"/>
                  </a:cxn>
                  <a:cxn ang="0">
                    <a:pos x="11" y="22"/>
                  </a:cxn>
                  <a:cxn ang="0">
                    <a:pos x="9" y="24"/>
                  </a:cxn>
                  <a:cxn ang="0">
                    <a:pos x="0" y="14"/>
                  </a:cxn>
                  <a:cxn ang="0">
                    <a:pos x="4" y="12"/>
                  </a:cxn>
                  <a:cxn ang="0">
                    <a:pos x="8" y="1"/>
                  </a:cxn>
                  <a:cxn ang="0">
                    <a:pos x="14" y="5"/>
                  </a:cxn>
                </a:cxnLst>
                <a:rect l="0" t="0" r="r" b="b"/>
                <a:pathLst>
                  <a:path w="14" h="24">
                    <a:moveTo>
                      <a:pt x="14" y="5"/>
                    </a:moveTo>
                    <a:cubicBezTo>
                      <a:pt x="14" y="10"/>
                      <a:pt x="10" y="13"/>
                      <a:pt x="9" y="17"/>
                    </a:cubicBezTo>
                    <a:cubicBezTo>
                      <a:pt x="9" y="21"/>
                      <a:pt x="11" y="20"/>
                      <a:pt x="11" y="22"/>
                    </a:cubicBezTo>
                    <a:cubicBezTo>
                      <a:pt x="11" y="23"/>
                      <a:pt x="10" y="24"/>
                      <a:pt x="9" y="24"/>
                    </a:cubicBezTo>
                    <a:cubicBezTo>
                      <a:pt x="7" y="24"/>
                      <a:pt x="0" y="17"/>
                      <a:pt x="0" y="14"/>
                    </a:cubicBezTo>
                    <a:cubicBezTo>
                      <a:pt x="0" y="13"/>
                      <a:pt x="3" y="12"/>
                      <a:pt x="4" y="12"/>
                    </a:cubicBezTo>
                    <a:cubicBezTo>
                      <a:pt x="4" y="11"/>
                      <a:pt x="6" y="1"/>
                      <a:pt x="8" y="1"/>
                    </a:cubicBezTo>
                    <a:cubicBezTo>
                      <a:pt x="12" y="0"/>
                      <a:pt x="14" y="3"/>
                      <a:pt x="14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51" name="Freeform 125">
                <a:extLst>
                  <a:ext uri="{FF2B5EF4-FFF2-40B4-BE49-F238E27FC236}">
                    <a16:creationId xmlns:a16="http://schemas.microsoft.com/office/drawing/2014/main" id="{180B3215-D75E-48ED-A143-23E74EAB8F8F}"/>
                  </a:ext>
                </a:extLst>
              </p:cNvPr>
              <p:cNvSpPr/>
              <p:nvPr/>
            </p:nvSpPr>
            <p:spPr bwMode="auto">
              <a:xfrm>
                <a:off x="6450013" y="2693988"/>
                <a:ext cx="7938" cy="206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15"/>
                  </a:cxn>
                  <a:cxn ang="0">
                    <a:pos x="0" y="15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7" h="15">
                    <a:moveTo>
                      <a:pt x="7" y="0"/>
                    </a:moveTo>
                    <a:cubicBezTo>
                      <a:pt x="7" y="7"/>
                      <a:pt x="2" y="9"/>
                      <a:pt x="2" y="15"/>
                    </a:cubicBezTo>
                    <a:cubicBezTo>
                      <a:pt x="2" y="15"/>
                      <a:pt x="0" y="15"/>
                      <a:pt x="0" y="15"/>
                    </a:cubicBezTo>
                    <a:cubicBezTo>
                      <a:pt x="1" y="10"/>
                      <a:pt x="4" y="7"/>
                      <a:pt x="4" y="0"/>
                    </a:cubicBezTo>
                    <a:cubicBezTo>
                      <a:pt x="5" y="0"/>
                      <a:pt x="6" y="0"/>
                      <a:pt x="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52" name="Freeform 126">
                <a:extLst>
                  <a:ext uri="{FF2B5EF4-FFF2-40B4-BE49-F238E27FC236}">
                    <a16:creationId xmlns:a16="http://schemas.microsoft.com/office/drawing/2014/main" id="{115F45D5-398B-44E2-A8E9-287F62FA036F}"/>
                  </a:ext>
                </a:extLst>
              </p:cNvPr>
              <p:cNvSpPr/>
              <p:nvPr/>
            </p:nvSpPr>
            <p:spPr bwMode="auto">
              <a:xfrm>
                <a:off x="6454775" y="2706688"/>
                <a:ext cx="11113" cy="1111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3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cubicBezTo>
                      <a:pt x="8" y="4"/>
                      <a:pt x="6" y="8"/>
                      <a:pt x="2" y="8"/>
                    </a:cubicBezTo>
                    <a:cubicBezTo>
                      <a:pt x="1" y="8"/>
                      <a:pt x="0" y="6"/>
                      <a:pt x="0" y="6"/>
                    </a:cubicBezTo>
                    <a:cubicBezTo>
                      <a:pt x="0" y="3"/>
                      <a:pt x="2" y="2"/>
                      <a:pt x="3" y="0"/>
                    </a:cubicBezTo>
                    <a:cubicBezTo>
                      <a:pt x="5" y="1"/>
                      <a:pt x="7" y="1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53" name="Freeform 127">
                <a:extLst>
                  <a:ext uri="{FF2B5EF4-FFF2-40B4-BE49-F238E27FC236}">
                    <a16:creationId xmlns:a16="http://schemas.microsoft.com/office/drawing/2014/main" id="{980EC999-72CF-46D5-A587-32665097A5BD}"/>
                  </a:ext>
                </a:extLst>
              </p:cNvPr>
              <p:cNvSpPr/>
              <p:nvPr/>
            </p:nvSpPr>
            <p:spPr bwMode="auto">
              <a:xfrm>
                <a:off x="6442075" y="2665413"/>
                <a:ext cx="12700" cy="17463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0" y="10"/>
                  </a:cxn>
                  <a:cxn ang="0">
                    <a:pos x="6" y="6"/>
                  </a:cxn>
                  <a:cxn ang="0">
                    <a:pos x="0" y="6"/>
                  </a:cxn>
                </a:cxnLst>
                <a:rect l="0" t="0" r="r" b="b"/>
                <a:pathLst>
                  <a:path w="10" h="12">
                    <a:moveTo>
                      <a:pt x="0" y="6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4"/>
                      <a:pt x="10" y="5"/>
                      <a:pt x="10" y="10"/>
                    </a:cubicBezTo>
                    <a:cubicBezTo>
                      <a:pt x="10" y="12"/>
                      <a:pt x="6" y="8"/>
                      <a:pt x="6" y="6"/>
                    </a:cubicBezTo>
                    <a:cubicBezTo>
                      <a:pt x="4" y="5"/>
                      <a:pt x="2" y="6"/>
                      <a:pt x="0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54" name="Freeform 128">
                <a:extLst>
                  <a:ext uri="{FF2B5EF4-FFF2-40B4-BE49-F238E27FC236}">
                    <a16:creationId xmlns:a16="http://schemas.microsoft.com/office/drawing/2014/main" id="{678035B8-8948-4808-B992-5269540515B2}"/>
                  </a:ext>
                </a:extLst>
              </p:cNvPr>
              <p:cNvSpPr/>
              <p:nvPr/>
            </p:nvSpPr>
            <p:spPr bwMode="auto">
              <a:xfrm>
                <a:off x="6397625" y="2649538"/>
                <a:ext cx="19050" cy="20638"/>
              </a:xfrm>
              <a:custGeom>
                <a:avLst/>
                <a:gdLst/>
                <a:ahLst/>
                <a:cxnLst>
                  <a:cxn ang="0">
                    <a:pos x="11" y="15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4" y="7"/>
                  </a:cxn>
                  <a:cxn ang="0">
                    <a:pos x="11" y="15"/>
                  </a:cxn>
                </a:cxnLst>
                <a:rect l="0" t="0" r="r" b="b"/>
                <a:pathLst>
                  <a:path w="15" h="15">
                    <a:moveTo>
                      <a:pt x="11" y="15"/>
                    </a:moveTo>
                    <a:cubicBezTo>
                      <a:pt x="9" y="15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8" y="3"/>
                      <a:pt x="13" y="2"/>
                      <a:pt x="14" y="7"/>
                    </a:cubicBezTo>
                    <a:cubicBezTo>
                      <a:pt x="15" y="10"/>
                      <a:pt x="13" y="15"/>
                      <a:pt x="11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55" name="Freeform 129">
                <a:extLst>
                  <a:ext uri="{FF2B5EF4-FFF2-40B4-BE49-F238E27FC236}">
                    <a16:creationId xmlns:a16="http://schemas.microsoft.com/office/drawing/2014/main" id="{E60F6CBA-DEAE-4C93-9B0B-EC910DE93F48}"/>
                  </a:ext>
                </a:extLst>
              </p:cNvPr>
              <p:cNvSpPr/>
              <p:nvPr/>
            </p:nvSpPr>
            <p:spPr bwMode="auto">
              <a:xfrm>
                <a:off x="6416675" y="2652713"/>
                <a:ext cx="6350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3" y="1"/>
                      <a:pt x="4" y="1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56" name="Freeform 130">
                <a:extLst>
                  <a:ext uri="{FF2B5EF4-FFF2-40B4-BE49-F238E27FC236}">
                    <a16:creationId xmlns:a16="http://schemas.microsoft.com/office/drawing/2014/main" id="{B6B2C106-BCB2-447C-932B-37978B6970B6}"/>
                  </a:ext>
                </a:extLst>
              </p:cNvPr>
              <p:cNvSpPr/>
              <p:nvPr/>
            </p:nvSpPr>
            <p:spPr bwMode="auto">
              <a:xfrm>
                <a:off x="6388100" y="2441575"/>
                <a:ext cx="36513" cy="50800"/>
              </a:xfrm>
              <a:custGeom>
                <a:avLst/>
                <a:gdLst/>
                <a:ahLst/>
                <a:cxnLst>
                  <a:cxn ang="0">
                    <a:pos x="8" y="39"/>
                  </a:cxn>
                  <a:cxn ang="0">
                    <a:pos x="1" y="26"/>
                  </a:cxn>
                  <a:cxn ang="0">
                    <a:pos x="16" y="0"/>
                  </a:cxn>
                  <a:cxn ang="0">
                    <a:pos x="8" y="39"/>
                  </a:cxn>
                </a:cxnLst>
                <a:rect l="0" t="0" r="r" b="b"/>
                <a:pathLst>
                  <a:path w="27" h="39">
                    <a:moveTo>
                      <a:pt x="8" y="39"/>
                    </a:moveTo>
                    <a:cubicBezTo>
                      <a:pt x="0" y="39"/>
                      <a:pt x="1" y="33"/>
                      <a:pt x="1" y="26"/>
                    </a:cubicBezTo>
                    <a:cubicBezTo>
                      <a:pt x="1" y="17"/>
                      <a:pt x="10" y="0"/>
                      <a:pt x="16" y="0"/>
                    </a:cubicBezTo>
                    <a:cubicBezTo>
                      <a:pt x="27" y="0"/>
                      <a:pt x="18" y="39"/>
                      <a:pt x="8" y="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59" name="Freeform 131">
                <a:extLst>
                  <a:ext uri="{FF2B5EF4-FFF2-40B4-BE49-F238E27FC236}">
                    <a16:creationId xmlns:a16="http://schemas.microsoft.com/office/drawing/2014/main" id="{602A4311-82F6-49BB-9113-4052166C547E}"/>
                  </a:ext>
                </a:extLst>
              </p:cNvPr>
              <p:cNvSpPr/>
              <p:nvPr/>
            </p:nvSpPr>
            <p:spPr bwMode="auto">
              <a:xfrm>
                <a:off x="6194425" y="2532063"/>
                <a:ext cx="41275" cy="34925"/>
              </a:xfrm>
              <a:custGeom>
                <a:avLst/>
                <a:gdLst/>
                <a:ahLst/>
                <a:cxnLst>
                  <a:cxn ang="0">
                    <a:pos x="2" y="11"/>
                  </a:cxn>
                  <a:cxn ang="0">
                    <a:pos x="26" y="0"/>
                  </a:cxn>
                  <a:cxn ang="0">
                    <a:pos x="31" y="7"/>
                  </a:cxn>
                  <a:cxn ang="0">
                    <a:pos x="11" y="27"/>
                  </a:cxn>
                  <a:cxn ang="0">
                    <a:pos x="2" y="18"/>
                  </a:cxn>
                  <a:cxn ang="0">
                    <a:pos x="2" y="11"/>
                  </a:cxn>
                </a:cxnLst>
                <a:rect l="0" t="0" r="r" b="b"/>
                <a:pathLst>
                  <a:path w="31" h="27">
                    <a:moveTo>
                      <a:pt x="2" y="11"/>
                    </a:moveTo>
                    <a:cubicBezTo>
                      <a:pt x="5" y="11"/>
                      <a:pt x="20" y="0"/>
                      <a:pt x="26" y="0"/>
                    </a:cubicBezTo>
                    <a:cubicBezTo>
                      <a:pt x="28" y="0"/>
                      <a:pt x="31" y="4"/>
                      <a:pt x="31" y="7"/>
                    </a:cubicBezTo>
                    <a:cubicBezTo>
                      <a:pt x="31" y="13"/>
                      <a:pt x="18" y="27"/>
                      <a:pt x="11" y="27"/>
                    </a:cubicBezTo>
                    <a:cubicBezTo>
                      <a:pt x="5" y="27"/>
                      <a:pt x="2" y="24"/>
                      <a:pt x="2" y="18"/>
                    </a:cubicBezTo>
                    <a:cubicBezTo>
                      <a:pt x="2" y="15"/>
                      <a:pt x="0" y="11"/>
                      <a:pt x="2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0" name="Freeform 132">
                <a:extLst>
                  <a:ext uri="{FF2B5EF4-FFF2-40B4-BE49-F238E27FC236}">
                    <a16:creationId xmlns:a16="http://schemas.microsoft.com/office/drawing/2014/main" id="{DB382930-FC8D-4557-88FC-53D4D41B9D3D}"/>
                  </a:ext>
                </a:extLst>
              </p:cNvPr>
              <p:cNvSpPr/>
              <p:nvPr/>
            </p:nvSpPr>
            <p:spPr bwMode="auto">
              <a:xfrm>
                <a:off x="6015038" y="2476500"/>
                <a:ext cx="195263" cy="374650"/>
              </a:xfrm>
              <a:custGeom>
                <a:avLst/>
                <a:gdLst/>
                <a:ahLst/>
                <a:cxnLst>
                  <a:cxn ang="0">
                    <a:pos x="12" y="172"/>
                  </a:cxn>
                  <a:cxn ang="0">
                    <a:pos x="21" y="152"/>
                  </a:cxn>
                  <a:cxn ang="0">
                    <a:pos x="25" y="147"/>
                  </a:cxn>
                  <a:cxn ang="0">
                    <a:pos x="15" y="119"/>
                  </a:cxn>
                  <a:cxn ang="0">
                    <a:pos x="8" y="109"/>
                  </a:cxn>
                  <a:cxn ang="0">
                    <a:pos x="8" y="105"/>
                  </a:cxn>
                  <a:cxn ang="0">
                    <a:pos x="8" y="106"/>
                  </a:cxn>
                  <a:cxn ang="0">
                    <a:pos x="12" y="96"/>
                  </a:cxn>
                  <a:cxn ang="0">
                    <a:pos x="9" y="77"/>
                  </a:cxn>
                  <a:cxn ang="0">
                    <a:pos x="0" y="65"/>
                  </a:cxn>
                  <a:cxn ang="0">
                    <a:pos x="8" y="47"/>
                  </a:cxn>
                  <a:cxn ang="0">
                    <a:pos x="19" y="43"/>
                  </a:cxn>
                  <a:cxn ang="0">
                    <a:pos x="45" y="19"/>
                  </a:cxn>
                  <a:cxn ang="0">
                    <a:pos x="47" y="19"/>
                  </a:cxn>
                  <a:cxn ang="0">
                    <a:pos x="50" y="24"/>
                  </a:cxn>
                  <a:cxn ang="0">
                    <a:pos x="52" y="20"/>
                  </a:cxn>
                  <a:cxn ang="0">
                    <a:pos x="52" y="9"/>
                  </a:cxn>
                  <a:cxn ang="0">
                    <a:pos x="64" y="6"/>
                  </a:cxn>
                  <a:cxn ang="0">
                    <a:pos x="78" y="6"/>
                  </a:cxn>
                  <a:cxn ang="0">
                    <a:pos x="96" y="0"/>
                  </a:cxn>
                  <a:cxn ang="0">
                    <a:pos x="115" y="5"/>
                  </a:cxn>
                  <a:cxn ang="0">
                    <a:pos x="130" y="22"/>
                  </a:cxn>
                  <a:cxn ang="0">
                    <a:pos x="100" y="58"/>
                  </a:cxn>
                  <a:cxn ang="0">
                    <a:pos x="104" y="64"/>
                  </a:cxn>
                  <a:cxn ang="0">
                    <a:pos x="129" y="93"/>
                  </a:cxn>
                  <a:cxn ang="0">
                    <a:pos x="147" y="134"/>
                  </a:cxn>
                  <a:cxn ang="0">
                    <a:pos x="142" y="156"/>
                  </a:cxn>
                  <a:cxn ang="0">
                    <a:pos x="115" y="170"/>
                  </a:cxn>
                  <a:cxn ang="0">
                    <a:pos x="105" y="180"/>
                  </a:cxn>
                  <a:cxn ang="0">
                    <a:pos x="104" y="176"/>
                  </a:cxn>
                  <a:cxn ang="0">
                    <a:pos x="104" y="181"/>
                  </a:cxn>
                  <a:cxn ang="0">
                    <a:pos x="93" y="192"/>
                  </a:cxn>
                  <a:cxn ang="0">
                    <a:pos x="90" y="183"/>
                  </a:cxn>
                  <a:cxn ang="0">
                    <a:pos x="91" y="177"/>
                  </a:cxn>
                  <a:cxn ang="0">
                    <a:pos x="88" y="170"/>
                  </a:cxn>
                  <a:cxn ang="0">
                    <a:pos x="73" y="161"/>
                  </a:cxn>
                  <a:cxn ang="0">
                    <a:pos x="63" y="149"/>
                  </a:cxn>
                  <a:cxn ang="0">
                    <a:pos x="43" y="141"/>
                  </a:cxn>
                  <a:cxn ang="0">
                    <a:pos x="41" y="135"/>
                  </a:cxn>
                  <a:cxn ang="0">
                    <a:pos x="30" y="129"/>
                  </a:cxn>
                  <a:cxn ang="0">
                    <a:pos x="27" y="134"/>
                  </a:cxn>
                  <a:cxn ang="0">
                    <a:pos x="29" y="142"/>
                  </a:cxn>
                  <a:cxn ang="0">
                    <a:pos x="16" y="171"/>
                  </a:cxn>
                  <a:cxn ang="0">
                    <a:pos x="31" y="192"/>
                  </a:cxn>
                  <a:cxn ang="0">
                    <a:pos x="30" y="192"/>
                  </a:cxn>
                  <a:cxn ang="0">
                    <a:pos x="35" y="206"/>
                  </a:cxn>
                  <a:cxn ang="0">
                    <a:pos x="73" y="243"/>
                  </a:cxn>
                  <a:cxn ang="0">
                    <a:pos x="71" y="251"/>
                  </a:cxn>
                  <a:cxn ang="0">
                    <a:pos x="80" y="267"/>
                  </a:cxn>
                  <a:cxn ang="0">
                    <a:pos x="84" y="280"/>
                  </a:cxn>
                  <a:cxn ang="0">
                    <a:pos x="78" y="280"/>
                  </a:cxn>
                  <a:cxn ang="0">
                    <a:pos x="75" y="282"/>
                  </a:cxn>
                  <a:cxn ang="0">
                    <a:pos x="68" y="278"/>
                  </a:cxn>
                  <a:cxn ang="0">
                    <a:pos x="37" y="246"/>
                  </a:cxn>
                  <a:cxn ang="0">
                    <a:pos x="27" y="214"/>
                  </a:cxn>
                  <a:cxn ang="0">
                    <a:pos x="14" y="192"/>
                  </a:cxn>
                  <a:cxn ang="0">
                    <a:pos x="8" y="192"/>
                  </a:cxn>
                  <a:cxn ang="0">
                    <a:pos x="8" y="189"/>
                  </a:cxn>
                  <a:cxn ang="0">
                    <a:pos x="10" y="172"/>
                  </a:cxn>
                  <a:cxn ang="0">
                    <a:pos x="11" y="172"/>
                  </a:cxn>
                  <a:cxn ang="0">
                    <a:pos x="12" y="172"/>
                  </a:cxn>
                </a:cxnLst>
                <a:rect l="0" t="0" r="r" b="b"/>
                <a:pathLst>
                  <a:path w="147" h="282">
                    <a:moveTo>
                      <a:pt x="12" y="172"/>
                    </a:moveTo>
                    <a:cubicBezTo>
                      <a:pt x="16" y="165"/>
                      <a:pt x="17" y="160"/>
                      <a:pt x="21" y="152"/>
                    </a:cubicBezTo>
                    <a:cubicBezTo>
                      <a:pt x="22" y="150"/>
                      <a:pt x="25" y="149"/>
                      <a:pt x="25" y="147"/>
                    </a:cubicBezTo>
                    <a:cubicBezTo>
                      <a:pt x="25" y="143"/>
                      <a:pt x="19" y="123"/>
                      <a:pt x="15" y="119"/>
                    </a:cubicBezTo>
                    <a:cubicBezTo>
                      <a:pt x="12" y="116"/>
                      <a:pt x="8" y="114"/>
                      <a:pt x="8" y="109"/>
                    </a:cubicBezTo>
                    <a:cubicBezTo>
                      <a:pt x="8" y="108"/>
                      <a:pt x="8" y="107"/>
                      <a:pt x="8" y="105"/>
                    </a:cubicBezTo>
                    <a:cubicBezTo>
                      <a:pt x="8" y="106"/>
                      <a:pt x="8" y="106"/>
                      <a:pt x="8" y="106"/>
                    </a:cubicBezTo>
                    <a:cubicBezTo>
                      <a:pt x="9" y="105"/>
                      <a:pt x="12" y="100"/>
                      <a:pt x="12" y="96"/>
                    </a:cubicBezTo>
                    <a:cubicBezTo>
                      <a:pt x="12" y="91"/>
                      <a:pt x="12" y="82"/>
                      <a:pt x="9" y="77"/>
                    </a:cubicBezTo>
                    <a:cubicBezTo>
                      <a:pt x="6" y="73"/>
                      <a:pt x="0" y="73"/>
                      <a:pt x="0" y="65"/>
                    </a:cubicBezTo>
                    <a:cubicBezTo>
                      <a:pt x="0" y="57"/>
                      <a:pt x="3" y="51"/>
                      <a:pt x="8" y="47"/>
                    </a:cubicBezTo>
                    <a:cubicBezTo>
                      <a:pt x="10" y="44"/>
                      <a:pt x="15" y="45"/>
                      <a:pt x="19" y="43"/>
                    </a:cubicBezTo>
                    <a:cubicBezTo>
                      <a:pt x="29" y="36"/>
                      <a:pt x="36" y="33"/>
                      <a:pt x="45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3"/>
                      <a:pt x="49" y="24"/>
                      <a:pt x="50" y="24"/>
                    </a:cubicBezTo>
                    <a:cubicBezTo>
                      <a:pt x="51" y="24"/>
                      <a:pt x="52" y="22"/>
                      <a:pt x="52" y="20"/>
                    </a:cubicBezTo>
                    <a:cubicBezTo>
                      <a:pt x="52" y="16"/>
                      <a:pt x="52" y="13"/>
                      <a:pt x="52" y="9"/>
                    </a:cubicBezTo>
                    <a:cubicBezTo>
                      <a:pt x="52" y="9"/>
                      <a:pt x="62" y="6"/>
                      <a:pt x="64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84" y="9"/>
                      <a:pt x="89" y="0"/>
                      <a:pt x="96" y="0"/>
                    </a:cubicBezTo>
                    <a:cubicBezTo>
                      <a:pt x="103" y="0"/>
                      <a:pt x="107" y="5"/>
                      <a:pt x="115" y="5"/>
                    </a:cubicBezTo>
                    <a:cubicBezTo>
                      <a:pt x="115" y="16"/>
                      <a:pt x="123" y="20"/>
                      <a:pt x="130" y="22"/>
                    </a:cubicBezTo>
                    <a:cubicBezTo>
                      <a:pt x="121" y="36"/>
                      <a:pt x="100" y="39"/>
                      <a:pt x="100" y="58"/>
                    </a:cubicBezTo>
                    <a:cubicBezTo>
                      <a:pt x="100" y="62"/>
                      <a:pt x="102" y="63"/>
                      <a:pt x="104" y="64"/>
                    </a:cubicBezTo>
                    <a:cubicBezTo>
                      <a:pt x="114" y="74"/>
                      <a:pt x="118" y="86"/>
                      <a:pt x="129" y="93"/>
                    </a:cubicBezTo>
                    <a:cubicBezTo>
                      <a:pt x="140" y="100"/>
                      <a:pt x="147" y="119"/>
                      <a:pt x="147" y="134"/>
                    </a:cubicBezTo>
                    <a:cubicBezTo>
                      <a:pt x="147" y="144"/>
                      <a:pt x="142" y="148"/>
                      <a:pt x="142" y="156"/>
                    </a:cubicBezTo>
                    <a:cubicBezTo>
                      <a:pt x="127" y="160"/>
                      <a:pt x="126" y="164"/>
                      <a:pt x="115" y="170"/>
                    </a:cubicBezTo>
                    <a:cubicBezTo>
                      <a:pt x="109" y="173"/>
                      <a:pt x="110" y="180"/>
                      <a:pt x="105" y="180"/>
                    </a:cubicBezTo>
                    <a:cubicBezTo>
                      <a:pt x="104" y="180"/>
                      <a:pt x="104" y="177"/>
                      <a:pt x="104" y="176"/>
                    </a:cubicBezTo>
                    <a:cubicBezTo>
                      <a:pt x="104" y="179"/>
                      <a:pt x="104" y="180"/>
                      <a:pt x="104" y="181"/>
                    </a:cubicBezTo>
                    <a:cubicBezTo>
                      <a:pt x="104" y="185"/>
                      <a:pt x="95" y="192"/>
                      <a:pt x="93" y="192"/>
                    </a:cubicBezTo>
                    <a:cubicBezTo>
                      <a:pt x="91" y="192"/>
                      <a:pt x="90" y="186"/>
                      <a:pt x="90" y="183"/>
                    </a:cubicBezTo>
                    <a:cubicBezTo>
                      <a:pt x="90" y="179"/>
                      <a:pt x="90" y="178"/>
                      <a:pt x="91" y="177"/>
                    </a:cubicBezTo>
                    <a:cubicBezTo>
                      <a:pt x="90" y="176"/>
                      <a:pt x="89" y="172"/>
                      <a:pt x="88" y="170"/>
                    </a:cubicBezTo>
                    <a:cubicBezTo>
                      <a:pt x="82" y="170"/>
                      <a:pt x="73" y="168"/>
                      <a:pt x="73" y="161"/>
                    </a:cubicBezTo>
                    <a:cubicBezTo>
                      <a:pt x="63" y="161"/>
                      <a:pt x="68" y="155"/>
                      <a:pt x="63" y="149"/>
                    </a:cubicBezTo>
                    <a:cubicBezTo>
                      <a:pt x="56" y="143"/>
                      <a:pt x="50" y="143"/>
                      <a:pt x="43" y="141"/>
                    </a:cubicBezTo>
                    <a:cubicBezTo>
                      <a:pt x="42" y="141"/>
                      <a:pt x="41" y="135"/>
                      <a:pt x="41" y="135"/>
                    </a:cubicBezTo>
                    <a:cubicBezTo>
                      <a:pt x="40" y="130"/>
                      <a:pt x="34" y="129"/>
                      <a:pt x="30" y="129"/>
                    </a:cubicBezTo>
                    <a:cubicBezTo>
                      <a:pt x="26" y="129"/>
                      <a:pt x="27" y="132"/>
                      <a:pt x="27" y="134"/>
                    </a:cubicBezTo>
                    <a:cubicBezTo>
                      <a:pt x="27" y="138"/>
                      <a:pt x="29" y="139"/>
                      <a:pt x="29" y="142"/>
                    </a:cubicBezTo>
                    <a:cubicBezTo>
                      <a:pt x="29" y="156"/>
                      <a:pt x="16" y="159"/>
                      <a:pt x="16" y="171"/>
                    </a:cubicBezTo>
                    <a:cubicBezTo>
                      <a:pt x="16" y="185"/>
                      <a:pt x="31" y="179"/>
                      <a:pt x="31" y="192"/>
                    </a:cubicBezTo>
                    <a:cubicBezTo>
                      <a:pt x="30" y="192"/>
                      <a:pt x="30" y="192"/>
                      <a:pt x="30" y="192"/>
                    </a:cubicBezTo>
                    <a:cubicBezTo>
                      <a:pt x="32" y="195"/>
                      <a:pt x="32" y="203"/>
                      <a:pt x="35" y="206"/>
                    </a:cubicBezTo>
                    <a:cubicBezTo>
                      <a:pt x="47" y="218"/>
                      <a:pt x="73" y="221"/>
                      <a:pt x="73" y="243"/>
                    </a:cubicBezTo>
                    <a:cubicBezTo>
                      <a:pt x="73" y="247"/>
                      <a:pt x="71" y="247"/>
                      <a:pt x="71" y="251"/>
                    </a:cubicBezTo>
                    <a:cubicBezTo>
                      <a:pt x="71" y="259"/>
                      <a:pt x="78" y="262"/>
                      <a:pt x="80" y="267"/>
                    </a:cubicBezTo>
                    <a:cubicBezTo>
                      <a:pt x="82" y="273"/>
                      <a:pt x="82" y="275"/>
                      <a:pt x="84" y="280"/>
                    </a:cubicBezTo>
                    <a:cubicBezTo>
                      <a:pt x="80" y="280"/>
                      <a:pt x="80" y="280"/>
                      <a:pt x="78" y="280"/>
                    </a:cubicBezTo>
                    <a:cubicBezTo>
                      <a:pt x="77" y="280"/>
                      <a:pt x="76" y="282"/>
                      <a:pt x="75" y="282"/>
                    </a:cubicBezTo>
                    <a:cubicBezTo>
                      <a:pt x="71" y="282"/>
                      <a:pt x="70" y="279"/>
                      <a:pt x="68" y="278"/>
                    </a:cubicBezTo>
                    <a:cubicBezTo>
                      <a:pt x="54" y="274"/>
                      <a:pt x="41" y="261"/>
                      <a:pt x="37" y="246"/>
                    </a:cubicBezTo>
                    <a:cubicBezTo>
                      <a:pt x="33" y="233"/>
                      <a:pt x="32" y="224"/>
                      <a:pt x="27" y="214"/>
                    </a:cubicBezTo>
                    <a:cubicBezTo>
                      <a:pt x="24" y="208"/>
                      <a:pt x="21" y="192"/>
                      <a:pt x="14" y="192"/>
                    </a:cubicBezTo>
                    <a:cubicBezTo>
                      <a:pt x="9" y="192"/>
                      <a:pt x="12" y="194"/>
                      <a:pt x="8" y="192"/>
                    </a:cubicBezTo>
                    <a:cubicBezTo>
                      <a:pt x="7" y="192"/>
                      <a:pt x="8" y="190"/>
                      <a:pt x="8" y="189"/>
                    </a:cubicBezTo>
                    <a:cubicBezTo>
                      <a:pt x="8" y="183"/>
                      <a:pt x="9" y="179"/>
                      <a:pt x="10" y="172"/>
                    </a:cubicBezTo>
                    <a:cubicBezTo>
                      <a:pt x="11" y="172"/>
                      <a:pt x="11" y="172"/>
                      <a:pt x="11" y="172"/>
                    </a:cubicBezTo>
                    <a:lnTo>
                      <a:pt x="12" y="17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1" name="Freeform 133">
                <a:extLst>
                  <a:ext uri="{FF2B5EF4-FFF2-40B4-BE49-F238E27FC236}">
                    <a16:creationId xmlns:a16="http://schemas.microsoft.com/office/drawing/2014/main" id="{B1422EA9-2C06-4D13-A587-D3F495996933}"/>
                  </a:ext>
                </a:extLst>
              </p:cNvPr>
              <p:cNvSpPr/>
              <p:nvPr/>
            </p:nvSpPr>
            <p:spPr bwMode="auto">
              <a:xfrm>
                <a:off x="6142038" y="2898775"/>
                <a:ext cx="26988" cy="25400"/>
              </a:xfrm>
              <a:custGeom>
                <a:avLst/>
                <a:gdLst/>
                <a:ahLst/>
                <a:cxnLst>
                  <a:cxn ang="0">
                    <a:pos x="12" y="17"/>
                  </a:cxn>
                  <a:cxn ang="0">
                    <a:pos x="9" y="11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20" y="15"/>
                  </a:cxn>
                  <a:cxn ang="0">
                    <a:pos x="21" y="19"/>
                  </a:cxn>
                  <a:cxn ang="0">
                    <a:pos x="17" y="19"/>
                  </a:cxn>
                  <a:cxn ang="0">
                    <a:pos x="12" y="17"/>
                  </a:cxn>
                </a:cxnLst>
                <a:rect l="0" t="0" r="r" b="b"/>
                <a:pathLst>
                  <a:path w="21" h="19">
                    <a:moveTo>
                      <a:pt x="12" y="17"/>
                    </a:moveTo>
                    <a:cubicBezTo>
                      <a:pt x="11" y="17"/>
                      <a:pt x="9" y="12"/>
                      <a:pt x="9" y="11"/>
                    </a:cubicBezTo>
                    <a:cubicBezTo>
                      <a:pt x="7" y="7"/>
                      <a:pt x="0" y="9"/>
                      <a:pt x="0" y="6"/>
                    </a:cubicBezTo>
                    <a:cubicBezTo>
                      <a:pt x="0" y="3"/>
                      <a:pt x="6" y="0"/>
                      <a:pt x="9" y="0"/>
                    </a:cubicBezTo>
                    <a:cubicBezTo>
                      <a:pt x="11" y="7"/>
                      <a:pt x="14" y="15"/>
                      <a:pt x="20" y="15"/>
                    </a:cubicBezTo>
                    <a:cubicBezTo>
                      <a:pt x="20" y="16"/>
                      <a:pt x="20" y="18"/>
                      <a:pt x="21" y="19"/>
                    </a:cubicBezTo>
                    <a:cubicBezTo>
                      <a:pt x="20" y="19"/>
                      <a:pt x="18" y="19"/>
                      <a:pt x="17" y="19"/>
                    </a:cubicBezTo>
                    <a:cubicBezTo>
                      <a:pt x="15" y="19"/>
                      <a:pt x="14" y="17"/>
                      <a:pt x="12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2" name="Freeform 134">
                <a:extLst>
                  <a:ext uri="{FF2B5EF4-FFF2-40B4-BE49-F238E27FC236}">
                    <a16:creationId xmlns:a16="http://schemas.microsoft.com/office/drawing/2014/main" id="{27464A25-FB65-45D0-848D-EE8AFC65DD28}"/>
                  </a:ext>
                </a:extLst>
              </p:cNvPr>
              <p:cNvSpPr/>
              <p:nvPr/>
            </p:nvSpPr>
            <p:spPr bwMode="auto">
              <a:xfrm>
                <a:off x="6183313" y="2917825"/>
                <a:ext cx="11113" cy="1111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0"/>
                  </a:cxn>
                  <a:cxn ang="0">
                    <a:pos x="9" y="3"/>
                  </a:cxn>
                  <a:cxn ang="0">
                    <a:pos x="4" y="8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9" h="8">
                    <a:moveTo>
                      <a:pt x="1" y="0"/>
                    </a:moveTo>
                    <a:cubicBezTo>
                      <a:pt x="2" y="0"/>
                      <a:pt x="4" y="0"/>
                      <a:pt x="5" y="0"/>
                    </a:cubicBezTo>
                    <a:cubicBezTo>
                      <a:pt x="6" y="0"/>
                      <a:pt x="8" y="2"/>
                      <a:pt x="9" y="3"/>
                    </a:cubicBezTo>
                    <a:cubicBezTo>
                      <a:pt x="9" y="5"/>
                      <a:pt x="7" y="8"/>
                      <a:pt x="4" y="8"/>
                    </a:cubicBezTo>
                    <a:cubicBezTo>
                      <a:pt x="1" y="8"/>
                      <a:pt x="1" y="5"/>
                      <a:pt x="1" y="3"/>
                    </a:cubicBezTo>
                    <a:cubicBezTo>
                      <a:pt x="1" y="2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3" name="Freeform 135">
                <a:extLst>
                  <a:ext uri="{FF2B5EF4-FFF2-40B4-BE49-F238E27FC236}">
                    <a16:creationId xmlns:a16="http://schemas.microsoft.com/office/drawing/2014/main" id="{6D16362E-1791-45C0-B6CC-18B1569C71FD}"/>
                  </a:ext>
                </a:extLst>
              </p:cNvPr>
              <p:cNvSpPr/>
              <p:nvPr/>
            </p:nvSpPr>
            <p:spPr bwMode="auto">
              <a:xfrm>
                <a:off x="6035675" y="2892425"/>
                <a:ext cx="9525" cy="158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8" y="1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8" h="12">
                    <a:moveTo>
                      <a:pt x="1" y="0"/>
                    </a:moveTo>
                    <a:cubicBezTo>
                      <a:pt x="5" y="4"/>
                      <a:pt x="8" y="7"/>
                      <a:pt x="8" y="12"/>
                    </a:cubicBezTo>
                    <a:cubicBezTo>
                      <a:pt x="5" y="12"/>
                      <a:pt x="0" y="5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3" y="2"/>
                      <a:pt x="3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4" name="Freeform 136">
                <a:extLst>
                  <a:ext uri="{FF2B5EF4-FFF2-40B4-BE49-F238E27FC236}">
                    <a16:creationId xmlns:a16="http://schemas.microsoft.com/office/drawing/2014/main" id="{4DB814A8-C4B9-42CD-B367-342F51840DA2}"/>
                  </a:ext>
                </a:extLst>
              </p:cNvPr>
              <p:cNvSpPr/>
              <p:nvPr/>
            </p:nvSpPr>
            <p:spPr bwMode="auto">
              <a:xfrm>
                <a:off x="6013450" y="2855913"/>
                <a:ext cx="15875" cy="158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8" y="1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12" h="11">
                    <a:moveTo>
                      <a:pt x="2" y="0"/>
                    </a:moveTo>
                    <a:cubicBezTo>
                      <a:pt x="5" y="2"/>
                      <a:pt x="12" y="11"/>
                      <a:pt x="8" y="11"/>
                    </a:cubicBezTo>
                    <a:cubicBezTo>
                      <a:pt x="6" y="11"/>
                      <a:pt x="1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5" name="Freeform 137">
                <a:extLst>
                  <a:ext uri="{FF2B5EF4-FFF2-40B4-BE49-F238E27FC236}">
                    <a16:creationId xmlns:a16="http://schemas.microsoft.com/office/drawing/2014/main" id="{0DA84D0D-586D-4218-95D7-55C95C811CB6}"/>
                  </a:ext>
                </a:extLst>
              </p:cNvPr>
              <p:cNvSpPr/>
              <p:nvPr/>
            </p:nvSpPr>
            <p:spPr bwMode="auto">
              <a:xfrm>
                <a:off x="6548438" y="2284413"/>
                <a:ext cx="41275" cy="49213"/>
              </a:xfrm>
              <a:custGeom>
                <a:avLst/>
                <a:gdLst/>
                <a:ahLst/>
                <a:cxnLst>
                  <a:cxn ang="0">
                    <a:pos x="12" y="22"/>
                  </a:cxn>
                  <a:cxn ang="0">
                    <a:pos x="14" y="16"/>
                  </a:cxn>
                  <a:cxn ang="0">
                    <a:pos x="10" y="10"/>
                  </a:cxn>
                  <a:cxn ang="0">
                    <a:pos x="10" y="14"/>
                  </a:cxn>
                  <a:cxn ang="0">
                    <a:pos x="5" y="16"/>
                  </a:cxn>
                  <a:cxn ang="0">
                    <a:pos x="0" y="11"/>
                  </a:cxn>
                  <a:cxn ang="0">
                    <a:pos x="14" y="0"/>
                  </a:cxn>
                  <a:cxn ang="0">
                    <a:pos x="26" y="3"/>
                  </a:cxn>
                  <a:cxn ang="0">
                    <a:pos x="26" y="8"/>
                  </a:cxn>
                  <a:cxn ang="0">
                    <a:pos x="30" y="11"/>
                  </a:cxn>
                  <a:cxn ang="0">
                    <a:pos x="30" y="16"/>
                  </a:cxn>
                  <a:cxn ang="0">
                    <a:pos x="26" y="16"/>
                  </a:cxn>
                  <a:cxn ang="0">
                    <a:pos x="15" y="37"/>
                  </a:cxn>
                  <a:cxn ang="0">
                    <a:pos x="14" y="33"/>
                  </a:cxn>
                  <a:cxn ang="0">
                    <a:pos x="14" y="36"/>
                  </a:cxn>
                  <a:cxn ang="0">
                    <a:pos x="7" y="29"/>
                  </a:cxn>
                  <a:cxn ang="0">
                    <a:pos x="12" y="22"/>
                  </a:cxn>
                </a:cxnLst>
                <a:rect l="0" t="0" r="r" b="b"/>
                <a:pathLst>
                  <a:path w="30" h="37">
                    <a:moveTo>
                      <a:pt x="12" y="22"/>
                    </a:moveTo>
                    <a:cubicBezTo>
                      <a:pt x="14" y="16"/>
                      <a:pt x="14" y="16"/>
                      <a:pt x="14" y="16"/>
                    </a:cubicBezTo>
                    <a:cubicBezTo>
                      <a:pt x="11" y="15"/>
                      <a:pt x="11" y="12"/>
                      <a:pt x="10" y="10"/>
                    </a:cubicBezTo>
                    <a:cubicBezTo>
                      <a:pt x="10" y="11"/>
                      <a:pt x="9" y="13"/>
                      <a:pt x="10" y="14"/>
                    </a:cubicBezTo>
                    <a:cubicBezTo>
                      <a:pt x="8" y="14"/>
                      <a:pt x="6" y="16"/>
                      <a:pt x="5" y="16"/>
                    </a:cubicBezTo>
                    <a:cubicBezTo>
                      <a:pt x="3" y="16"/>
                      <a:pt x="0" y="13"/>
                      <a:pt x="0" y="11"/>
                    </a:cubicBezTo>
                    <a:cubicBezTo>
                      <a:pt x="0" y="8"/>
                      <a:pt x="13" y="0"/>
                      <a:pt x="14" y="0"/>
                    </a:cubicBezTo>
                    <a:cubicBezTo>
                      <a:pt x="18" y="0"/>
                      <a:pt x="20" y="3"/>
                      <a:pt x="26" y="3"/>
                    </a:cubicBezTo>
                    <a:cubicBezTo>
                      <a:pt x="26" y="5"/>
                      <a:pt x="25" y="8"/>
                      <a:pt x="26" y="8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3"/>
                      <a:pt x="29" y="14"/>
                      <a:pt x="30" y="16"/>
                    </a:cubicBezTo>
                    <a:cubicBezTo>
                      <a:pt x="29" y="16"/>
                      <a:pt x="27" y="16"/>
                      <a:pt x="26" y="16"/>
                    </a:cubicBezTo>
                    <a:cubicBezTo>
                      <a:pt x="25" y="24"/>
                      <a:pt x="21" y="37"/>
                      <a:pt x="15" y="37"/>
                    </a:cubicBezTo>
                    <a:cubicBezTo>
                      <a:pt x="14" y="37"/>
                      <a:pt x="14" y="35"/>
                      <a:pt x="14" y="3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0" y="36"/>
                      <a:pt x="7" y="31"/>
                      <a:pt x="7" y="29"/>
                    </a:cubicBezTo>
                    <a:cubicBezTo>
                      <a:pt x="7" y="28"/>
                      <a:pt x="12" y="22"/>
                      <a:pt x="12" y="2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6" name="Freeform 138">
                <a:extLst>
                  <a:ext uri="{FF2B5EF4-FFF2-40B4-BE49-F238E27FC236}">
                    <a16:creationId xmlns:a16="http://schemas.microsoft.com/office/drawing/2014/main" id="{366A1B6E-DAF4-485F-98A5-69A8A01AA257}"/>
                  </a:ext>
                </a:extLst>
              </p:cNvPr>
              <p:cNvSpPr/>
              <p:nvPr/>
            </p:nvSpPr>
            <p:spPr bwMode="auto">
              <a:xfrm>
                <a:off x="6596063" y="2271713"/>
                <a:ext cx="42863" cy="30163"/>
              </a:xfrm>
              <a:custGeom>
                <a:avLst/>
                <a:gdLst/>
                <a:ahLst/>
                <a:cxnLst>
                  <a:cxn ang="0">
                    <a:pos x="23" y="15"/>
                  </a:cxn>
                  <a:cxn ang="0">
                    <a:pos x="17" y="12"/>
                  </a:cxn>
                  <a:cxn ang="0">
                    <a:pos x="6" y="23"/>
                  </a:cxn>
                  <a:cxn ang="0">
                    <a:pos x="3" y="17"/>
                  </a:cxn>
                  <a:cxn ang="0">
                    <a:pos x="0" y="12"/>
                  </a:cxn>
                  <a:cxn ang="0">
                    <a:pos x="8" y="5"/>
                  </a:cxn>
                  <a:cxn ang="0">
                    <a:pos x="23" y="0"/>
                  </a:cxn>
                  <a:cxn ang="0">
                    <a:pos x="23" y="15"/>
                  </a:cxn>
                </a:cxnLst>
                <a:rect l="0" t="0" r="r" b="b"/>
                <a:pathLst>
                  <a:path w="33" h="23">
                    <a:moveTo>
                      <a:pt x="23" y="15"/>
                    </a:moveTo>
                    <a:cubicBezTo>
                      <a:pt x="20" y="15"/>
                      <a:pt x="18" y="13"/>
                      <a:pt x="17" y="12"/>
                    </a:cubicBezTo>
                    <a:cubicBezTo>
                      <a:pt x="13" y="16"/>
                      <a:pt x="12" y="23"/>
                      <a:pt x="6" y="23"/>
                    </a:cubicBezTo>
                    <a:cubicBezTo>
                      <a:pt x="4" y="23"/>
                      <a:pt x="3" y="19"/>
                      <a:pt x="3" y="17"/>
                    </a:cubicBezTo>
                    <a:cubicBezTo>
                      <a:pt x="1" y="15"/>
                      <a:pt x="0" y="14"/>
                      <a:pt x="0" y="12"/>
                    </a:cubicBezTo>
                    <a:cubicBezTo>
                      <a:pt x="0" y="12"/>
                      <a:pt x="8" y="6"/>
                      <a:pt x="8" y="5"/>
                    </a:cubicBezTo>
                    <a:cubicBezTo>
                      <a:pt x="16" y="7"/>
                      <a:pt x="17" y="0"/>
                      <a:pt x="23" y="0"/>
                    </a:cubicBezTo>
                    <a:cubicBezTo>
                      <a:pt x="33" y="0"/>
                      <a:pt x="28" y="15"/>
                      <a:pt x="23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7" name="Freeform 139">
                <a:extLst>
                  <a:ext uri="{FF2B5EF4-FFF2-40B4-BE49-F238E27FC236}">
                    <a16:creationId xmlns:a16="http://schemas.microsoft.com/office/drawing/2014/main" id="{90E7B469-BDB0-418E-8029-BF77A2E49BCB}"/>
                  </a:ext>
                </a:extLst>
              </p:cNvPr>
              <p:cNvSpPr/>
              <p:nvPr/>
            </p:nvSpPr>
            <p:spPr bwMode="auto">
              <a:xfrm>
                <a:off x="6572250" y="2136775"/>
                <a:ext cx="185738" cy="153988"/>
              </a:xfrm>
              <a:custGeom>
                <a:avLst/>
                <a:gdLst/>
                <a:ahLst/>
                <a:cxnLst>
                  <a:cxn ang="0">
                    <a:pos x="55" y="110"/>
                  </a:cxn>
                  <a:cxn ang="0">
                    <a:pos x="55" y="107"/>
                  </a:cxn>
                  <a:cxn ang="0">
                    <a:pos x="56" y="99"/>
                  </a:cxn>
                  <a:cxn ang="0">
                    <a:pos x="43" y="95"/>
                  </a:cxn>
                  <a:cxn ang="0">
                    <a:pos x="39" y="99"/>
                  </a:cxn>
                  <a:cxn ang="0">
                    <a:pos x="29" y="100"/>
                  </a:cxn>
                  <a:cxn ang="0">
                    <a:pos x="6" y="106"/>
                  </a:cxn>
                  <a:cxn ang="0">
                    <a:pos x="0" y="104"/>
                  </a:cxn>
                  <a:cxn ang="0">
                    <a:pos x="5" y="101"/>
                  </a:cxn>
                  <a:cxn ang="0">
                    <a:pos x="30" y="84"/>
                  </a:cxn>
                  <a:cxn ang="0">
                    <a:pos x="57" y="84"/>
                  </a:cxn>
                  <a:cxn ang="0">
                    <a:pos x="72" y="70"/>
                  </a:cxn>
                  <a:cxn ang="0">
                    <a:pos x="79" y="59"/>
                  </a:cxn>
                  <a:cxn ang="0">
                    <a:pos x="77" y="64"/>
                  </a:cxn>
                  <a:cxn ang="0">
                    <a:pos x="79" y="66"/>
                  </a:cxn>
                  <a:cxn ang="0">
                    <a:pos x="92" y="60"/>
                  </a:cxn>
                  <a:cxn ang="0">
                    <a:pos x="116" y="25"/>
                  </a:cxn>
                  <a:cxn ang="0">
                    <a:pos x="114" y="19"/>
                  </a:cxn>
                  <a:cxn ang="0">
                    <a:pos x="125" y="3"/>
                  </a:cxn>
                  <a:cxn ang="0">
                    <a:pos x="130" y="4"/>
                  </a:cxn>
                  <a:cxn ang="0">
                    <a:pos x="129" y="4"/>
                  </a:cxn>
                  <a:cxn ang="0">
                    <a:pos x="128" y="0"/>
                  </a:cxn>
                  <a:cxn ang="0">
                    <a:pos x="133" y="2"/>
                  </a:cxn>
                  <a:cxn ang="0">
                    <a:pos x="134" y="11"/>
                  </a:cxn>
                  <a:cxn ang="0">
                    <a:pos x="140" y="26"/>
                  </a:cxn>
                  <a:cxn ang="0">
                    <a:pos x="134" y="40"/>
                  </a:cxn>
                  <a:cxn ang="0">
                    <a:pos x="134" y="43"/>
                  </a:cxn>
                  <a:cxn ang="0">
                    <a:pos x="130" y="44"/>
                  </a:cxn>
                  <a:cxn ang="0">
                    <a:pos x="127" y="63"/>
                  </a:cxn>
                  <a:cxn ang="0">
                    <a:pos x="122" y="76"/>
                  </a:cxn>
                  <a:cxn ang="0">
                    <a:pos x="125" y="84"/>
                  </a:cxn>
                  <a:cxn ang="0">
                    <a:pos x="114" y="93"/>
                  </a:cxn>
                  <a:cxn ang="0">
                    <a:pos x="114" y="86"/>
                  </a:cxn>
                  <a:cxn ang="0">
                    <a:pos x="102" y="96"/>
                  </a:cxn>
                  <a:cxn ang="0">
                    <a:pos x="100" y="94"/>
                  </a:cxn>
                  <a:cxn ang="0">
                    <a:pos x="96" y="94"/>
                  </a:cxn>
                  <a:cxn ang="0">
                    <a:pos x="87" y="100"/>
                  </a:cxn>
                  <a:cxn ang="0">
                    <a:pos x="74" y="92"/>
                  </a:cxn>
                  <a:cxn ang="0">
                    <a:pos x="72" y="96"/>
                  </a:cxn>
                  <a:cxn ang="0">
                    <a:pos x="76" y="103"/>
                  </a:cxn>
                  <a:cxn ang="0">
                    <a:pos x="72" y="103"/>
                  </a:cxn>
                  <a:cxn ang="0">
                    <a:pos x="61" y="115"/>
                  </a:cxn>
                  <a:cxn ang="0">
                    <a:pos x="55" y="110"/>
                  </a:cxn>
                </a:cxnLst>
                <a:rect l="0" t="0" r="r" b="b"/>
                <a:pathLst>
                  <a:path w="140" h="115">
                    <a:moveTo>
                      <a:pt x="55" y="110"/>
                    </a:moveTo>
                    <a:cubicBezTo>
                      <a:pt x="53" y="110"/>
                      <a:pt x="55" y="108"/>
                      <a:pt x="55" y="107"/>
                    </a:cubicBezTo>
                    <a:cubicBezTo>
                      <a:pt x="55" y="104"/>
                      <a:pt x="56" y="101"/>
                      <a:pt x="56" y="99"/>
                    </a:cubicBezTo>
                    <a:cubicBezTo>
                      <a:pt x="51" y="98"/>
                      <a:pt x="48" y="95"/>
                      <a:pt x="43" y="95"/>
                    </a:cubicBezTo>
                    <a:cubicBezTo>
                      <a:pt x="40" y="95"/>
                      <a:pt x="40" y="98"/>
                      <a:pt x="39" y="99"/>
                    </a:cubicBezTo>
                    <a:cubicBezTo>
                      <a:pt x="35" y="100"/>
                      <a:pt x="32" y="98"/>
                      <a:pt x="29" y="100"/>
                    </a:cubicBezTo>
                    <a:cubicBezTo>
                      <a:pt x="23" y="103"/>
                      <a:pt x="15" y="106"/>
                      <a:pt x="6" y="106"/>
                    </a:cubicBezTo>
                    <a:cubicBezTo>
                      <a:pt x="3" y="106"/>
                      <a:pt x="0" y="106"/>
                      <a:pt x="0" y="104"/>
                    </a:cubicBezTo>
                    <a:cubicBezTo>
                      <a:pt x="0" y="103"/>
                      <a:pt x="4" y="102"/>
                      <a:pt x="5" y="101"/>
                    </a:cubicBezTo>
                    <a:cubicBezTo>
                      <a:pt x="15" y="95"/>
                      <a:pt x="19" y="84"/>
                      <a:pt x="30" y="84"/>
                    </a:cubicBezTo>
                    <a:cubicBezTo>
                      <a:pt x="43" y="84"/>
                      <a:pt x="47" y="84"/>
                      <a:pt x="57" y="84"/>
                    </a:cubicBezTo>
                    <a:cubicBezTo>
                      <a:pt x="65" y="84"/>
                      <a:pt x="68" y="70"/>
                      <a:pt x="72" y="70"/>
                    </a:cubicBezTo>
                    <a:cubicBezTo>
                      <a:pt x="72" y="70"/>
                      <a:pt x="78" y="60"/>
                      <a:pt x="79" y="59"/>
                    </a:cubicBezTo>
                    <a:cubicBezTo>
                      <a:pt x="78" y="61"/>
                      <a:pt x="77" y="62"/>
                      <a:pt x="77" y="64"/>
                    </a:cubicBezTo>
                    <a:cubicBezTo>
                      <a:pt x="77" y="65"/>
                      <a:pt x="78" y="66"/>
                      <a:pt x="79" y="66"/>
                    </a:cubicBezTo>
                    <a:cubicBezTo>
                      <a:pt x="86" y="66"/>
                      <a:pt x="87" y="62"/>
                      <a:pt x="92" y="60"/>
                    </a:cubicBezTo>
                    <a:cubicBezTo>
                      <a:pt x="101" y="57"/>
                      <a:pt x="116" y="39"/>
                      <a:pt x="116" y="25"/>
                    </a:cubicBezTo>
                    <a:cubicBezTo>
                      <a:pt x="116" y="22"/>
                      <a:pt x="114" y="22"/>
                      <a:pt x="114" y="19"/>
                    </a:cubicBezTo>
                    <a:cubicBezTo>
                      <a:pt x="114" y="14"/>
                      <a:pt x="119" y="3"/>
                      <a:pt x="125" y="3"/>
                    </a:cubicBezTo>
                    <a:cubicBezTo>
                      <a:pt x="125" y="3"/>
                      <a:pt x="125" y="9"/>
                      <a:pt x="130" y="4"/>
                    </a:cubicBezTo>
                    <a:cubicBezTo>
                      <a:pt x="130" y="4"/>
                      <a:pt x="129" y="4"/>
                      <a:pt x="129" y="4"/>
                    </a:cubicBezTo>
                    <a:cubicBezTo>
                      <a:pt x="128" y="4"/>
                      <a:pt x="127" y="0"/>
                      <a:pt x="128" y="0"/>
                    </a:cubicBezTo>
                    <a:cubicBezTo>
                      <a:pt x="131" y="0"/>
                      <a:pt x="133" y="1"/>
                      <a:pt x="133" y="2"/>
                    </a:cubicBezTo>
                    <a:cubicBezTo>
                      <a:pt x="135" y="5"/>
                      <a:pt x="134" y="8"/>
                      <a:pt x="134" y="11"/>
                    </a:cubicBezTo>
                    <a:cubicBezTo>
                      <a:pt x="134" y="17"/>
                      <a:pt x="140" y="20"/>
                      <a:pt x="140" y="26"/>
                    </a:cubicBezTo>
                    <a:cubicBezTo>
                      <a:pt x="140" y="33"/>
                      <a:pt x="134" y="34"/>
                      <a:pt x="134" y="40"/>
                    </a:cubicBezTo>
                    <a:cubicBezTo>
                      <a:pt x="134" y="41"/>
                      <a:pt x="134" y="42"/>
                      <a:pt x="134" y="43"/>
                    </a:cubicBezTo>
                    <a:cubicBezTo>
                      <a:pt x="133" y="44"/>
                      <a:pt x="132" y="43"/>
                      <a:pt x="130" y="44"/>
                    </a:cubicBezTo>
                    <a:cubicBezTo>
                      <a:pt x="126" y="45"/>
                      <a:pt x="127" y="59"/>
                      <a:pt x="127" y="63"/>
                    </a:cubicBezTo>
                    <a:cubicBezTo>
                      <a:pt x="127" y="67"/>
                      <a:pt x="122" y="70"/>
                      <a:pt x="122" y="76"/>
                    </a:cubicBezTo>
                    <a:cubicBezTo>
                      <a:pt x="122" y="80"/>
                      <a:pt x="124" y="81"/>
                      <a:pt x="125" y="84"/>
                    </a:cubicBezTo>
                    <a:cubicBezTo>
                      <a:pt x="119" y="87"/>
                      <a:pt x="119" y="91"/>
                      <a:pt x="114" y="93"/>
                    </a:cubicBezTo>
                    <a:cubicBezTo>
                      <a:pt x="112" y="89"/>
                      <a:pt x="114" y="89"/>
                      <a:pt x="114" y="86"/>
                    </a:cubicBezTo>
                    <a:cubicBezTo>
                      <a:pt x="108" y="90"/>
                      <a:pt x="104" y="90"/>
                      <a:pt x="102" y="96"/>
                    </a:cubicBezTo>
                    <a:cubicBezTo>
                      <a:pt x="102" y="96"/>
                      <a:pt x="100" y="95"/>
                      <a:pt x="100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3" y="97"/>
                      <a:pt x="91" y="100"/>
                      <a:pt x="87" y="100"/>
                    </a:cubicBezTo>
                    <a:cubicBezTo>
                      <a:pt x="78" y="100"/>
                      <a:pt x="78" y="92"/>
                      <a:pt x="74" y="92"/>
                    </a:cubicBezTo>
                    <a:cubicBezTo>
                      <a:pt x="73" y="92"/>
                      <a:pt x="72" y="94"/>
                      <a:pt x="72" y="96"/>
                    </a:cubicBezTo>
                    <a:cubicBezTo>
                      <a:pt x="72" y="97"/>
                      <a:pt x="76" y="103"/>
                      <a:pt x="76" y="103"/>
                    </a:cubicBezTo>
                    <a:cubicBezTo>
                      <a:pt x="75" y="103"/>
                      <a:pt x="73" y="103"/>
                      <a:pt x="72" y="103"/>
                    </a:cubicBezTo>
                    <a:cubicBezTo>
                      <a:pt x="68" y="103"/>
                      <a:pt x="63" y="110"/>
                      <a:pt x="61" y="115"/>
                    </a:cubicBezTo>
                    <a:cubicBezTo>
                      <a:pt x="57" y="114"/>
                      <a:pt x="58" y="110"/>
                      <a:pt x="55" y="1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8" name="Freeform 140">
                <a:extLst>
                  <a:ext uri="{FF2B5EF4-FFF2-40B4-BE49-F238E27FC236}">
                    <a16:creationId xmlns:a16="http://schemas.microsoft.com/office/drawing/2014/main" id="{A74D894B-20D0-4037-8484-CF2F3E2EFEA1}"/>
                  </a:ext>
                </a:extLst>
              </p:cNvPr>
              <p:cNvSpPr/>
              <p:nvPr/>
            </p:nvSpPr>
            <p:spPr bwMode="auto">
              <a:xfrm>
                <a:off x="6721475" y="2054225"/>
                <a:ext cx="96838" cy="80963"/>
              </a:xfrm>
              <a:custGeom>
                <a:avLst/>
                <a:gdLst/>
                <a:ahLst/>
                <a:cxnLst>
                  <a:cxn ang="0">
                    <a:pos x="11" y="33"/>
                  </a:cxn>
                  <a:cxn ang="0">
                    <a:pos x="15" y="33"/>
                  </a:cxn>
                  <a:cxn ang="0">
                    <a:pos x="26" y="10"/>
                  </a:cxn>
                  <a:cxn ang="0">
                    <a:pos x="23" y="6"/>
                  </a:cxn>
                  <a:cxn ang="0">
                    <a:pos x="26" y="0"/>
                  </a:cxn>
                  <a:cxn ang="0">
                    <a:pos x="60" y="22"/>
                  </a:cxn>
                  <a:cxn ang="0">
                    <a:pos x="70" y="21"/>
                  </a:cxn>
                  <a:cxn ang="0">
                    <a:pos x="67" y="26"/>
                  </a:cxn>
                  <a:cxn ang="0">
                    <a:pos x="72" y="32"/>
                  </a:cxn>
                  <a:cxn ang="0">
                    <a:pos x="59" y="36"/>
                  </a:cxn>
                  <a:cxn ang="0">
                    <a:pos x="43" y="51"/>
                  </a:cxn>
                  <a:cxn ang="0">
                    <a:pos x="24" y="41"/>
                  </a:cxn>
                  <a:cxn ang="0">
                    <a:pos x="21" y="45"/>
                  </a:cxn>
                  <a:cxn ang="0">
                    <a:pos x="8" y="48"/>
                  </a:cxn>
                  <a:cxn ang="0">
                    <a:pos x="16" y="54"/>
                  </a:cxn>
                  <a:cxn ang="0">
                    <a:pos x="5" y="61"/>
                  </a:cxn>
                  <a:cxn ang="0">
                    <a:pos x="3" y="61"/>
                  </a:cxn>
                  <a:cxn ang="0">
                    <a:pos x="3" y="51"/>
                  </a:cxn>
                  <a:cxn ang="0">
                    <a:pos x="0" y="46"/>
                  </a:cxn>
                  <a:cxn ang="0">
                    <a:pos x="8" y="35"/>
                  </a:cxn>
                  <a:cxn ang="0">
                    <a:pos x="8" y="32"/>
                  </a:cxn>
                  <a:cxn ang="0">
                    <a:pos x="12" y="34"/>
                  </a:cxn>
                  <a:cxn ang="0">
                    <a:pos x="11" y="33"/>
                  </a:cxn>
                </a:cxnLst>
                <a:rect l="0" t="0" r="r" b="b"/>
                <a:pathLst>
                  <a:path w="72" h="61">
                    <a:moveTo>
                      <a:pt x="11" y="33"/>
                    </a:moveTo>
                    <a:cubicBezTo>
                      <a:pt x="12" y="33"/>
                      <a:pt x="14" y="33"/>
                      <a:pt x="15" y="33"/>
                    </a:cubicBezTo>
                    <a:cubicBezTo>
                      <a:pt x="23" y="33"/>
                      <a:pt x="26" y="16"/>
                      <a:pt x="26" y="10"/>
                    </a:cubicBezTo>
                    <a:cubicBezTo>
                      <a:pt x="26" y="8"/>
                      <a:pt x="23" y="7"/>
                      <a:pt x="23" y="6"/>
                    </a:cubicBezTo>
                    <a:cubicBezTo>
                      <a:pt x="23" y="2"/>
                      <a:pt x="25" y="1"/>
                      <a:pt x="26" y="0"/>
                    </a:cubicBezTo>
                    <a:cubicBezTo>
                      <a:pt x="38" y="8"/>
                      <a:pt x="43" y="22"/>
                      <a:pt x="60" y="22"/>
                    </a:cubicBezTo>
                    <a:cubicBezTo>
                      <a:pt x="64" y="22"/>
                      <a:pt x="67" y="19"/>
                      <a:pt x="70" y="21"/>
                    </a:cubicBezTo>
                    <a:cubicBezTo>
                      <a:pt x="69" y="23"/>
                      <a:pt x="67" y="24"/>
                      <a:pt x="67" y="26"/>
                    </a:cubicBezTo>
                    <a:cubicBezTo>
                      <a:pt x="67" y="29"/>
                      <a:pt x="71" y="32"/>
                      <a:pt x="72" y="32"/>
                    </a:cubicBezTo>
                    <a:cubicBezTo>
                      <a:pt x="68" y="35"/>
                      <a:pt x="65" y="36"/>
                      <a:pt x="59" y="36"/>
                    </a:cubicBezTo>
                    <a:cubicBezTo>
                      <a:pt x="49" y="36"/>
                      <a:pt x="46" y="46"/>
                      <a:pt x="43" y="51"/>
                    </a:cubicBezTo>
                    <a:cubicBezTo>
                      <a:pt x="36" y="47"/>
                      <a:pt x="31" y="46"/>
                      <a:pt x="24" y="41"/>
                    </a:cubicBezTo>
                    <a:cubicBezTo>
                      <a:pt x="23" y="42"/>
                      <a:pt x="21" y="43"/>
                      <a:pt x="21" y="45"/>
                    </a:cubicBezTo>
                    <a:cubicBezTo>
                      <a:pt x="15" y="45"/>
                      <a:pt x="8" y="40"/>
                      <a:pt x="8" y="48"/>
                    </a:cubicBezTo>
                    <a:cubicBezTo>
                      <a:pt x="8" y="52"/>
                      <a:pt x="14" y="52"/>
                      <a:pt x="16" y="54"/>
                    </a:cubicBezTo>
                    <a:cubicBezTo>
                      <a:pt x="12" y="59"/>
                      <a:pt x="9" y="57"/>
                      <a:pt x="5" y="61"/>
                    </a:cubicBezTo>
                    <a:cubicBezTo>
                      <a:pt x="3" y="61"/>
                      <a:pt x="3" y="61"/>
                      <a:pt x="3" y="61"/>
                    </a:cubicBezTo>
                    <a:cubicBezTo>
                      <a:pt x="3" y="58"/>
                      <a:pt x="3" y="51"/>
                      <a:pt x="3" y="51"/>
                    </a:cubicBezTo>
                    <a:cubicBezTo>
                      <a:pt x="3" y="49"/>
                      <a:pt x="0" y="48"/>
                      <a:pt x="0" y="46"/>
                    </a:cubicBezTo>
                    <a:cubicBezTo>
                      <a:pt x="0" y="41"/>
                      <a:pt x="8" y="38"/>
                      <a:pt x="8" y="35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9" y="32"/>
                      <a:pt x="10" y="33"/>
                      <a:pt x="12" y="34"/>
                    </a:cubicBezTo>
                    <a:lnTo>
                      <a:pt x="11" y="3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69" name="Freeform 141">
                <a:extLst>
                  <a:ext uri="{FF2B5EF4-FFF2-40B4-BE49-F238E27FC236}">
                    <a16:creationId xmlns:a16="http://schemas.microsoft.com/office/drawing/2014/main" id="{8273C026-91FD-4599-8399-BCAB65E6C256}"/>
                  </a:ext>
                </a:extLst>
              </p:cNvPr>
              <p:cNvSpPr/>
              <p:nvPr/>
            </p:nvSpPr>
            <p:spPr bwMode="auto">
              <a:xfrm>
                <a:off x="6816725" y="2073275"/>
                <a:ext cx="15875" cy="14288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2" y="2"/>
                  </a:cxn>
                  <a:cxn ang="0">
                    <a:pos x="1" y="11"/>
                  </a:cxn>
                  <a:cxn ang="0">
                    <a:pos x="1" y="7"/>
                  </a:cxn>
                  <a:cxn ang="0">
                    <a:pos x="11" y="0"/>
                  </a:cxn>
                  <a:cxn ang="0">
                    <a:pos x="10" y="0"/>
                  </a:cxn>
                </a:cxnLst>
                <a:rect l="0" t="0" r="r" b="b"/>
                <a:pathLst>
                  <a:path w="12" h="11">
                    <a:moveTo>
                      <a:pt x="10" y="0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0" y="4"/>
                      <a:pt x="5" y="11"/>
                      <a:pt x="1" y="11"/>
                    </a:cubicBezTo>
                    <a:cubicBezTo>
                      <a:pt x="0" y="11"/>
                      <a:pt x="0" y="8"/>
                      <a:pt x="1" y="7"/>
                    </a:cubicBezTo>
                    <a:cubicBezTo>
                      <a:pt x="3" y="4"/>
                      <a:pt x="8" y="0"/>
                      <a:pt x="11" y="0"/>
                    </a:cubicBezTo>
                    <a:lnTo>
                      <a:pt x="1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70" name="Freeform 142">
                <a:extLst>
                  <a:ext uri="{FF2B5EF4-FFF2-40B4-BE49-F238E27FC236}">
                    <a16:creationId xmlns:a16="http://schemas.microsoft.com/office/drawing/2014/main" id="{A381B361-92EF-40BD-B383-53E4B55042ED}"/>
                  </a:ext>
                </a:extLst>
              </p:cNvPr>
              <p:cNvSpPr/>
              <p:nvPr/>
            </p:nvSpPr>
            <p:spPr bwMode="auto">
              <a:xfrm>
                <a:off x="6848475" y="2052638"/>
                <a:ext cx="22225" cy="15875"/>
              </a:xfrm>
              <a:custGeom>
                <a:avLst/>
                <a:gdLst/>
                <a:ahLst/>
                <a:cxnLst>
                  <a:cxn ang="0">
                    <a:pos x="17" y="3"/>
                  </a:cxn>
                  <a:cxn ang="0">
                    <a:pos x="1" y="12"/>
                  </a:cxn>
                  <a:cxn ang="0">
                    <a:pos x="1" y="10"/>
                  </a:cxn>
                  <a:cxn ang="0">
                    <a:pos x="10" y="0"/>
                  </a:cxn>
                  <a:cxn ang="0">
                    <a:pos x="17" y="0"/>
                  </a:cxn>
                  <a:cxn ang="0">
                    <a:pos x="17" y="3"/>
                  </a:cxn>
                </a:cxnLst>
                <a:rect l="0" t="0" r="r" b="b"/>
                <a:pathLst>
                  <a:path w="17" h="12">
                    <a:moveTo>
                      <a:pt x="17" y="3"/>
                    </a:moveTo>
                    <a:cubicBezTo>
                      <a:pt x="7" y="3"/>
                      <a:pt x="7" y="12"/>
                      <a:pt x="1" y="12"/>
                    </a:cubicBezTo>
                    <a:cubicBezTo>
                      <a:pt x="0" y="12"/>
                      <a:pt x="1" y="10"/>
                      <a:pt x="1" y="10"/>
                    </a:cubicBezTo>
                    <a:cubicBezTo>
                      <a:pt x="1" y="10"/>
                      <a:pt x="5" y="0"/>
                      <a:pt x="10" y="0"/>
                    </a:cubicBezTo>
                    <a:cubicBezTo>
                      <a:pt x="13" y="0"/>
                      <a:pt x="15" y="0"/>
                      <a:pt x="17" y="0"/>
                    </a:cubicBezTo>
                    <a:lnTo>
                      <a:pt x="17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71" name="Freeform 143">
                <a:extLst>
                  <a:ext uri="{FF2B5EF4-FFF2-40B4-BE49-F238E27FC236}">
                    <a16:creationId xmlns:a16="http://schemas.microsoft.com/office/drawing/2014/main" id="{7DFCB84C-6F49-4A17-BD9A-96A355DFEC7A}"/>
                  </a:ext>
                </a:extLst>
              </p:cNvPr>
              <p:cNvSpPr/>
              <p:nvPr/>
            </p:nvSpPr>
            <p:spPr bwMode="auto">
              <a:xfrm>
                <a:off x="6888163" y="2035175"/>
                <a:ext cx="12700" cy="11113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2" y="3"/>
                  </a:cxn>
                  <a:cxn ang="0">
                    <a:pos x="9" y="0"/>
                  </a:cxn>
                  <a:cxn ang="0">
                    <a:pos x="1" y="9"/>
                  </a:cxn>
                  <a:cxn ang="0">
                    <a:pos x="1" y="6"/>
                  </a:cxn>
                </a:cxnLst>
                <a:rect l="0" t="0" r="r" b="b"/>
                <a:pathLst>
                  <a:path w="9" h="9">
                    <a:moveTo>
                      <a:pt x="1" y="6"/>
                    </a:moveTo>
                    <a:cubicBezTo>
                      <a:pt x="3" y="6"/>
                      <a:pt x="1" y="4"/>
                      <a:pt x="2" y="3"/>
                    </a:cubicBezTo>
                    <a:cubicBezTo>
                      <a:pt x="3" y="0"/>
                      <a:pt x="8" y="0"/>
                      <a:pt x="9" y="0"/>
                    </a:cubicBezTo>
                    <a:cubicBezTo>
                      <a:pt x="8" y="3"/>
                      <a:pt x="5" y="9"/>
                      <a:pt x="1" y="9"/>
                    </a:cubicBezTo>
                    <a:cubicBezTo>
                      <a:pt x="0" y="9"/>
                      <a:pt x="0" y="6"/>
                      <a:pt x="1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72" name="Freeform 144">
                <a:extLst>
                  <a:ext uri="{FF2B5EF4-FFF2-40B4-BE49-F238E27FC236}">
                    <a16:creationId xmlns:a16="http://schemas.microsoft.com/office/drawing/2014/main" id="{79EDBE2A-0575-4F3D-B1C0-FB5805BE0F35}"/>
                  </a:ext>
                </a:extLst>
              </p:cNvPr>
              <p:cNvSpPr/>
              <p:nvPr/>
            </p:nvSpPr>
            <p:spPr bwMode="auto">
              <a:xfrm>
                <a:off x="6753225" y="1855788"/>
                <a:ext cx="47625" cy="184150"/>
              </a:xfrm>
              <a:custGeom>
                <a:avLst/>
                <a:gdLst/>
                <a:ahLst/>
                <a:cxnLst>
                  <a:cxn ang="0">
                    <a:pos x="26" y="84"/>
                  </a:cxn>
                  <a:cxn ang="0">
                    <a:pos x="13" y="109"/>
                  </a:cxn>
                  <a:cxn ang="0">
                    <a:pos x="26" y="132"/>
                  </a:cxn>
                  <a:cxn ang="0">
                    <a:pos x="25" y="132"/>
                  </a:cxn>
                  <a:cxn ang="0">
                    <a:pos x="20" y="128"/>
                  </a:cxn>
                  <a:cxn ang="0">
                    <a:pos x="16" y="128"/>
                  </a:cxn>
                  <a:cxn ang="0">
                    <a:pos x="5" y="138"/>
                  </a:cxn>
                  <a:cxn ang="0">
                    <a:pos x="5" y="125"/>
                  </a:cxn>
                  <a:cxn ang="0">
                    <a:pos x="7" y="105"/>
                  </a:cxn>
                  <a:cxn ang="0">
                    <a:pos x="4" y="93"/>
                  </a:cxn>
                  <a:cxn ang="0">
                    <a:pos x="7" y="79"/>
                  </a:cxn>
                  <a:cxn ang="0">
                    <a:pos x="7" y="53"/>
                  </a:cxn>
                  <a:cxn ang="0">
                    <a:pos x="0" y="37"/>
                  </a:cxn>
                  <a:cxn ang="0">
                    <a:pos x="9" y="15"/>
                  </a:cxn>
                  <a:cxn ang="0">
                    <a:pos x="11" y="9"/>
                  </a:cxn>
                  <a:cxn ang="0">
                    <a:pos x="11" y="0"/>
                  </a:cxn>
                  <a:cxn ang="0">
                    <a:pos x="14" y="0"/>
                  </a:cxn>
                  <a:cxn ang="0">
                    <a:pos x="19" y="20"/>
                  </a:cxn>
                  <a:cxn ang="0">
                    <a:pos x="21" y="37"/>
                  </a:cxn>
                  <a:cxn ang="0">
                    <a:pos x="21" y="47"/>
                  </a:cxn>
                  <a:cxn ang="0">
                    <a:pos x="24" y="59"/>
                  </a:cxn>
                  <a:cxn ang="0">
                    <a:pos x="36" y="90"/>
                  </a:cxn>
                  <a:cxn ang="0">
                    <a:pos x="26" y="84"/>
                  </a:cxn>
                </a:cxnLst>
                <a:rect l="0" t="0" r="r" b="b"/>
                <a:pathLst>
                  <a:path w="36" h="138">
                    <a:moveTo>
                      <a:pt x="26" y="84"/>
                    </a:moveTo>
                    <a:cubicBezTo>
                      <a:pt x="15" y="84"/>
                      <a:pt x="13" y="98"/>
                      <a:pt x="13" y="109"/>
                    </a:cubicBezTo>
                    <a:cubicBezTo>
                      <a:pt x="13" y="120"/>
                      <a:pt x="22" y="124"/>
                      <a:pt x="26" y="132"/>
                    </a:cubicBezTo>
                    <a:cubicBezTo>
                      <a:pt x="26" y="132"/>
                      <a:pt x="25" y="132"/>
                      <a:pt x="25" y="132"/>
                    </a:cubicBezTo>
                    <a:cubicBezTo>
                      <a:pt x="23" y="133"/>
                      <a:pt x="21" y="130"/>
                      <a:pt x="20" y="128"/>
                    </a:cubicBezTo>
                    <a:cubicBezTo>
                      <a:pt x="19" y="128"/>
                      <a:pt x="17" y="128"/>
                      <a:pt x="16" y="128"/>
                    </a:cubicBezTo>
                    <a:cubicBezTo>
                      <a:pt x="11" y="128"/>
                      <a:pt x="11" y="138"/>
                      <a:pt x="5" y="138"/>
                    </a:cubicBezTo>
                    <a:cubicBezTo>
                      <a:pt x="4" y="138"/>
                      <a:pt x="5" y="127"/>
                      <a:pt x="5" y="125"/>
                    </a:cubicBezTo>
                    <a:cubicBezTo>
                      <a:pt x="5" y="117"/>
                      <a:pt x="7" y="112"/>
                      <a:pt x="7" y="105"/>
                    </a:cubicBezTo>
                    <a:cubicBezTo>
                      <a:pt x="7" y="99"/>
                      <a:pt x="4" y="98"/>
                      <a:pt x="4" y="93"/>
                    </a:cubicBezTo>
                    <a:cubicBezTo>
                      <a:pt x="4" y="86"/>
                      <a:pt x="7" y="84"/>
                      <a:pt x="7" y="79"/>
                    </a:cubicBezTo>
                    <a:cubicBezTo>
                      <a:pt x="7" y="68"/>
                      <a:pt x="7" y="64"/>
                      <a:pt x="7" y="53"/>
                    </a:cubicBezTo>
                    <a:cubicBezTo>
                      <a:pt x="7" y="46"/>
                      <a:pt x="0" y="44"/>
                      <a:pt x="0" y="37"/>
                    </a:cubicBezTo>
                    <a:cubicBezTo>
                      <a:pt x="0" y="28"/>
                      <a:pt x="3" y="16"/>
                      <a:pt x="9" y="15"/>
                    </a:cubicBezTo>
                    <a:cubicBezTo>
                      <a:pt x="9" y="12"/>
                      <a:pt x="11" y="11"/>
                      <a:pt x="11" y="9"/>
                    </a:cubicBezTo>
                    <a:cubicBezTo>
                      <a:pt x="11" y="4"/>
                      <a:pt x="11" y="3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4" y="8"/>
                      <a:pt x="18" y="14"/>
                      <a:pt x="19" y="20"/>
                    </a:cubicBezTo>
                    <a:cubicBezTo>
                      <a:pt x="21" y="26"/>
                      <a:pt x="18" y="30"/>
                      <a:pt x="21" y="37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52"/>
                      <a:pt x="23" y="57"/>
                      <a:pt x="24" y="59"/>
                    </a:cubicBezTo>
                    <a:cubicBezTo>
                      <a:pt x="27" y="70"/>
                      <a:pt x="33" y="79"/>
                      <a:pt x="36" y="90"/>
                    </a:cubicBezTo>
                    <a:cubicBezTo>
                      <a:pt x="34" y="86"/>
                      <a:pt x="30" y="84"/>
                      <a:pt x="26" y="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73" name="Freeform 145">
                <a:extLst>
                  <a:ext uri="{FF2B5EF4-FFF2-40B4-BE49-F238E27FC236}">
                    <a16:creationId xmlns:a16="http://schemas.microsoft.com/office/drawing/2014/main" id="{1FFF56C1-42F5-433B-8111-DEE077270F52}"/>
                  </a:ext>
                </a:extLst>
              </p:cNvPr>
              <p:cNvSpPr/>
              <p:nvPr/>
            </p:nvSpPr>
            <p:spPr bwMode="auto">
              <a:xfrm>
                <a:off x="5241925" y="1219200"/>
                <a:ext cx="292100" cy="214313"/>
              </a:xfrm>
              <a:custGeom>
                <a:avLst/>
                <a:gdLst/>
                <a:ahLst/>
                <a:cxnLst>
                  <a:cxn ang="0">
                    <a:pos x="76" y="161"/>
                  </a:cxn>
                  <a:cxn ang="0">
                    <a:pos x="50" y="131"/>
                  </a:cxn>
                  <a:cxn ang="0">
                    <a:pos x="103" y="67"/>
                  </a:cxn>
                  <a:cxn ang="0">
                    <a:pos x="125" y="55"/>
                  </a:cxn>
                  <a:cxn ang="0">
                    <a:pos x="134" y="45"/>
                  </a:cxn>
                  <a:cxn ang="0">
                    <a:pos x="175" y="34"/>
                  </a:cxn>
                  <a:cxn ang="0">
                    <a:pos x="220" y="11"/>
                  </a:cxn>
                  <a:cxn ang="0">
                    <a:pos x="203" y="0"/>
                  </a:cxn>
                  <a:cxn ang="0">
                    <a:pos x="136" y="25"/>
                  </a:cxn>
                  <a:cxn ang="0">
                    <a:pos x="123" y="19"/>
                  </a:cxn>
                  <a:cxn ang="0">
                    <a:pos x="109" y="25"/>
                  </a:cxn>
                  <a:cxn ang="0">
                    <a:pos x="69" y="46"/>
                  </a:cxn>
                  <a:cxn ang="0">
                    <a:pos x="52" y="49"/>
                  </a:cxn>
                  <a:cxn ang="0">
                    <a:pos x="47" y="53"/>
                  </a:cxn>
                  <a:cxn ang="0">
                    <a:pos x="50" y="61"/>
                  </a:cxn>
                  <a:cxn ang="0">
                    <a:pos x="27" y="88"/>
                  </a:cxn>
                  <a:cxn ang="0">
                    <a:pos x="34" y="98"/>
                  </a:cxn>
                  <a:cxn ang="0">
                    <a:pos x="13" y="110"/>
                  </a:cxn>
                  <a:cxn ang="0">
                    <a:pos x="13" y="117"/>
                  </a:cxn>
                  <a:cxn ang="0">
                    <a:pos x="0" y="134"/>
                  </a:cxn>
                  <a:cxn ang="0">
                    <a:pos x="8" y="143"/>
                  </a:cxn>
                  <a:cxn ang="0">
                    <a:pos x="21" y="143"/>
                  </a:cxn>
                  <a:cxn ang="0">
                    <a:pos x="27" y="158"/>
                  </a:cxn>
                  <a:cxn ang="0">
                    <a:pos x="39" y="158"/>
                  </a:cxn>
                  <a:cxn ang="0">
                    <a:pos x="42" y="161"/>
                  </a:cxn>
                  <a:cxn ang="0">
                    <a:pos x="76" y="161"/>
                  </a:cxn>
                  <a:cxn ang="0">
                    <a:pos x="72" y="156"/>
                  </a:cxn>
                  <a:cxn ang="0">
                    <a:pos x="76" y="161"/>
                  </a:cxn>
                </a:cxnLst>
                <a:rect l="0" t="0" r="r" b="b"/>
                <a:pathLst>
                  <a:path w="220" h="161">
                    <a:moveTo>
                      <a:pt x="76" y="161"/>
                    </a:moveTo>
                    <a:cubicBezTo>
                      <a:pt x="66" y="151"/>
                      <a:pt x="50" y="147"/>
                      <a:pt x="50" y="131"/>
                    </a:cubicBezTo>
                    <a:cubicBezTo>
                      <a:pt x="50" y="102"/>
                      <a:pt x="81" y="73"/>
                      <a:pt x="103" y="67"/>
                    </a:cubicBezTo>
                    <a:cubicBezTo>
                      <a:pt x="111" y="64"/>
                      <a:pt x="113" y="55"/>
                      <a:pt x="125" y="55"/>
                    </a:cubicBezTo>
                    <a:cubicBezTo>
                      <a:pt x="130" y="55"/>
                      <a:pt x="132" y="46"/>
                      <a:pt x="134" y="45"/>
                    </a:cubicBezTo>
                    <a:cubicBezTo>
                      <a:pt x="149" y="38"/>
                      <a:pt x="160" y="41"/>
                      <a:pt x="175" y="34"/>
                    </a:cubicBezTo>
                    <a:cubicBezTo>
                      <a:pt x="186" y="28"/>
                      <a:pt x="220" y="26"/>
                      <a:pt x="220" y="11"/>
                    </a:cubicBezTo>
                    <a:cubicBezTo>
                      <a:pt x="220" y="6"/>
                      <a:pt x="208" y="0"/>
                      <a:pt x="203" y="0"/>
                    </a:cubicBezTo>
                    <a:cubicBezTo>
                      <a:pt x="181" y="0"/>
                      <a:pt x="160" y="25"/>
                      <a:pt x="136" y="25"/>
                    </a:cubicBezTo>
                    <a:cubicBezTo>
                      <a:pt x="131" y="25"/>
                      <a:pt x="128" y="19"/>
                      <a:pt x="123" y="19"/>
                    </a:cubicBezTo>
                    <a:cubicBezTo>
                      <a:pt x="115" y="19"/>
                      <a:pt x="115" y="25"/>
                      <a:pt x="109" y="25"/>
                    </a:cubicBezTo>
                    <a:cubicBezTo>
                      <a:pt x="93" y="25"/>
                      <a:pt x="80" y="46"/>
                      <a:pt x="69" y="46"/>
                    </a:cubicBezTo>
                    <a:cubicBezTo>
                      <a:pt x="63" y="46"/>
                      <a:pt x="58" y="49"/>
                      <a:pt x="52" y="49"/>
                    </a:cubicBezTo>
                    <a:cubicBezTo>
                      <a:pt x="49" y="49"/>
                      <a:pt x="47" y="52"/>
                      <a:pt x="47" y="53"/>
                    </a:cubicBezTo>
                    <a:cubicBezTo>
                      <a:pt x="47" y="56"/>
                      <a:pt x="50" y="58"/>
                      <a:pt x="50" y="61"/>
                    </a:cubicBezTo>
                    <a:cubicBezTo>
                      <a:pt x="50" y="74"/>
                      <a:pt x="27" y="80"/>
                      <a:pt x="27" y="88"/>
                    </a:cubicBezTo>
                    <a:cubicBezTo>
                      <a:pt x="27" y="91"/>
                      <a:pt x="34" y="92"/>
                      <a:pt x="34" y="98"/>
                    </a:cubicBezTo>
                    <a:cubicBezTo>
                      <a:pt x="27" y="99"/>
                      <a:pt x="13" y="102"/>
                      <a:pt x="13" y="110"/>
                    </a:cubicBezTo>
                    <a:cubicBezTo>
                      <a:pt x="13" y="115"/>
                      <a:pt x="13" y="117"/>
                      <a:pt x="13" y="117"/>
                    </a:cubicBezTo>
                    <a:cubicBezTo>
                      <a:pt x="13" y="124"/>
                      <a:pt x="0" y="124"/>
                      <a:pt x="0" y="134"/>
                    </a:cubicBezTo>
                    <a:cubicBezTo>
                      <a:pt x="0" y="139"/>
                      <a:pt x="8" y="143"/>
                      <a:pt x="8" y="143"/>
                    </a:cubicBezTo>
                    <a:cubicBezTo>
                      <a:pt x="8" y="143"/>
                      <a:pt x="20" y="143"/>
                      <a:pt x="21" y="143"/>
                    </a:cubicBezTo>
                    <a:cubicBezTo>
                      <a:pt x="28" y="145"/>
                      <a:pt x="24" y="152"/>
                      <a:pt x="27" y="158"/>
                    </a:cubicBezTo>
                    <a:cubicBezTo>
                      <a:pt x="28" y="161"/>
                      <a:pt x="35" y="158"/>
                      <a:pt x="39" y="158"/>
                    </a:cubicBezTo>
                    <a:cubicBezTo>
                      <a:pt x="40" y="158"/>
                      <a:pt x="41" y="161"/>
                      <a:pt x="42" y="161"/>
                    </a:cubicBezTo>
                    <a:cubicBezTo>
                      <a:pt x="76" y="161"/>
                      <a:pt x="76" y="161"/>
                      <a:pt x="76" y="161"/>
                    </a:cubicBezTo>
                    <a:cubicBezTo>
                      <a:pt x="75" y="159"/>
                      <a:pt x="73" y="157"/>
                      <a:pt x="72" y="156"/>
                    </a:cubicBezTo>
                    <a:lnTo>
                      <a:pt x="76" y="16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74" name="Freeform 146">
                <a:extLst>
                  <a:ext uri="{FF2B5EF4-FFF2-40B4-BE49-F238E27FC236}">
                    <a16:creationId xmlns:a16="http://schemas.microsoft.com/office/drawing/2014/main" id="{8D3E7477-19B2-43AB-A462-4949732E740B}"/>
                  </a:ext>
                </a:extLst>
              </p:cNvPr>
              <p:cNvSpPr/>
              <p:nvPr/>
            </p:nvSpPr>
            <p:spPr bwMode="auto">
              <a:xfrm>
                <a:off x="4713288" y="1196975"/>
                <a:ext cx="2847975" cy="1058863"/>
              </a:xfrm>
              <a:custGeom>
                <a:avLst/>
                <a:gdLst/>
                <a:ahLst/>
                <a:cxnLst>
                  <a:cxn ang="0">
                    <a:pos x="1515" y="585"/>
                  </a:cxn>
                  <a:cxn ang="0">
                    <a:pos x="1460" y="485"/>
                  </a:cxn>
                  <a:cxn ang="0">
                    <a:pos x="1665" y="408"/>
                  </a:cxn>
                  <a:cxn ang="0">
                    <a:pos x="1804" y="346"/>
                  </a:cxn>
                  <a:cxn ang="0">
                    <a:pos x="1709" y="465"/>
                  </a:cxn>
                  <a:cxn ang="0">
                    <a:pos x="1793" y="452"/>
                  </a:cxn>
                  <a:cxn ang="0">
                    <a:pos x="1989" y="313"/>
                  </a:cxn>
                  <a:cxn ang="0">
                    <a:pos x="2112" y="287"/>
                  </a:cxn>
                  <a:cxn ang="0">
                    <a:pos x="1892" y="194"/>
                  </a:cxn>
                  <a:cxn ang="0">
                    <a:pos x="1660" y="159"/>
                  </a:cxn>
                  <a:cxn ang="0">
                    <a:pos x="1435" y="157"/>
                  </a:cxn>
                  <a:cxn ang="0">
                    <a:pos x="1314" y="97"/>
                  </a:cxn>
                  <a:cxn ang="0">
                    <a:pos x="1102" y="104"/>
                  </a:cxn>
                  <a:cxn ang="0">
                    <a:pos x="1016" y="27"/>
                  </a:cxn>
                  <a:cxn ang="0">
                    <a:pos x="758" y="117"/>
                  </a:cxn>
                  <a:cxn ang="0">
                    <a:pos x="668" y="148"/>
                  </a:cxn>
                  <a:cxn ang="0">
                    <a:pos x="644" y="121"/>
                  </a:cxn>
                  <a:cxn ang="0">
                    <a:pos x="511" y="207"/>
                  </a:cxn>
                  <a:cxn ang="0">
                    <a:pos x="322" y="247"/>
                  </a:cxn>
                  <a:cxn ang="0">
                    <a:pos x="214" y="296"/>
                  </a:cxn>
                  <a:cxn ang="0">
                    <a:pos x="229" y="227"/>
                  </a:cxn>
                  <a:cxn ang="0">
                    <a:pos x="127" y="236"/>
                  </a:cxn>
                  <a:cxn ang="0">
                    <a:pos x="136" y="312"/>
                  </a:cxn>
                  <a:cxn ang="0">
                    <a:pos x="117" y="395"/>
                  </a:cxn>
                  <a:cxn ang="0">
                    <a:pos x="50" y="446"/>
                  </a:cxn>
                  <a:cxn ang="0">
                    <a:pos x="16" y="495"/>
                  </a:cxn>
                  <a:cxn ang="0">
                    <a:pos x="54" y="558"/>
                  </a:cxn>
                  <a:cxn ang="0">
                    <a:pos x="88" y="597"/>
                  </a:cxn>
                  <a:cxn ang="0">
                    <a:pos x="112" y="644"/>
                  </a:cxn>
                  <a:cxn ang="0">
                    <a:pos x="208" y="647"/>
                  </a:cxn>
                  <a:cxn ang="0">
                    <a:pos x="225" y="626"/>
                  </a:cxn>
                  <a:cxn ang="0">
                    <a:pos x="284" y="701"/>
                  </a:cxn>
                  <a:cxn ang="0">
                    <a:pos x="350" y="732"/>
                  </a:cxn>
                  <a:cxn ang="0">
                    <a:pos x="366" y="742"/>
                  </a:cxn>
                  <a:cxn ang="0">
                    <a:pos x="349" y="634"/>
                  </a:cxn>
                  <a:cxn ang="0">
                    <a:pos x="412" y="645"/>
                  </a:cxn>
                  <a:cxn ang="0">
                    <a:pos x="427" y="700"/>
                  </a:cxn>
                  <a:cxn ang="0">
                    <a:pos x="428" y="746"/>
                  </a:cxn>
                  <a:cxn ang="0">
                    <a:pos x="447" y="755"/>
                  </a:cxn>
                  <a:cxn ang="0">
                    <a:pos x="522" y="777"/>
                  </a:cxn>
                  <a:cxn ang="0">
                    <a:pos x="559" y="781"/>
                  </a:cxn>
                  <a:cxn ang="0">
                    <a:pos x="608" y="770"/>
                  </a:cxn>
                  <a:cxn ang="0">
                    <a:pos x="654" y="772"/>
                  </a:cxn>
                  <a:cxn ang="0">
                    <a:pos x="677" y="748"/>
                  </a:cxn>
                  <a:cxn ang="0">
                    <a:pos x="829" y="593"/>
                  </a:cxn>
                  <a:cxn ang="0">
                    <a:pos x="994" y="534"/>
                  </a:cxn>
                  <a:cxn ang="0">
                    <a:pos x="1224" y="569"/>
                  </a:cxn>
                  <a:cxn ang="0">
                    <a:pos x="1411" y="607"/>
                  </a:cxn>
                  <a:cxn ang="0">
                    <a:pos x="1400" y="655"/>
                  </a:cxn>
                </a:cxnLst>
                <a:rect l="0" t="0" r="r" b="b"/>
                <a:pathLst>
                  <a:path w="2139" h="795">
                    <a:moveTo>
                      <a:pt x="1398" y="684"/>
                    </a:moveTo>
                    <a:cubicBezTo>
                      <a:pt x="1398" y="684"/>
                      <a:pt x="1415" y="688"/>
                      <a:pt x="1429" y="688"/>
                    </a:cubicBezTo>
                    <a:cubicBezTo>
                      <a:pt x="1454" y="688"/>
                      <a:pt x="1478" y="635"/>
                      <a:pt x="1495" y="618"/>
                    </a:cubicBezTo>
                    <a:cubicBezTo>
                      <a:pt x="1502" y="610"/>
                      <a:pt x="1512" y="596"/>
                      <a:pt x="1515" y="585"/>
                    </a:cubicBezTo>
                    <a:cubicBezTo>
                      <a:pt x="1518" y="572"/>
                      <a:pt x="1513" y="564"/>
                      <a:pt x="1520" y="551"/>
                    </a:cubicBezTo>
                    <a:cubicBezTo>
                      <a:pt x="1522" y="547"/>
                      <a:pt x="1527" y="537"/>
                      <a:pt x="1527" y="527"/>
                    </a:cubicBezTo>
                    <a:cubicBezTo>
                      <a:pt x="1527" y="515"/>
                      <a:pt x="1508" y="492"/>
                      <a:pt x="1499" y="499"/>
                    </a:cubicBezTo>
                    <a:cubicBezTo>
                      <a:pt x="1473" y="518"/>
                      <a:pt x="1460" y="488"/>
                      <a:pt x="1460" y="485"/>
                    </a:cubicBezTo>
                    <a:cubicBezTo>
                      <a:pt x="1460" y="473"/>
                      <a:pt x="1483" y="459"/>
                      <a:pt x="1493" y="450"/>
                    </a:cubicBezTo>
                    <a:cubicBezTo>
                      <a:pt x="1506" y="436"/>
                      <a:pt x="1524" y="413"/>
                      <a:pt x="1543" y="408"/>
                    </a:cubicBezTo>
                    <a:cubicBezTo>
                      <a:pt x="1560" y="404"/>
                      <a:pt x="1613" y="399"/>
                      <a:pt x="1627" y="399"/>
                    </a:cubicBezTo>
                    <a:cubicBezTo>
                      <a:pt x="1645" y="399"/>
                      <a:pt x="1654" y="408"/>
                      <a:pt x="1665" y="408"/>
                    </a:cubicBezTo>
                    <a:cubicBezTo>
                      <a:pt x="1671" y="408"/>
                      <a:pt x="1675" y="408"/>
                      <a:pt x="1689" y="408"/>
                    </a:cubicBezTo>
                    <a:cubicBezTo>
                      <a:pt x="1696" y="379"/>
                      <a:pt x="1709" y="362"/>
                      <a:pt x="1740" y="362"/>
                    </a:cubicBezTo>
                    <a:cubicBezTo>
                      <a:pt x="1748" y="362"/>
                      <a:pt x="1751" y="360"/>
                      <a:pt x="1766" y="362"/>
                    </a:cubicBezTo>
                    <a:cubicBezTo>
                      <a:pt x="1759" y="368"/>
                      <a:pt x="1756" y="406"/>
                      <a:pt x="1804" y="346"/>
                    </a:cubicBezTo>
                    <a:cubicBezTo>
                      <a:pt x="1809" y="346"/>
                      <a:pt x="1832" y="355"/>
                      <a:pt x="1797" y="377"/>
                    </a:cubicBezTo>
                    <a:cubicBezTo>
                      <a:pt x="1785" y="385"/>
                      <a:pt x="1774" y="381"/>
                      <a:pt x="1766" y="393"/>
                    </a:cubicBezTo>
                    <a:cubicBezTo>
                      <a:pt x="1757" y="406"/>
                      <a:pt x="1749" y="423"/>
                      <a:pt x="1735" y="430"/>
                    </a:cubicBezTo>
                    <a:cubicBezTo>
                      <a:pt x="1724" y="436"/>
                      <a:pt x="1709" y="447"/>
                      <a:pt x="1709" y="465"/>
                    </a:cubicBezTo>
                    <a:cubicBezTo>
                      <a:pt x="1709" y="482"/>
                      <a:pt x="1714" y="535"/>
                      <a:pt x="1726" y="545"/>
                    </a:cubicBezTo>
                    <a:cubicBezTo>
                      <a:pt x="1735" y="532"/>
                      <a:pt x="1741" y="507"/>
                      <a:pt x="1760" y="503"/>
                    </a:cubicBezTo>
                    <a:cubicBezTo>
                      <a:pt x="1757" y="491"/>
                      <a:pt x="1777" y="488"/>
                      <a:pt x="1777" y="479"/>
                    </a:cubicBezTo>
                    <a:cubicBezTo>
                      <a:pt x="1777" y="464"/>
                      <a:pt x="1793" y="460"/>
                      <a:pt x="1793" y="452"/>
                    </a:cubicBezTo>
                    <a:cubicBezTo>
                      <a:pt x="1793" y="447"/>
                      <a:pt x="1788" y="442"/>
                      <a:pt x="1793" y="432"/>
                    </a:cubicBezTo>
                    <a:cubicBezTo>
                      <a:pt x="1828" y="356"/>
                      <a:pt x="1861" y="397"/>
                      <a:pt x="1874" y="397"/>
                    </a:cubicBezTo>
                    <a:cubicBezTo>
                      <a:pt x="1914" y="397"/>
                      <a:pt x="1941" y="347"/>
                      <a:pt x="1976" y="346"/>
                    </a:cubicBezTo>
                    <a:cubicBezTo>
                      <a:pt x="2041" y="345"/>
                      <a:pt x="1989" y="320"/>
                      <a:pt x="1989" y="313"/>
                    </a:cubicBezTo>
                    <a:cubicBezTo>
                      <a:pt x="1989" y="294"/>
                      <a:pt x="2015" y="297"/>
                      <a:pt x="2020" y="287"/>
                    </a:cubicBezTo>
                    <a:cubicBezTo>
                      <a:pt x="2022" y="282"/>
                      <a:pt x="2018" y="271"/>
                      <a:pt x="2026" y="271"/>
                    </a:cubicBezTo>
                    <a:cubicBezTo>
                      <a:pt x="2054" y="271"/>
                      <a:pt x="2077" y="309"/>
                      <a:pt x="2097" y="309"/>
                    </a:cubicBezTo>
                    <a:cubicBezTo>
                      <a:pt x="2106" y="309"/>
                      <a:pt x="2108" y="293"/>
                      <a:pt x="2112" y="287"/>
                    </a:cubicBezTo>
                    <a:cubicBezTo>
                      <a:pt x="2120" y="278"/>
                      <a:pt x="2127" y="279"/>
                      <a:pt x="2139" y="275"/>
                    </a:cubicBezTo>
                    <a:cubicBezTo>
                      <a:pt x="2123" y="254"/>
                      <a:pt x="2071" y="242"/>
                      <a:pt x="2046" y="227"/>
                    </a:cubicBezTo>
                    <a:cubicBezTo>
                      <a:pt x="2011" y="207"/>
                      <a:pt x="1965" y="185"/>
                      <a:pt x="1914" y="185"/>
                    </a:cubicBezTo>
                    <a:cubicBezTo>
                      <a:pt x="1900" y="185"/>
                      <a:pt x="1890" y="188"/>
                      <a:pt x="1892" y="194"/>
                    </a:cubicBezTo>
                    <a:cubicBezTo>
                      <a:pt x="1906" y="237"/>
                      <a:pt x="1872" y="194"/>
                      <a:pt x="1863" y="194"/>
                    </a:cubicBezTo>
                    <a:cubicBezTo>
                      <a:pt x="1762" y="192"/>
                      <a:pt x="1762" y="192"/>
                      <a:pt x="1762" y="192"/>
                    </a:cubicBezTo>
                    <a:cubicBezTo>
                      <a:pt x="1756" y="169"/>
                      <a:pt x="1741" y="161"/>
                      <a:pt x="1711" y="161"/>
                    </a:cubicBezTo>
                    <a:cubicBezTo>
                      <a:pt x="1695" y="161"/>
                      <a:pt x="1670" y="167"/>
                      <a:pt x="1660" y="159"/>
                    </a:cubicBezTo>
                    <a:cubicBezTo>
                      <a:pt x="1652" y="151"/>
                      <a:pt x="1651" y="141"/>
                      <a:pt x="1638" y="137"/>
                    </a:cubicBezTo>
                    <a:cubicBezTo>
                      <a:pt x="1611" y="128"/>
                      <a:pt x="1582" y="121"/>
                      <a:pt x="1548" y="121"/>
                    </a:cubicBezTo>
                    <a:cubicBezTo>
                      <a:pt x="1513" y="121"/>
                      <a:pt x="1509" y="140"/>
                      <a:pt x="1506" y="157"/>
                    </a:cubicBezTo>
                    <a:cubicBezTo>
                      <a:pt x="1473" y="157"/>
                      <a:pt x="1457" y="157"/>
                      <a:pt x="1435" y="157"/>
                    </a:cubicBezTo>
                    <a:cubicBezTo>
                      <a:pt x="1423" y="157"/>
                      <a:pt x="1421" y="147"/>
                      <a:pt x="1407" y="146"/>
                    </a:cubicBezTo>
                    <a:cubicBezTo>
                      <a:pt x="1405" y="152"/>
                      <a:pt x="1403" y="166"/>
                      <a:pt x="1396" y="166"/>
                    </a:cubicBezTo>
                    <a:cubicBezTo>
                      <a:pt x="1377" y="166"/>
                      <a:pt x="1369" y="143"/>
                      <a:pt x="1369" y="130"/>
                    </a:cubicBezTo>
                    <a:cubicBezTo>
                      <a:pt x="1369" y="127"/>
                      <a:pt x="1405" y="105"/>
                      <a:pt x="1314" y="97"/>
                    </a:cubicBezTo>
                    <a:cubicBezTo>
                      <a:pt x="1303" y="96"/>
                      <a:pt x="1296" y="101"/>
                      <a:pt x="1296" y="115"/>
                    </a:cubicBezTo>
                    <a:cubicBezTo>
                      <a:pt x="1248" y="115"/>
                      <a:pt x="1248" y="115"/>
                      <a:pt x="1248" y="115"/>
                    </a:cubicBezTo>
                    <a:cubicBezTo>
                      <a:pt x="1233" y="111"/>
                      <a:pt x="1157" y="102"/>
                      <a:pt x="1147" y="86"/>
                    </a:cubicBezTo>
                    <a:cubicBezTo>
                      <a:pt x="1089" y="133"/>
                      <a:pt x="1102" y="104"/>
                      <a:pt x="1102" y="104"/>
                    </a:cubicBezTo>
                    <a:cubicBezTo>
                      <a:pt x="1116" y="87"/>
                      <a:pt x="1249" y="51"/>
                      <a:pt x="1140" y="24"/>
                    </a:cubicBezTo>
                    <a:cubicBezTo>
                      <a:pt x="1094" y="24"/>
                      <a:pt x="1094" y="24"/>
                      <a:pt x="1094" y="24"/>
                    </a:cubicBezTo>
                    <a:cubicBezTo>
                      <a:pt x="1089" y="12"/>
                      <a:pt x="1079" y="0"/>
                      <a:pt x="1060" y="0"/>
                    </a:cubicBezTo>
                    <a:cubicBezTo>
                      <a:pt x="1038" y="0"/>
                      <a:pt x="1028" y="17"/>
                      <a:pt x="1016" y="27"/>
                    </a:cubicBezTo>
                    <a:cubicBezTo>
                      <a:pt x="1008" y="33"/>
                      <a:pt x="951" y="56"/>
                      <a:pt x="956" y="35"/>
                    </a:cubicBezTo>
                    <a:cubicBezTo>
                      <a:pt x="941" y="40"/>
                      <a:pt x="879" y="44"/>
                      <a:pt x="847" y="73"/>
                    </a:cubicBezTo>
                    <a:cubicBezTo>
                      <a:pt x="840" y="79"/>
                      <a:pt x="838" y="97"/>
                      <a:pt x="828" y="97"/>
                    </a:cubicBezTo>
                    <a:cubicBezTo>
                      <a:pt x="813" y="97"/>
                      <a:pt x="758" y="92"/>
                      <a:pt x="758" y="117"/>
                    </a:cubicBezTo>
                    <a:cubicBezTo>
                      <a:pt x="758" y="122"/>
                      <a:pt x="763" y="128"/>
                      <a:pt x="765" y="135"/>
                    </a:cubicBezTo>
                    <a:cubicBezTo>
                      <a:pt x="755" y="141"/>
                      <a:pt x="752" y="135"/>
                      <a:pt x="721" y="135"/>
                    </a:cubicBezTo>
                    <a:cubicBezTo>
                      <a:pt x="695" y="170"/>
                      <a:pt x="697" y="129"/>
                      <a:pt x="691" y="121"/>
                    </a:cubicBezTo>
                    <a:cubicBezTo>
                      <a:pt x="689" y="136"/>
                      <a:pt x="679" y="142"/>
                      <a:pt x="668" y="148"/>
                    </a:cubicBezTo>
                    <a:cubicBezTo>
                      <a:pt x="671" y="160"/>
                      <a:pt x="690" y="173"/>
                      <a:pt x="677" y="188"/>
                    </a:cubicBezTo>
                    <a:cubicBezTo>
                      <a:pt x="667" y="198"/>
                      <a:pt x="695" y="230"/>
                      <a:pt x="680" y="230"/>
                    </a:cubicBezTo>
                    <a:cubicBezTo>
                      <a:pt x="662" y="230"/>
                      <a:pt x="657" y="164"/>
                      <a:pt x="657" y="150"/>
                    </a:cubicBezTo>
                    <a:cubicBezTo>
                      <a:pt x="657" y="135"/>
                      <a:pt x="681" y="129"/>
                      <a:pt x="644" y="121"/>
                    </a:cubicBezTo>
                    <a:cubicBezTo>
                      <a:pt x="625" y="118"/>
                      <a:pt x="589" y="149"/>
                      <a:pt x="589" y="166"/>
                    </a:cubicBezTo>
                    <a:cubicBezTo>
                      <a:pt x="589" y="186"/>
                      <a:pt x="598" y="199"/>
                      <a:pt x="608" y="210"/>
                    </a:cubicBezTo>
                    <a:cubicBezTo>
                      <a:pt x="633" y="248"/>
                      <a:pt x="574" y="205"/>
                      <a:pt x="552" y="200"/>
                    </a:cubicBezTo>
                    <a:cubicBezTo>
                      <a:pt x="492" y="184"/>
                      <a:pt x="512" y="204"/>
                      <a:pt x="511" y="207"/>
                    </a:cubicBezTo>
                    <a:cubicBezTo>
                      <a:pt x="509" y="241"/>
                      <a:pt x="495" y="214"/>
                      <a:pt x="487" y="214"/>
                    </a:cubicBezTo>
                    <a:cubicBezTo>
                      <a:pt x="473" y="214"/>
                      <a:pt x="445" y="233"/>
                      <a:pt x="425" y="223"/>
                    </a:cubicBezTo>
                    <a:cubicBezTo>
                      <a:pt x="415" y="197"/>
                      <a:pt x="349" y="256"/>
                      <a:pt x="333" y="256"/>
                    </a:cubicBezTo>
                    <a:cubicBezTo>
                      <a:pt x="327" y="256"/>
                      <a:pt x="320" y="252"/>
                      <a:pt x="322" y="247"/>
                    </a:cubicBezTo>
                    <a:cubicBezTo>
                      <a:pt x="329" y="229"/>
                      <a:pt x="319" y="191"/>
                      <a:pt x="300" y="249"/>
                    </a:cubicBezTo>
                    <a:cubicBezTo>
                      <a:pt x="298" y="253"/>
                      <a:pt x="306" y="255"/>
                      <a:pt x="306" y="263"/>
                    </a:cubicBezTo>
                    <a:cubicBezTo>
                      <a:pt x="306" y="278"/>
                      <a:pt x="283" y="267"/>
                      <a:pt x="271" y="271"/>
                    </a:cubicBezTo>
                    <a:cubicBezTo>
                      <a:pt x="259" y="275"/>
                      <a:pt x="265" y="318"/>
                      <a:pt x="214" y="296"/>
                    </a:cubicBezTo>
                    <a:cubicBezTo>
                      <a:pt x="214" y="313"/>
                      <a:pt x="214" y="313"/>
                      <a:pt x="214" y="313"/>
                    </a:cubicBezTo>
                    <a:cubicBezTo>
                      <a:pt x="189" y="311"/>
                      <a:pt x="192" y="284"/>
                      <a:pt x="183" y="271"/>
                    </a:cubicBezTo>
                    <a:cubicBezTo>
                      <a:pt x="202" y="271"/>
                      <a:pt x="212" y="271"/>
                      <a:pt x="230" y="276"/>
                    </a:cubicBezTo>
                    <a:cubicBezTo>
                      <a:pt x="255" y="282"/>
                      <a:pt x="304" y="251"/>
                      <a:pt x="229" y="227"/>
                    </a:cubicBezTo>
                    <a:cubicBezTo>
                      <a:pt x="208" y="220"/>
                      <a:pt x="160" y="196"/>
                      <a:pt x="145" y="196"/>
                    </a:cubicBezTo>
                    <a:cubicBezTo>
                      <a:pt x="144" y="196"/>
                      <a:pt x="144" y="195"/>
                      <a:pt x="133" y="196"/>
                    </a:cubicBezTo>
                    <a:cubicBezTo>
                      <a:pt x="127" y="200"/>
                      <a:pt x="111" y="208"/>
                      <a:pt x="111" y="219"/>
                    </a:cubicBezTo>
                    <a:cubicBezTo>
                      <a:pt x="111" y="227"/>
                      <a:pt x="127" y="226"/>
                      <a:pt x="127" y="236"/>
                    </a:cubicBezTo>
                    <a:cubicBezTo>
                      <a:pt x="127" y="244"/>
                      <a:pt x="119" y="247"/>
                      <a:pt x="119" y="255"/>
                    </a:cubicBezTo>
                    <a:cubicBezTo>
                      <a:pt x="119" y="263"/>
                      <a:pt x="128" y="268"/>
                      <a:pt x="128" y="277"/>
                    </a:cubicBezTo>
                    <a:cubicBezTo>
                      <a:pt x="128" y="282"/>
                      <a:pt x="123" y="285"/>
                      <a:pt x="123" y="290"/>
                    </a:cubicBezTo>
                    <a:cubicBezTo>
                      <a:pt x="123" y="300"/>
                      <a:pt x="136" y="302"/>
                      <a:pt x="136" y="312"/>
                    </a:cubicBezTo>
                    <a:cubicBezTo>
                      <a:pt x="136" y="315"/>
                      <a:pt x="132" y="317"/>
                      <a:pt x="131" y="318"/>
                    </a:cubicBezTo>
                    <a:cubicBezTo>
                      <a:pt x="135" y="325"/>
                      <a:pt x="145" y="327"/>
                      <a:pt x="145" y="336"/>
                    </a:cubicBezTo>
                    <a:cubicBezTo>
                      <a:pt x="145" y="351"/>
                      <a:pt x="115" y="367"/>
                      <a:pt x="106" y="379"/>
                    </a:cubicBezTo>
                    <a:cubicBezTo>
                      <a:pt x="109" y="384"/>
                      <a:pt x="114" y="387"/>
                      <a:pt x="117" y="395"/>
                    </a:cubicBezTo>
                    <a:cubicBezTo>
                      <a:pt x="111" y="398"/>
                      <a:pt x="98" y="405"/>
                      <a:pt x="92" y="405"/>
                    </a:cubicBezTo>
                    <a:cubicBezTo>
                      <a:pt x="85" y="405"/>
                      <a:pt x="80" y="402"/>
                      <a:pt x="70" y="402"/>
                    </a:cubicBezTo>
                    <a:cubicBezTo>
                      <a:pt x="61" y="402"/>
                      <a:pt x="38" y="410"/>
                      <a:pt x="45" y="417"/>
                    </a:cubicBezTo>
                    <a:cubicBezTo>
                      <a:pt x="67" y="438"/>
                      <a:pt x="56" y="446"/>
                      <a:pt x="50" y="446"/>
                    </a:cubicBezTo>
                    <a:cubicBezTo>
                      <a:pt x="42" y="446"/>
                      <a:pt x="40" y="435"/>
                      <a:pt x="33" y="435"/>
                    </a:cubicBezTo>
                    <a:cubicBezTo>
                      <a:pt x="25" y="435"/>
                      <a:pt x="15" y="455"/>
                      <a:pt x="15" y="465"/>
                    </a:cubicBezTo>
                    <a:cubicBezTo>
                      <a:pt x="15" y="483"/>
                      <a:pt x="1" y="480"/>
                      <a:pt x="0" y="496"/>
                    </a:cubicBezTo>
                    <a:cubicBezTo>
                      <a:pt x="6" y="495"/>
                      <a:pt x="11" y="495"/>
                      <a:pt x="16" y="495"/>
                    </a:cubicBezTo>
                    <a:cubicBezTo>
                      <a:pt x="24" y="495"/>
                      <a:pt x="30" y="494"/>
                      <a:pt x="39" y="494"/>
                    </a:cubicBezTo>
                    <a:cubicBezTo>
                      <a:pt x="48" y="494"/>
                      <a:pt x="52" y="510"/>
                      <a:pt x="52" y="520"/>
                    </a:cubicBezTo>
                    <a:cubicBezTo>
                      <a:pt x="52" y="526"/>
                      <a:pt x="46" y="529"/>
                      <a:pt x="46" y="535"/>
                    </a:cubicBezTo>
                    <a:cubicBezTo>
                      <a:pt x="46" y="544"/>
                      <a:pt x="54" y="550"/>
                      <a:pt x="54" y="558"/>
                    </a:cubicBezTo>
                    <a:cubicBezTo>
                      <a:pt x="54" y="563"/>
                      <a:pt x="46" y="565"/>
                      <a:pt x="44" y="568"/>
                    </a:cubicBezTo>
                    <a:cubicBezTo>
                      <a:pt x="39" y="576"/>
                      <a:pt x="37" y="583"/>
                      <a:pt x="37" y="593"/>
                    </a:cubicBezTo>
                    <a:cubicBezTo>
                      <a:pt x="37" y="606"/>
                      <a:pt x="46" y="603"/>
                      <a:pt x="56" y="603"/>
                    </a:cubicBezTo>
                    <a:cubicBezTo>
                      <a:pt x="70" y="603"/>
                      <a:pt x="77" y="597"/>
                      <a:pt x="88" y="597"/>
                    </a:cubicBezTo>
                    <a:cubicBezTo>
                      <a:pt x="99" y="597"/>
                      <a:pt x="97" y="620"/>
                      <a:pt x="108" y="620"/>
                    </a:cubicBezTo>
                    <a:cubicBezTo>
                      <a:pt x="108" y="638"/>
                      <a:pt x="108" y="638"/>
                      <a:pt x="108" y="638"/>
                    </a:cubicBezTo>
                    <a:cubicBezTo>
                      <a:pt x="108" y="640"/>
                      <a:pt x="109" y="641"/>
                      <a:pt x="110" y="641"/>
                    </a:cubicBezTo>
                    <a:cubicBezTo>
                      <a:pt x="112" y="644"/>
                      <a:pt x="112" y="644"/>
                      <a:pt x="112" y="644"/>
                    </a:cubicBezTo>
                    <a:cubicBezTo>
                      <a:pt x="114" y="644"/>
                      <a:pt x="120" y="642"/>
                      <a:pt x="123" y="641"/>
                    </a:cubicBezTo>
                    <a:cubicBezTo>
                      <a:pt x="132" y="639"/>
                      <a:pt x="133" y="627"/>
                      <a:pt x="143" y="627"/>
                    </a:cubicBezTo>
                    <a:cubicBezTo>
                      <a:pt x="151" y="627"/>
                      <a:pt x="171" y="660"/>
                      <a:pt x="177" y="660"/>
                    </a:cubicBezTo>
                    <a:cubicBezTo>
                      <a:pt x="184" y="660"/>
                      <a:pt x="205" y="651"/>
                      <a:pt x="208" y="647"/>
                    </a:cubicBezTo>
                    <a:cubicBezTo>
                      <a:pt x="207" y="647"/>
                      <a:pt x="196" y="645"/>
                      <a:pt x="196" y="645"/>
                    </a:cubicBezTo>
                    <a:cubicBezTo>
                      <a:pt x="194" y="645"/>
                      <a:pt x="189" y="644"/>
                      <a:pt x="189" y="638"/>
                    </a:cubicBezTo>
                    <a:cubicBezTo>
                      <a:pt x="189" y="635"/>
                      <a:pt x="221" y="623"/>
                      <a:pt x="233" y="619"/>
                    </a:cubicBezTo>
                    <a:cubicBezTo>
                      <a:pt x="233" y="619"/>
                      <a:pt x="227" y="625"/>
                      <a:pt x="225" y="626"/>
                    </a:cubicBezTo>
                    <a:cubicBezTo>
                      <a:pt x="226" y="629"/>
                      <a:pt x="237" y="641"/>
                      <a:pt x="211" y="647"/>
                    </a:cubicBezTo>
                    <a:cubicBezTo>
                      <a:pt x="223" y="673"/>
                      <a:pt x="273" y="669"/>
                      <a:pt x="273" y="704"/>
                    </a:cubicBezTo>
                    <a:cubicBezTo>
                      <a:pt x="275" y="703"/>
                      <a:pt x="275" y="703"/>
                      <a:pt x="275" y="703"/>
                    </a:cubicBezTo>
                    <a:cubicBezTo>
                      <a:pt x="278" y="702"/>
                      <a:pt x="280" y="701"/>
                      <a:pt x="284" y="701"/>
                    </a:cubicBezTo>
                    <a:cubicBezTo>
                      <a:pt x="298" y="701"/>
                      <a:pt x="297" y="710"/>
                      <a:pt x="302" y="719"/>
                    </a:cubicBezTo>
                    <a:cubicBezTo>
                      <a:pt x="303" y="721"/>
                      <a:pt x="312" y="726"/>
                      <a:pt x="312" y="726"/>
                    </a:cubicBezTo>
                    <a:cubicBezTo>
                      <a:pt x="320" y="729"/>
                      <a:pt x="322" y="742"/>
                      <a:pt x="335" y="742"/>
                    </a:cubicBezTo>
                    <a:cubicBezTo>
                      <a:pt x="344" y="742"/>
                      <a:pt x="344" y="734"/>
                      <a:pt x="350" y="732"/>
                    </a:cubicBezTo>
                    <a:cubicBezTo>
                      <a:pt x="354" y="731"/>
                      <a:pt x="353" y="731"/>
                      <a:pt x="357" y="731"/>
                    </a:cubicBezTo>
                    <a:cubicBezTo>
                      <a:pt x="358" y="733"/>
                      <a:pt x="358" y="737"/>
                      <a:pt x="360" y="739"/>
                    </a:cubicBezTo>
                    <a:cubicBezTo>
                      <a:pt x="359" y="739"/>
                      <a:pt x="360" y="740"/>
                      <a:pt x="360" y="741"/>
                    </a:cubicBezTo>
                    <a:cubicBezTo>
                      <a:pt x="366" y="742"/>
                      <a:pt x="366" y="742"/>
                      <a:pt x="366" y="742"/>
                    </a:cubicBezTo>
                    <a:cubicBezTo>
                      <a:pt x="371" y="735"/>
                      <a:pt x="371" y="724"/>
                      <a:pt x="378" y="721"/>
                    </a:cubicBezTo>
                    <a:cubicBezTo>
                      <a:pt x="366" y="714"/>
                      <a:pt x="348" y="688"/>
                      <a:pt x="348" y="673"/>
                    </a:cubicBezTo>
                    <a:cubicBezTo>
                      <a:pt x="348" y="668"/>
                      <a:pt x="338" y="662"/>
                      <a:pt x="338" y="655"/>
                    </a:cubicBezTo>
                    <a:cubicBezTo>
                      <a:pt x="338" y="653"/>
                      <a:pt x="347" y="637"/>
                      <a:pt x="349" y="634"/>
                    </a:cubicBezTo>
                    <a:cubicBezTo>
                      <a:pt x="351" y="635"/>
                      <a:pt x="365" y="628"/>
                      <a:pt x="366" y="627"/>
                    </a:cubicBezTo>
                    <a:cubicBezTo>
                      <a:pt x="377" y="623"/>
                      <a:pt x="384" y="620"/>
                      <a:pt x="399" y="620"/>
                    </a:cubicBezTo>
                    <a:cubicBezTo>
                      <a:pt x="423" y="620"/>
                      <a:pt x="427" y="631"/>
                      <a:pt x="436" y="645"/>
                    </a:cubicBezTo>
                    <a:cubicBezTo>
                      <a:pt x="429" y="650"/>
                      <a:pt x="420" y="645"/>
                      <a:pt x="412" y="645"/>
                    </a:cubicBezTo>
                    <a:cubicBezTo>
                      <a:pt x="400" y="645"/>
                      <a:pt x="383" y="656"/>
                      <a:pt x="381" y="656"/>
                    </a:cubicBezTo>
                    <a:cubicBezTo>
                      <a:pt x="382" y="665"/>
                      <a:pt x="389" y="664"/>
                      <a:pt x="391" y="669"/>
                    </a:cubicBezTo>
                    <a:cubicBezTo>
                      <a:pt x="400" y="684"/>
                      <a:pt x="412" y="690"/>
                      <a:pt x="412" y="707"/>
                    </a:cubicBezTo>
                    <a:cubicBezTo>
                      <a:pt x="415" y="705"/>
                      <a:pt x="424" y="701"/>
                      <a:pt x="427" y="700"/>
                    </a:cubicBezTo>
                    <a:cubicBezTo>
                      <a:pt x="427" y="707"/>
                      <a:pt x="434" y="710"/>
                      <a:pt x="434" y="717"/>
                    </a:cubicBezTo>
                    <a:cubicBezTo>
                      <a:pt x="421" y="717"/>
                      <a:pt x="421" y="717"/>
                      <a:pt x="421" y="717"/>
                    </a:cubicBezTo>
                    <a:cubicBezTo>
                      <a:pt x="417" y="717"/>
                      <a:pt x="413" y="721"/>
                      <a:pt x="412" y="728"/>
                    </a:cubicBezTo>
                    <a:cubicBezTo>
                      <a:pt x="421" y="729"/>
                      <a:pt x="428" y="738"/>
                      <a:pt x="428" y="746"/>
                    </a:cubicBezTo>
                    <a:cubicBezTo>
                      <a:pt x="428" y="751"/>
                      <a:pt x="424" y="753"/>
                      <a:pt x="424" y="757"/>
                    </a:cubicBezTo>
                    <a:cubicBezTo>
                      <a:pt x="424" y="761"/>
                      <a:pt x="428" y="765"/>
                      <a:pt x="429" y="766"/>
                    </a:cubicBezTo>
                    <a:cubicBezTo>
                      <a:pt x="429" y="762"/>
                      <a:pt x="434" y="762"/>
                      <a:pt x="438" y="761"/>
                    </a:cubicBezTo>
                    <a:cubicBezTo>
                      <a:pt x="443" y="759"/>
                      <a:pt x="442" y="757"/>
                      <a:pt x="447" y="755"/>
                    </a:cubicBezTo>
                    <a:cubicBezTo>
                      <a:pt x="455" y="752"/>
                      <a:pt x="460" y="754"/>
                      <a:pt x="466" y="749"/>
                    </a:cubicBezTo>
                    <a:cubicBezTo>
                      <a:pt x="476" y="755"/>
                      <a:pt x="482" y="755"/>
                      <a:pt x="491" y="758"/>
                    </a:cubicBezTo>
                    <a:cubicBezTo>
                      <a:pt x="502" y="762"/>
                      <a:pt x="505" y="772"/>
                      <a:pt x="518" y="772"/>
                    </a:cubicBezTo>
                    <a:cubicBezTo>
                      <a:pt x="518" y="774"/>
                      <a:pt x="521" y="775"/>
                      <a:pt x="522" y="777"/>
                    </a:cubicBezTo>
                    <a:cubicBezTo>
                      <a:pt x="523" y="781"/>
                      <a:pt x="522" y="787"/>
                      <a:pt x="524" y="793"/>
                    </a:cubicBezTo>
                    <a:cubicBezTo>
                      <a:pt x="529" y="787"/>
                      <a:pt x="533" y="795"/>
                      <a:pt x="537" y="795"/>
                    </a:cubicBezTo>
                    <a:cubicBezTo>
                      <a:pt x="542" y="795"/>
                      <a:pt x="544" y="791"/>
                      <a:pt x="547" y="788"/>
                    </a:cubicBezTo>
                    <a:cubicBezTo>
                      <a:pt x="551" y="784"/>
                      <a:pt x="556" y="784"/>
                      <a:pt x="559" y="781"/>
                    </a:cubicBezTo>
                    <a:cubicBezTo>
                      <a:pt x="567" y="773"/>
                      <a:pt x="568" y="762"/>
                      <a:pt x="579" y="762"/>
                    </a:cubicBezTo>
                    <a:cubicBezTo>
                      <a:pt x="583" y="762"/>
                      <a:pt x="582" y="764"/>
                      <a:pt x="586" y="764"/>
                    </a:cubicBezTo>
                    <a:cubicBezTo>
                      <a:pt x="587" y="769"/>
                      <a:pt x="597" y="765"/>
                      <a:pt x="600" y="765"/>
                    </a:cubicBezTo>
                    <a:cubicBezTo>
                      <a:pt x="604" y="765"/>
                      <a:pt x="605" y="770"/>
                      <a:pt x="608" y="770"/>
                    </a:cubicBezTo>
                    <a:cubicBezTo>
                      <a:pt x="617" y="770"/>
                      <a:pt x="624" y="765"/>
                      <a:pt x="627" y="759"/>
                    </a:cubicBezTo>
                    <a:cubicBezTo>
                      <a:pt x="628" y="760"/>
                      <a:pt x="629" y="759"/>
                      <a:pt x="630" y="759"/>
                    </a:cubicBezTo>
                    <a:cubicBezTo>
                      <a:pt x="634" y="759"/>
                      <a:pt x="636" y="749"/>
                      <a:pt x="645" y="749"/>
                    </a:cubicBezTo>
                    <a:cubicBezTo>
                      <a:pt x="654" y="749"/>
                      <a:pt x="644" y="772"/>
                      <a:pt x="654" y="772"/>
                    </a:cubicBezTo>
                    <a:cubicBezTo>
                      <a:pt x="664" y="772"/>
                      <a:pt x="668" y="764"/>
                      <a:pt x="677" y="764"/>
                    </a:cubicBezTo>
                    <a:cubicBezTo>
                      <a:pt x="682" y="764"/>
                      <a:pt x="686" y="764"/>
                      <a:pt x="692" y="765"/>
                    </a:cubicBezTo>
                    <a:cubicBezTo>
                      <a:pt x="692" y="763"/>
                      <a:pt x="692" y="763"/>
                      <a:pt x="692" y="763"/>
                    </a:cubicBezTo>
                    <a:cubicBezTo>
                      <a:pt x="690" y="753"/>
                      <a:pt x="688" y="750"/>
                      <a:pt x="677" y="748"/>
                    </a:cubicBezTo>
                    <a:cubicBezTo>
                      <a:pt x="678" y="739"/>
                      <a:pt x="687" y="719"/>
                      <a:pt x="694" y="719"/>
                    </a:cubicBezTo>
                    <a:cubicBezTo>
                      <a:pt x="735" y="719"/>
                      <a:pt x="763" y="698"/>
                      <a:pt x="763" y="649"/>
                    </a:cubicBezTo>
                    <a:cubicBezTo>
                      <a:pt x="785" y="645"/>
                      <a:pt x="787" y="618"/>
                      <a:pt x="800" y="620"/>
                    </a:cubicBezTo>
                    <a:cubicBezTo>
                      <a:pt x="836" y="624"/>
                      <a:pt x="822" y="600"/>
                      <a:pt x="829" y="593"/>
                    </a:cubicBezTo>
                    <a:cubicBezTo>
                      <a:pt x="847" y="578"/>
                      <a:pt x="873" y="578"/>
                      <a:pt x="895" y="565"/>
                    </a:cubicBezTo>
                    <a:cubicBezTo>
                      <a:pt x="898" y="563"/>
                      <a:pt x="906" y="554"/>
                      <a:pt x="913" y="554"/>
                    </a:cubicBezTo>
                    <a:cubicBezTo>
                      <a:pt x="924" y="554"/>
                      <a:pt x="943" y="567"/>
                      <a:pt x="961" y="567"/>
                    </a:cubicBezTo>
                    <a:cubicBezTo>
                      <a:pt x="986" y="567"/>
                      <a:pt x="981" y="534"/>
                      <a:pt x="994" y="534"/>
                    </a:cubicBezTo>
                    <a:cubicBezTo>
                      <a:pt x="1002" y="534"/>
                      <a:pt x="1029" y="538"/>
                      <a:pt x="1032" y="545"/>
                    </a:cubicBezTo>
                    <a:cubicBezTo>
                      <a:pt x="1042" y="573"/>
                      <a:pt x="1060" y="558"/>
                      <a:pt x="1072" y="558"/>
                    </a:cubicBezTo>
                    <a:cubicBezTo>
                      <a:pt x="1099" y="558"/>
                      <a:pt x="1107" y="580"/>
                      <a:pt x="1135" y="580"/>
                    </a:cubicBezTo>
                    <a:cubicBezTo>
                      <a:pt x="1160" y="580"/>
                      <a:pt x="1192" y="557"/>
                      <a:pt x="1224" y="569"/>
                    </a:cubicBezTo>
                    <a:cubicBezTo>
                      <a:pt x="1266" y="586"/>
                      <a:pt x="1245" y="512"/>
                      <a:pt x="1301" y="512"/>
                    </a:cubicBezTo>
                    <a:cubicBezTo>
                      <a:pt x="1340" y="512"/>
                      <a:pt x="1339" y="543"/>
                      <a:pt x="1354" y="567"/>
                    </a:cubicBezTo>
                    <a:cubicBezTo>
                      <a:pt x="1360" y="576"/>
                      <a:pt x="1379" y="577"/>
                      <a:pt x="1387" y="585"/>
                    </a:cubicBezTo>
                    <a:cubicBezTo>
                      <a:pt x="1393" y="590"/>
                      <a:pt x="1398" y="607"/>
                      <a:pt x="1411" y="607"/>
                    </a:cubicBezTo>
                    <a:cubicBezTo>
                      <a:pt x="1426" y="607"/>
                      <a:pt x="1428" y="593"/>
                      <a:pt x="1446" y="593"/>
                    </a:cubicBezTo>
                    <a:cubicBezTo>
                      <a:pt x="1446" y="604"/>
                      <a:pt x="1446" y="604"/>
                      <a:pt x="1446" y="604"/>
                    </a:cubicBezTo>
                    <a:cubicBezTo>
                      <a:pt x="1437" y="614"/>
                      <a:pt x="1433" y="638"/>
                      <a:pt x="1422" y="644"/>
                    </a:cubicBezTo>
                    <a:cubicBezTo>
                      <a:pt x="1412" y="650"/>
                      <a:pt x="1394" y="651"/>
                      <a:pt x="1400" y="655"/>
                    </a:cubicBezTo>
                    <a:cubicBezTo>
                      <a:pt x="1415" y="665"/>
                      <a:pt x="1398" y="684"/>
                      <a:pt x="1398" y="6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75" name="Freeform 147">
                <a:extLst>
                  <a:ext uri="{FF2B5EF4-FFF2-40B4-BE49-F238E27FC236}">
                    <a16:creationId xmlns:a16="http://schemas.microsoft.com/office/drawing/2014/main" id="{04B36ADB-A13D-41CA-8E8E-47CD237FDA64}"/>
                  </a:ext>
                </a:extLst>
              </p:cNvPr>
              <p:cNvSpPr/>
              <p:nvPr/>
            </p:nvSpPr>
            <p:spPr bwMode="auto">
              <a:xfrm>
                <a:off x="5614988" y="1879600"/>
                <a:ext cx="1023938" cy="646113"/>
              </a:xfrm>
              <a:custGeom>
                <a:avLst/>
                <a:gdLst/>
                <a:ahLst/>
                <a:cxnLst>
                  <a:cxn ang="0">
                    <a:pos x="585" y="307"/>
                  </a:cxn>
                  <a:cxn ang="0">
                    <a:pos x="573" y="287"/>
                  </a:cxn>
                  <a:cxn ang="0">
                    <a:pos x="614" y="256"/>
                  </a:cxn>
                  <a:cxn ang="0">
                    <a:pos x="588" y="246"/>
                  </a:cxn>
                  <a:cxn ang="0">
                    <a:pos x="570" y="255"/>
                  </a:cxn>
                  <a:cxn ang="0">
                    <a:pos x="552" y="236"/>
                  </a:cxn>
                  <a:cxn ang="0">
                    <a:pos x="590" y="209"/>
                  </a:cxn>
                  <a:cxn ang="0">
                    <a:pos x="606" y="212"/>
                  </a:cxn>
                  <a:cxn ang="0">
                    <a:pos x="634" y="216"/>
                  </a:cxn>
                  <a:cxn ang="0">
                    <a:pos x="648" y="231"/>
                  </a:cxn>
                  <a:cxn ang="0">
                    <a:pos x="648" y="248"/>
                  </a:cxn>
                  <a:cxn ang="0">
                    <a:pos x="666" y="254"/>
                  </a:cxn>
                  <a:cxn ang="0">
                    <a:pos x="659" y="264"/>
                  </a:cxn>
                  <a:cxn ang="0">
                    <a:pos x="665" y="275"/>
                  </a:cxn>
                  <a:cxn ang="0">
                    <a:pos x="664" y="290"/>
                  </a:cxn>
                  <a:cxn ang="0">
                    <a:pos x="668" y="295"/>
                  </a:cxn>
                  <a:cxn ang="0">
                    <a:pos x="690" y="286"/>
                  </a:cxn>
                  <a:cxn ang="0">
                    <a:pos x="683" y="232"/>
                  </a:cxn>
                  <a:cxn ang="0">
                    <a:pos x="688" y="210"/>
                  </a:cxn>
                  <a:cxn ang="0">
                    <a:pos x="721" y="172"/>
                  </a:cxn>
                  <a:cxn ang="0">
                    <a:pos x="745" y="132"/>
                  </a:cxn>
                  <a:cxn ang="0">
                    <a:pos x="769" y="81"/>
                  </a:cxn>
                  <a:cxn ang="0">
                    <a:pos x="710" y="73"/>
                  </a:cxn>
                  <a:cxn ang="0">
                    <a:pos x="624" y="0"/>
                  </a:cxn>
                  <a:cxn ang="0">
                    <a:pos x="458" y="68"/>
                  </a:cxn>
                  <a:cxn ang="0">
                    <a:pos x="355" y="33"/>
                  </a:cxn>
                  <a:cxn ang="0">
                    <a:pos x="284" y="55"/>
                  </a:cxn>
                  <a:cxn ang="0">
                    <a:pos x="218" y="53"/>
                  </a:cxn>
                  <a:cxn ang="0">
                    <a:pos x="123" y="108"/>
                  </a:cxn>
                  <a:cxn ang="0">
                    <a:pos x="17" y="207"/>
                  </a:cxn>
                  <a:cxn ang="0">
                    <a:pos x="15" y="251"/>
                  </a:cxn>
                  <a:cxn ang="0">
                    <a:pos x="25" y="261"/>
                  </a:cxn>
                  <a:cxn ang="0">
                    <a:pos x="50" y="280"/>
                  </a:cxn>
                  <a:cxn ang="0">
                    <a:pos x="83" y="284"/>
                  </a:cxn>
                  <a:cxn ang="0">
                    <a:pos x="73" y="317"/>
                  </a:cxn>
                  <a:cxn ang="0">
                    <a:pos x="63" y="326"/>
                  </a:cxn>
                  <a:cxn ang="0">
                    <a:pos x="73" y="343"/>
                  </a:cxn>
                  <a:cxn ang="0">
                    <a:pos x="110" y="357"/>
                  </a:cxn>
                  <a:cxn ang="0">
                    <a:pos x="132" y="373"/>
                  </a:cxn>
                  <a:cxn ang="0">
                    <a:pos x="160" y="384"/>
                  </a:cxn>
                  <a:cxn ang="0">
                    <a:pos x="186" y="382"/>
                  </a:cxn>
                  <a:cxn ang="0">
                    <a:pos x="210" y="381"/>
                  </a:cxn>
                  <a:cxn ang="0">
                    <a:pos x="255" y="372"/>
                  </a:cxn>
                  <a:cxn ang="0">
                    <a:pos x="275" y="366"/>
                  </a:cxn>
                  <a:cxn ang="0">
                    <a:pos x="282" y="362"/>
                  </a:cxn>
                  <a:cxn ang="0">
                    <a:pos x="316" y="400"/>
                  </a:cxn>
                  <a:cxn ang="0">
                    <a:pos x="306" y="439"/>
                  </a:cxn>
                  <a:cxn ang="0">
                    <a:pos x="324" y="450"/>
                  </a:cxn>
                  <a:cxn ang="0">
                    <a:pos x="346" y="467"/>
                  </a:cxn>
                  <a:cxn ang="0">
                    <a:pos x="351" y="472"/>
                  </a:cxn>
                  <a:cxn ang="0">
                    <a:pos x="353" y="457"/>
                  </a:cxn>
                  <a:cxn ang="0">
                    <a:pos x="379" y="454"/>
                  </a:cxn>
                  <a:cxn ang="0">
                    <a:pos x="416" y="453"/>
                  </a:cxn>
                  <a:cxn ang="0">
                    <a:pos x="431" y="470"/>
                  </a:cxn>
                  <a:cxn ang="0">
                    <a:pos x="454" y="486"/>
                  </a:cxn>
                  <a:cxn ang="0">
                    <a:pos x="476" y="470"/>
                  </a:cxn>
                  <a:cxn ang="0">
                    <a:pos x="503" y="455"/>
                  </a:cxn>
                  <a:cxn ang="0">
                    <a:pos x="552" y="439"/>
                  </a:cxn>
                  <a:cxn ang="0">
                    <a:pos x="576" y="406"/>
                  </a:cxn>
                  <a:cxn ang="0">
                    <a:pos x="604" y="355"/>
                  </a:cxn>
                  <a:cxn ang="0">
                    <a:pos x="586" y="307"/>
                  </a:cxn>
                </a:cxnLst>
                <a:rect l="0" t="0" r="r" b="b"/>
                <a:pathLst>
                  <a:path w="769" h="486">
                    <a:moveTo>
                      <a:pt x="586" y="307"/>
                    </a:moveTo>
                    <a:cubicBezTo>
                      <a:pt x="585" y="307"/>
                      <a:pt x="585" y="307"/>
                      <a:pt x="585" y="307"/>
                    </a:cubicBezTo>
                    <a:cubicBezTo>
                      <a:pt x="585" y="307"/>
                      <a:pt x="585" y="300"/>
                      <a:pt x="585" y="298"/>
                    </a:cubicBezTo>
                    <a:cubicBezTo>
                      <a:pt x="582" y="298"/>
                      <a:pt x="573" y="294"/>
                      <a:pt x="573" y="287"/>
                    </a:cubicBezTo>
                    <a:cubicBezTo>
                      <a:pt x="573" y="282"/>
                      <a:pt x="581" y="282"/>
                      <a:pt x="582" y="276"/>
                    </a:cubicBezTo>
                    <a:cubicBezTo>
                      <a:pt x="586" y="264"/>
                      <a:pt x="605" y="264"/>
                      <a:pt x="614" y="256"/>
                    </a:cubicBezTo>
                    <a:cubicBezTo>
                      <a:pt x="611" y="251"/>
                      <a:pt x="604" y="256"/>
                      <a:pt x="598" y="252"/>
                    </a:cubicBezTo>
                    <a:cubicBezTo>
                      <a:pt x="595" y="250"/>
                      <a:pt x="593" y="246"/>
                      <a:pt x="588" y="246"/>
                    </a:cubicBezTo>
                    <a:cubicBezTo>
                      <a:pt x="585" y="246"/>
                      <a:pt x="585" y="256"/>
                      <a:pt x="582" y="256"/>
                    </a:cubicBezTo>
                    <a:cubicBezTo>
                      <a:pt x="578" y="256"/>
                      <a:pt x="574" y="257"/>
                      <a:pt x="570" y="255"/>
                    </a:cubicBezTo>
                    <a:cubicBezTo>
                      <a:pt x="565" y="252"/>
                      <a:pt x="567" y="247"/>
                      <a:pt x="562" y="243"/>
                    </a:cubicBezTo>
                    <a:cubicBezTo>
                      <a:pt x="560" y="242"/>
                      <a:pt x="552" y="240"/>
                      <a:pt x="552" y="236"/>
                    </a:cubicBezTo>
                    <a:cubicBezTo>
                      <a:pt x="552" y="227"/>
                      <a:pt x="565" y="230"/>
                      <a:pt x="571" y="225"/>
                    </a:cubicBezTo>
                    <a:cubicBezTo>
                      <a:pt x="577" y="221"/>
                      <a:pt x="587" y="215"/>
                      <a:pt x="590" y="209"/>
                    </a:cubicBezTo>
                    <a:cubicBezTo>
                      <a:pt x="591" y="208"/>
                      <a:pt x="593" y="203"/>
                      <a:pt x="597" y="203"/>
                    </a:cubicBezTo>
                    <a:cubicBezTo>
                      <a:pt x="601" y="203"/>
                      <a:pt x="606" y="209"/>
                      <a:pt x="606" y="212"/>
                    </a:cubicBezTo>
                    <a:cubicBezTo>
                      <a:pt x="606" y="219"/>
                      <a:pt x="597" y="222"/>
                      <a:pt x="597" y="230"/>
                    </a:cubicBezTo>
                    <a:cubicBezTo>
                      <a:pt x="610" y="230"/>
                      <a:pt x="620" y="216"/>
                      <a:pt x="634" y="216"/>
                    </a:cubicBezTo>
                    <a:cubicBezTo>
                      <a:pt x="639" y="216"/>
                      <a:pt x="641" y="221"/>
                      <a:pt x="648" y="221"/>
                    </a:cubicBezTo>
                    <a:cubicBezTo>
                      <a:pt x="646" y="226"/>
                      <a:pt x="648" y="226"/>
                      <a:pt x="648" y="231"/>
                    </a:cubicBezTo>
                    <a:cubicBezTo>
                      <a:pt x="648" y="235"/>
                      <a:pt x="643" y="235"/>
                      <a:pt x="643" y="240"/>
                    </a:cubicBezTo>
                    <a:cubicBezTo>
                      <a:pt x="643" y="242"/>
                      <a:pt x="645" y="248"/>
                      <a:pt x="648" y="248"/>
                    </a:cubicBezTo>
                    <a:cubicBezTo>
                      <a:pt x="649" y="248"/>
                      <a:pt x="651" y="245"/>
                      <a:pt x="654" y="245"/>
                    </a:cubicBezTo>
                    <a:cubicBezTo>
                      <a:pt x="659" y="245"/>
                      <a:pt x="666" y="249"/>
                      <a:pt x="666" y="254"/>
                    </a:cubicBezTo>
                    <a:cubicBezTo>
                      <a:pt x="666" y="257"/>
                      <a:pt x="662" y="260"/>
                      <a:pt x="659" y="260"/>
                    </a:cubicBezTo>
                    <a:cubicBezTo>
                      <a:pt x="659" y="264"/>
                      <a:pt x="659" y="264"/>
                      <a:pt x="659" y="264"/>
                    </a:cubicBezTo>
                    <a:cubicBezTo>
                      <a:pt x="660" y="265"/>
                      <a:pt x="660" y="267"/>
                      <a:pt x="663" y="268"/>
                    </a:cubicBezTo>
                    <a:cubicBezTo>
                      <a:pt x="663" y="270"/>
                      <a:pt x="665" y="272"/>
                      <a:pt x="665" y="275"/>
                    </a:cubicBezTo>
                    <a:cubicBezTo>
                      <a:pt x="665" y="276"/>
                      <a:pt x="661" y="282"/>
                      <a:pt x="661" y="285"/>
                    </a:cubicBezTo>
                    <a:cubicBezTo>
                      <a:pt x="661" y="287"/>
                      <a:pt x="661" y="289"/>
                      <a:pt x="664" y="290"/>
                    </a:cubicBezTo>
                    <a:cubicBezTo>
                      <a:pt x="663" y="292"/>
                      <a:pt x="661" y="293"/>
                      <a:pt x="661" y="295"/>
                    </a:cubicBezTo>
                    <a:cubicBezTo>
                      <a:pt x="668" y="295"/>
                      <a:pt x="668" y="295"/>
                      <a:pt x="668" y="295"/>
                    </a:cubicBezTo>
                    <a:cubicBezTo>
                      <a:pt x="670" y="293"/>
                      <a:pt x="671" y="293"/>
                      <a:pt x="676" y="291"/>
                    </a:cubicBezTo>
                    <a:cubicBezTo>
                      <a:pt x="676" y="287"/>
                      <a:pt x="687" y="287"/>
                      <a:pt x="690" y="286"/>
                    </a:cubicBezTo>
                    <a:cubicBezTo>
                      <a:pt x="696" y="284"/>
                      <a:pt x="699" y="279"/>
                      <a:pt x="699" y="269"/>
                    </a:cubicBezTo>
                    <a:cubicBezTo>
                      <a:pt x="699" y="252"/>
                      <a:pt x="692" y="242"/>
                      <a:pt x="683" y="232"/>
                    </a:cubicBezTo>
                    <a:cubicBezTo>
                      <a:pt x="679" y="228"/>
                      <a:pt x="674" y="224"/>
                      <a:pt x="675" y="217"/>
                    </a:cubicBezTo>
                    <a:cubicBezTo>
                      <a:pt x="680" y="217"/>
                      <a:pt x="685" y="214"/>
                      <a:pt x="688" y="210"/>
                    </a:cubicBezTo>
                    <a:cubicBezTo>
                      <a:pt x="691" y="207"/>
                      <a:pt x="699" y="203"/>
                      <a:pt x="701" y="199"/>
                    </a:cubicBezTo>
                    <a:cubicBezTo>
                      <a:pt x="707" y="187"/>
                      <a:pt x="710" y="180"/>
                      <a:pt x="721" y="172"/>
                    </a:cubicBezTo>
                    <a:cubicBezTo>
                      <a:pt x="721" y="172"/>
                      <a:pt x="738" y="153"/>
                      <a:pt x="723" y="143"/>
                    </a:cubicBezTo>
                    <a:cubicBezTo>
                      <a:pt x="717" y="139"/>
                      <a:pt x="735" y="138"/>
                      <a:pt x="745" y="132"/>
                    </a:cubicBezTo>
                    <a:cubicBezTo>
                      <a:pt x="756" y="126"/>
                      <a:pt x="760" y="102"/>
                      <a:pt x="769" y="92"/>
                    </a:cubicBezTo>
                    <a:cubicBezTo>
                      <a:pt x="769" y="81"/>
                      <a:pt x="769" y="81"/>
                      <a:pt x="769" y="81"/>
                    </a:cubicBezTo>
                    <a:cubicBezTo>
                      <a:pt x="751" y="81"/>
                      <a:pt x="749" y="95"/>
                      <a:pt x="734" y="95"/>
                    </a:cubicBezTo>
                    <a:cubicBezTo>
                      <a:pt x="721" y="95"/>
                      <a:pt x="716" y="78"/>
                      <a:pt x="710" y="73"/>
                    </a:cubicBezTo>
                    <a:cubicBezTo>
                      <a:pt x="702" y="65"/>
                      <a:pt x="683" y="64"/>
                      <a:pt x="677" y="55"/>
                    </a:cubicBezTo>
                    <a:cubicBezTo>
                      <a:pt x="662" y="31"/>
                      <a:pt x="663" y="0"/>
                      <a:pt x="624" y="0"/>
                    </a:cubicBezTo>
                    <a:cubicBezTo>
                      <a:pt x="568" y="0"/>
                      <a:pt x="589" y="74"/>
                      <a:pt x="547" y="57"/>
                    </a:cubicBezTo>
                    <a:cubicBezTo>
                      <a:pt x="515" y="45"/>
                      <a:pt x="483" y="68"/>
                      <a:pt x="458" y="68"/>
                    </a:cubicBezTo>
                    <a:cubicBezTo>
                      <a:pt x="430" y="68"/>
                      <a:pt x="422" y="46"/>
                      <a:pt x="395" y="46"/>
                    </a:cubicBezTo>
                    <a:cubicBezTo>
                      <a:pt x="383" y="46"/>
                      <a:pt x="365" y="61"/>
                      <a:pt x="355" y="33"/>
                    </a:cubicBezTo>
                    <a:cubicBezTo>
                      <a:pt x="352" y="26"/>
                      <a:pt x="325" y="22"/>
                      <a:pt x="317" y="22"/>
                    </a:cubicBezTo>
                    <a:cubicBezTo>
                      <a:pt x="304" y="22"/>
                      <a:pt x="309" y="55"/>
                      <a:pt x="284" y="55"/>
                    </a:cubicBezTo>
                    <a:cubicBezTo>
                      <a:pt x="266" y="55"/>
                      <a:pt x="247" y="42"/>
                      <a:pt x="236" y="42"/>
                    </a:cubicBezTo>
                    <a:cubicBezTo>
                      <a:pt x="229" y="42"/>
                      <a:pt x="221" y="51"/>
                      <a:pt x="218" y="53"/>
                    </a:cubicBezTo>
                    <a:cubicBezTo>
                      <a:pt x="196" y="66"/>
                      <a:pt x="170" y="66"/>
                      <a:pt x="152" y="81"/>
                    </a:cubicBezTo>
                    <a:cubicBezTo>
                      <a:pt x="145" y="88"/>
                      <a:pt x="159" y="112"/>
                      <a:pt x="123" y="108"/>
                    </a:cubicBezTo>
                    <a:cubicBezTo>
                      <a:pt x="110" y="106"/>
                      <a:pt x="108" y="133"/>
                      <a:pt x="86" y="137"/>
                    </a:cubicBezTo>
                    <a:cubicBezTo>
                      <a:pt x="86" y="186"/>
                      <a:pt x="58" y="207"/>
                      <a:pt x="17" y="207"/>
                    </a:cubicBezTo>
                    <a:cubicBezTo>
                      <a:pt x="10" y="207"/>
                      <a:pt x="1" y="227"/>
                      <a:pt x="0" y="236"/>
                    </a:cubicBezTo>
                    <a:cubicBezTo>
                      <a:pt x="11" y="238"/>
                      <a:pt x="13" y="241"/>
                      <a:pt x="15" y="251"/>
                    </a:cubicBezTo>
                    <a:cubicBezTo>
                      <a:pt x="15" y="253"/>
                      <a:pt x="15" y="253"/>
                      <a:pt x="15" y="253"/>
                    </a:cubicBezTo>
                    <a:cubicBezTo>
                      <a:pt x="15" y="261"/>
                      <a:pt x="19" y="259"/>
                      <a:pt x="25" y="261"/>
                    </a:cubicBezTo>
                    <a:cubicBezTo>
                      <a:pt x="30" y="262"/>
                      <a:pt x="28" y="268"/>
                      <a:pt x="31" y="271"/>
                    </a:cubicBezTo>
                    <a:cubicBezTo>
                      <a:pt x="37" y="277"/>
                      <a:pt x="42" y="277"/>
                      <a:pt x="50" y="280"/>
                    </a:cubicBezTo>
                    <a:cubicBezTo>
                      <a:pt x="58" y="279"/>
                      <a:pt x="61" y="272"/>
                      <a:pt x="69" y="272"/>
                    </a:cubicBezTo>
                    <a:cubicBezTo>
                      <a:pt x="73" y="272"/>
                      <a:pt x="83" y="280"/>
                      <a:pt x="83" y="284"/>
                    </a:cubicBezTo>
                    <a:cubicBezTo>
                      <a:pt x="83" y="296"/>
                      <a:pt x="66" y="294"/>
                      <a:pt x="66" y="306"/>
                    </a:cubicBezTo>
                    <a:cubicBezTo>
                      <a:pt x="66" y="311"/>
                      <a:pt x="73" y="312"/>
                      <a:pt x="73" y="317"/>
                    </a:cubicBezTo>
                    <a:cubicBezTo>
                      <a:pt x="73" y="323"/>
                      <a:pt x="68" y="322"/>
                      <a:pt x="63" y="322"/>
                    </a:cubicBezTo>
                    <a:cubicBezTo>
                      <a:pt x="63" y="326"/>
                      <a:pt x="63" y="326"/>
                      <a:pt x="63" y="326"/>
                    </a:cubicBezTo>
                    <a:cubicBezTo>
                      <a:pt x="64" y="331"/>
                      <a:pt x="64" y="335"/>
                      <a:pt x="65" y="340"/>
                    </a:cubicBezTo>
                    <a:cubicBezTo>
                      <a:pt x="66" y="343"/>
                      <a:pt x="71" y="342"/>
                      <a:pt x="73" y="343"/>
                    </a:cubicBezTo>
                    <a:cubicBezTo>
                      <a:pt x="80" y="345"/>
                      <a:pt x="83" y="351"/>
                      <a:pt x="91" y="353"/>
                    </a:cubicBezTo>
                    <a:cubicBezTo>
                      <a:pt x="100" y="355"/>
                      <a:pt x="105" y="352"/>
                      <a:pt x="110" y="357"/>
                    </a:cubicBezTo>
                    <a:cubicBezTo>
                      <a:pt x="116" y="363"/>
                      <a:pt x="120" y="361"/>
                      <a:pt x="127" y="364"/>
                    </a:cubicBezTo>
                    <a:cubicBezTo>
                      <a:pt x="130" y="366"/>
                      <a:pt x="130" y="369"/>
                      <a:pt x="132" y="373"/>
                    </a:cubicBezTo>
                    <a:cubicBezTo>
                      <a:pt x="133" y="376"/>
                      <a:pt x="137" y="372"/>
                      <a:pt x="139" y="373"/>
                    </a:cubicBezTo>
                    <a:cubicBezTo>
                      <a:pt x="146" y="378"/>
                      <a:pt x="150" y="384"/>
                      <a:pt x="160" y="384"/>
                    </a:cubicBezTo>
                    <a:cubicBezTo>
                      <a:pt x="166" y="384"/>
                      <a:pt x="172" y="384"/>
                      <a:pt x="178" y="384"/>
                    </a:cubicBezTo>
                    <a:cubicBezTo>
                      <a:pt x="182" y="384"/>
                      <a:pt x="184" y="382"/>
                      <a:pt x="186" y="382"/>
                    </a:cubicBezTo>
                    <a:cubicBezTo>
                      <a:pt x="189" y="382"/>
                      <a:pt x="190" y="389"/>
                      <a:pt x="191" y="392"/>
                    </a:cubicBezTo>
                    <a:cubicBezTo>
                      <a:pt x="197" y="389"/>
                      <a:pt x="199" y="381"/>
                      <a:pt x="210" y="381"/>
                    </a:cubicBezTo>
                    <a:cubicBezTo>
                      <a:pt x="219" y="381"/>
                      <a:pt x="224" y="386"/>
                      <a:pt x="231" y="386"/>
                    </a:cubicBezTo>
                    <a:cubicBezTo>
                      <a:pt x="238" y="386"/>
                      <a:pt x="252" y="374"/>
                      <a:pt x="255" y="372"/>
                    </a:cubicBezTo>
                    <a:cubicBezTo>
                      <a:pt x="258" y="370"/>
                      <a:pt x="259" y="369"/>
                      <a:pt x="260" y="367"/>
                    </a:cubicBezTo>
                    <a:cubicBezTo>
                      <a:pt x="264" y="363"/>
                      <a:pt x="270" y="368"/>
                      <a:pt x="275" y="366"/>
                    </a:cubicBezTo>
                    <a:cubicBezTo>
                      <a:pt x="279" y="362"/>
                      <a:pt x="279" y="362"/>
                      <a:pt x="279" y="362"/>
                    </a:cubicBezTo>
                    <a:cubicBezTo>
                      <a:pt x="282" y="362"/>
                      <a:pt x="282" y="362"/>
                      <a:pt x="282" y="362"/>
                    </a:cubicBezTo>
                    <a:cubicBezTo>
                      <a:pt x="285" y="377"/>
                      <a:pt x="294" y="376"/>
                      <a:pt x="305" y="381"/>
                    </a:cubicBezTo>
                    <a:cubicBezTo>
                      <a:pt x="309" y="388"/>
                      <a:pt x="316" y="391"/>
                      <a:pt x="316" y="400"/>
                    </a:cubicBezTo>
                    <a:cubicBezTo>
                      <a:pt x="316" y="417"/>
                      <a:pt x="304" y="418"/>
                      <a:pt x="304" y="434"/>
                    </a:cubicBezTo>
                    <a:cubicBezTo>
                      <a:pt x="304" y="436"/>
                      <a:pt x="305" y="439"/>
                      <a:pt x="306" y="439"/>
                    </a:cubicBezTo>
                    <a:cubicBezTo>
                      <a:pt x="309" y="439"/>
                      <a:pt x="312" y="436"/>
                      <a:pt x="315" y="436"/>
                    </a:cubicBezTo>
                    <a:cubicBezTo>
                      <a:pt x="319" y="436"/>
                      <a:pt x="320" y="449"/>
                      <a:pt x="324" y="450"/>
                    </a:cubicBezTo>
                    <a:cubicBezTo>
                      <a:pt x="324" y="459"/>
                      <a:pt x="330" y="468"/>
                      <a:pt x="338" y="468"/>
                    </a:cubicBezTo>
                    <a:cubicBezTo>
                      <a:pt x="342" y="468"/>
                      <a:pt x="343" y="467"/>
                      <a:pt x="346" y="467"/>
                    </a:cubicBezTo>
                    <a:cubicBezTo>
                      <a:pt x="348" y="467"/>
                      <a:pt x="348" y="467"/>
                      <a:pt x="348" y="467"/>
                    </a:cubicBezTo>
                    <a:cubicBezTo>
                      <a:pt x="348" y="471"/>
                      <a:pt x="350" y="472"/>
                      <a:pt x="351" y="472"/>
                    </a:cubicBezTo>
                    <a:cubicBezTo>
                      <a:pt x="352" y="472"/>
                      <a:pt x="353" y="470"/>
                      <a:pt x="353" y="468"/>
                    </a:cubicBezTo>
                    <a:cubicBezTo>
                      <a:pt x="353" y="464"/>
                      <a:pt x="353" y="461"/>
                      <a:pt x="353" y="457"/>
                    </a:cubicBezTo>
                    <a:cubicBezTo>
                      <a:pt x="353" y="457"/>
                      <a:pt x="363" y="454"/>
                      <a:pt x="365" y="454"/>
                    </a:cubicBezTo>
                    <a:cubicBezTo>
                      <a:pt x="379" y="454"/>
                      <a:pt x="379" y="454"/>
                      <a:pt x="379" y="454"/>
                    </a:cubicBezTo>
                    <a:cubicBezTo>
                      <a:pt x="385" y="457"/>
                      <a:pt x="390" y="448"/>
                      <a:pt x="397" y="448"/>
                    </a:cubicBezTo>
                    <a:cubicBezTo>
                      <a:pt x="404" y="448"/>
                      <a:pt x="408" y="453"/>
                      <a:pt x="416" y="453"/>
                    </a:cubicBezTo>
                    <a:cubicBezTo>
                      <a:pt x="416" y="464"/>
                      <a:pt x="424" y="468"/>
                      <a:pt x="431" y="470"/>
                    </a:cubicBezTo>
                    <a:cubicBezTo>
                      <a:pt x="431" y="470"/>
                      <a:pt x="431" y="470"/>
                      <a:pt x="431" y="470"/>
                    </a:cubicBezTo>
                    <a:cubicBezTo>
                      <a:pt x="439" y="474"/>
                      <a:pt x="444" y="471"/>
                      <a:pt x="452" y="475"/>
                    </a:cubicBezTo>
                    <a:cubicBezTo>
                      <a:pt x="452" y="477"/>
                      <a:pt x="451" y="486"/>
                      <a:pt x="454" y="486"/>
                    </a:cubicBezTo>
                    <a:cubicBezTo>
                      <a:pt x="459" y="486"/>
                      <a:pt x="457" y="480"/>
                      <a:pt x="460" y="477"/>
                    </a:cubicBezTo>
                    <a:cubicBezTo>
                      <a:pt x="463" y="474"/>
                      <a:pt x="472" y="472"/>
                      <a:pt x="476" y="470"/>
                    </a:cubicBezTo>
                    <a:cubicBezTo>
                      <a:pt x="484" y="466"/>
                      <a:pt x="492" y="468"/>
                      <a:pt x="498" y="463"/>
                    </a:cubicBezTo>
                    <a:cubicBezTo>
                      <a:pt x="498" y="463"/>
                      <a:pt x="502" y="455"/>
                      <a:pt x="503" y="455"/>
                    </a:cubicBezTo>
                    <a:cubicBezTo>
                      <a:pt x="507" y="455"/>
                      <a:pt x="510" y="458"/>
                      <a:pt x="514" y="458"/>
                    </a:cubicBezTo>
                    <a:cubicBezTo>
                      <a:pt x="534" y="458"/>
                      <a:pt x="539" y="446"/>
                      <a:pt x="552" y="439"/>
                    </a:cubicBezTo>
                    <a:cubicBezTo>
                      <a:pt x="555" y="437"/>
                      <a:pt x="557" y="435"/>
                      <a:pt x="558" y="431"/>
                    </a:cubicBezTo>
                    <a:cubicBezTo>
                      <a:pt x="569" y="431"/>
                      <a:pt x="572" y="414"/>
                      <a:pt x="576" y="406"/>
                    </a:cubicBezTo>
                    <a:cubicBezTo>
                      <a:pt x="578" y="401"/>
                      <a:pt x="590" y="383"/>
                      <a:pt x="597" y="382"/>
                    </a:cubicBezTo>
                    <a:cubicBezTo>
                      <a:pt x="597" y="372"/>
                      <a:pt x="604" y="368"/>
                      <a:pt x="604" y="355"/>
                    </a:cubicBezTo>
                    <a:cubicBezTo>
                      <a:pt x="604" y="336"/>
                      <a:pt x="599" y="329"/>
                      <a:pt x="591" y="317"/>
                    </a:cubicBezTo>
                    <a:cubicBezTo>
                      <a:pt x="590" y="315"/>
                      <a:pt x="590" y="309"/>
                      <a:pt x="586" y="30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76" name="Freeform 148">
                <a:extLst>
                  <a:ext uri="{FF2B5EF4-FFF2-40B4-BE49-F238E27FC236}">
                    <a16:creationId xmlns:a16="http://schemas.microsoft.com/office/drawing/2014/main" id="{051B20E1-152D-4FA7-B12A-B0F3366005B2}"/>
                  </a:ext>
                </a:extLst>
              </p:cNvPr>
              <p:cNvSpPr/>
              <p:nvPr/>
            </p:nvSpPr>
            <p:spPr bwMode="auto">
              <a:xfrm>
                <a:off x="7369175" y="1395413"/>
                <a:ext cx="58738" cy="25400"/>
              </a:xfrm>
              <a:custGeom>
                <a:avLst/>
                <a:gdLst/>
                <a:ahLst/>
                <a:cxnLst>
                  <a:cxn ang="0">
                    <a:pos x="4" y="19"/>
                  </a:cxn>
                  <a:cxn ang="0">
                    <a:pos x="0" y="14"/>
                  </a:cxn>
                  <a:cxn ang="0">
                    <a:pos x="20" y="0"/>
                  </a:cxn>
                  <a:cxn ang="0">
                    <a:pos x="44" y="11"/>
                  </a:cxn>
                  <a:cxn ang="0">
                    <a:pos x="4" y="19"/>
                  </a:cxn>
                </a:cxnLst>
                <a:rect l="0" t="0" r="r" b="b"/>
                <a:pathLst>
                  <a:path w="44" h="19">
                    <a:moveTo>
                      <a:pt x="4" y="19"/>
                    </a:moveTo>
                    <a:cubicBezTo>
                      <a:pt x="1" y="19"/>
                      <a:pt x="0" y="17"/>
                      <a:pt x="0" y="14"/>
                    </a:cubicBezTo>
                    <a:cubicBezTo>
                      <a:pt x="0" y="8"/>
                      <a:pt x="13" y="0"/>
                      <a:pt x="20" y="0"/>
                    </a:cubicBezTo>
                    <a:cubicBezTo>
                      <a:pt x="27" y="0"/>
                      <a:pt x="44" y="4"/>
                      <a:pt x="44" y="11"/>
                    </a:cubicBezTo>
                    <a:cubicBezTo>
                      <a:pt x="44" y="17"/>
                      <a:pt x="9" y="19"/>
                      <a:pt x="4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77" name="Freeform 149">
                <a:extLst>
                  <a:ext uri="{FF2B5EF4-FFF2-40B4-BE49-F238E27FC236}">
                    <a16:creationId xmlns:a16="http://schemas.microsoft.com/office/drawing/2014/main" id="{89F59738-E7D3-4E85-953E-6F93F67B57EA}"/>
                  </a:ext>
                </a:extLst>
              </p:cNvPr>
              <p:cNvSpPr/>
              <p:nvPr/>
            </p:nvSpPr>
            <p:spPr bwMode="auto">
              <a:xfrm>
                <a:off x="7191375" y="1443038"/>
                <a:ext cx="23813" cy="14288"/>
              </a:xfrm>
              <a:custGeom>
                <a:avLst/>
                <a:gdLst/>
                <a:ahLst/>
                <a:cxnLst>
                  <a:cxn ang="0">
                    <a:pos x="13" y="10"/>
                  </a:cxn>
                  <a:cxn ang="0">
                    <a:pos x="18" y="6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13" y="10"/>
                  </a:cxn>
                </a:cxnLst>
                <a:rect l="0" t="0" r="r" b="b"/>
                <a:pathLst>
                  <a:path w="18" h="10">
                    <a:moveTo>
                      <a:pt x="13" y="10"/>
                    </a:moveTo>
                    <a:cubicBezTo>
                      <a:pt x="15" y="10"/>
                      <a:pt x="18" y="8"/>
                      <a:pt x="18" y="6"/>
                    </a:cubicBezTo>
                    <a:cubicBezTo>
                      <a:pt x="18" y="3"/>
                      <a:pt x="15" y="2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7" y="10"/>
                      <a:pt x="13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78" name="Freeform 150">
                <a:extLst>
                  <a:ext uri="{FF2B5EF4-FFF2-40B4-BE49-F238E27FC236}">
                    <a16:creationId xmlns:a16="http://schemas.microsoft.com/office/drawing/2014/main" id="{0ABA1EE9-0C46-48E2-95EF-906CF58D484E}"/>
                  </a:ext>
                </a:extLst>
              </p:cNvPr>
              <p:cNvSpPr/>
              <p:nvPr/>
            </p:nvSpPr>
            <p:spPr bwMode="auto">
              <a:xfrm>
                <a:off x="6645275" y="1257300"/>
                <a:ext cx="11113" cy="12700"/>
              </a:xfrm>
              <a:custGeom>
                <a:avLst/>
                <a:gdLst/>
                <a:ahLst/>
                <a:cxnLst>
                  <a:cxn ang="0">
                    <a:pos x="8" y="5"/>
                  </a:cxn>
                  <a:cxn ang="0">
                    <a:pos x="3" y="0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8" y="4"/>
                  </a:cxn>
                  <a:cxn ang="0">
                    <a:pos x="6" y="4"/>
                  </a:cxn>
                  <a:cxn ang="0">
                    <a:pos x="8" y="5"/>
                  </a:cxn>
                </a:cxnLst>
                <a:rect l="0" t="0" r="r" b="b"/>
                <a:pathLst>
                  <a:path w="8" h="10">
                    <a:moveTo>
                      <a:pt x="8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2"/>
                      <a:pt x="0" y="4"/>
                      <a:pt x="0" y="7"/>
                    </a:cubicBezTo>
                    <a:cubicBezTo>
                      <a:pt x="0" y="9"/>
                      <a:pt x="1" y="10"/>
                      <a:pt x="3" y="10"/>
                    </a:cubicBezTo>
                    <a:cubicBezTo>
                      <a:pt x="7" y="10"/>
                      <a:pt x="7" y="6"/>
                      <a:pt x="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8" y="5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79" name="Freeform 151">
                <a:extLst>
                  <a:ext uri="{FF2B5EF4-FFF2-40B4-BE49-F238E27FC236}">
                    <a16:creationId xmlns:a16="http://schemas.microsoft.com/office/drawing/2014/main" id="{1F38766C-0E05-4A2C-8401-2F6C2819E6AA}"/>
                  </a:ext>
                </a:extLst>
              </p:cNvPr>
              <p:cNvSpPr/>
              <p:nvPr/>
            </p:nvSpPr>
            <p:spPr bwMode="auto">
              <a:xfrm>
                <a:off x="6249988" y="1300163"/>
                <a:ext cx="26988" cy="15875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0" y="12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0" y="7"/>
                  </a:cxn>
                  <a:cxn ang="0">
                    <a:pos x="17" y="12"/>
                  </a:cxn>
                  <a:cxn ang="0">
                    <a:pos x="20" y="9"/>
                  </a:cxn>
                </a:cxnLst>
                <a:rect l="0" t="0" r="r" b="b"/>
                <a:pathLst>
                  <a:path w="20" h="12">
                    <a:moveTo>
                      <a:pt x="20" y="9"/>
                    </a:moveTo>
                    <a:cubicBezTo>
                      <a:pt x="17" y="11"/>
                      <a:pt x="14" y="12"/>
                      <a:pt x="10" y="12"/>
                    </a:cubicBezTo>
                    <a:cubicBezTo>
                      <a:pt x="5" y="12"/>
                      <a:pt x="0" y="11"/>
                      <a:pt x="0" y="7"/>
                    </a:cubicBezTo>
                    <a:cubicBezTo>
                      <a:pt x="0" y="3"/>
                      <a:pt x="6" y="0"/>
                      <a:pt x="10" y="0"/>
                    </a:cubicBezTo>
                    <a:cubicBezTo>
                      <a:pt x="16" y="0"/>
                      <a:pt x="20" y="2"/>
                      <a:pt x="20" y="7"/>
                    </a:cubicBezTo>
                    <a:cubicBezTo>
                      <a:pt x="20" y="10"/>
                      <a:pt x="18" y="11"/>
                      <a:pt x="17" y="12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0" name="Freeform 152">
                <a:extLst>
                  <a:ext uri="{FF2B5EF4-FFF2-40B4-BE49-F238E27FC236}">
                    <a16:creationId xmlns:a16="http://schemas.microsoft.com/office/drawing/2014/main" id="{9E2C5725-393F-4E83-B133-03CF3497EF37}"/>
                  </a:ext>
                </a:extLst>
              </p:cNvPr>
              <p:cNvSpPr/>
              <p:nvPr/>
            </p:nvSpPr>
            <p:spPr bwMode="auto">
              <a:xfrm>
                <a:off x="6043613" y="1128713"/>
                <a:ext cx="100013" cy="57150"/>
              </a:xfrm>
              <a:custGeom>
                <a:avLst/>
                <a:gdLst/>
                <a:ahLst/>
                <a:cxnLst>
                  <a:cxn ang="0">
                    <a:pos x="6" y="43"/>
                  </a:cxn>
                  <a:cxn ang="0">
                    <a:pos x="0" y="37"/>
                  </a:cxn>
                  <a:cxn ang="0">
                    <a:pos x="8" y="27"/>
                  </a:cxn>
                  <a:cxn ang="0">
                    <a:pos x="39" y="0"/>
                  </a:cxn>
                  <a:cxn ang="0">
                    <a:pos x="45" y="0"/>
                  </a:cxn>
                  <a:cxn ang="0">
                    <a:pos x="44" y="10"/>
                  </a:cxn>
                  <a:cxn ang="0">
                    <a:pos x="52" y="6"/>
                  </a:cxn>
                  <a:cxn ang="0">
                    <a:pos x="76" y="23"/>
                  </a:cxn>
                  <a:cxn ang="0">
                    <a:pos x="45" y="34"/>
                  </a:cxn>
                  <a:cxn ang="0">
                    <a:pos x="30" y="37"/>
                  </a:cxn>
                  <a:cxn ang="0">
                    <a:pos x="6" y="43"/>
                  </a:cxn>
                </a:cxnLst>
                <a:rect l="0" t="0" r="r" b="b"/>
                <a:pathLst>
                  <a:path w="76" h="43">
                    <a:moveTo>
                      <a:pt x="6" y="43"/>
                    </a:moveTo>
                    <a:cubicBezTo>
                      <a:pt x="1" y="43"/>
                      <a:pt x="0" y="41"/>
                      <a:pt x="0" y="37"/>
                    </a:cubicBezTo>
                    <a:cubicBezTo>
                      <a:pt x="0" y="30"/>
                      <a:pt x="5" y="30"/>
                      <a:pt x="8" y="27"/>
                    </a:cubicBezTo>
                    <a:cubicBezTo>
                      <a:pt x="18" y="17"/>
                      <a:pt x="22" y="0"/>
                      <a:pt x="39" y="0"/>
                    </a:cubicBezTo>
                    <a:cubicBezTo>
                      <a:pt x="43" y="0"/>
                      <a:pt x="43" y="0"/>
                      <a:pt x="45" y="0"/>
                    </a:cubicBezTo>
                    <a:cubicBezTo>
                      <a:pt x="45" y="7"/>
                      <a:pt x="47" y="7"/>
                      <a:pt x="44" y="10"/>
                    </a:cubicBezTo>
                    <a:cubicBezTo>
                      <a:pt x="47" y="9"/>
                      <a:pt x="49" y="6"/>
                      <a:pt x="52" y="6"/>
                    </a:cubicBezTo>
                    <a:cubicBezTo>
                      <a:pt x="58" y="6"/>
                      <a:pt x="76" y="17"/>
                      <a:pt x="76" y="23"/>
                    </a:cubicBezTo>
                    <a:cubicBezTo>
                      <a:pt x="76" y="34"/>
                      <a:pt x="53" y="36"/>
                      <a:pt x="45" y="34"/>
                    </a:cubicBezTo>
                    <a:cubicBezTo>
                      <a:pt x="43" y="34"/>
                      <a:pt x="30" y="37"/>
                      <a:pt x="30" y="37"/>
                    </a:cubicBezTo>
                    <a:lnTo>
                      <a:pt x="6" y="4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1" name="Freeform 153">
                <a:extLst>
                  <a:ext uri="{FF2B5EF4-FFF2-40B4-BE49-F238E27FC236}">
                    <a16:creationId xmlns:a16="http://schemas.microsoft.com/office/drawing/2014/main" id="{4CE713F8-204C-4C0A-B75F-B42B0DAA75B9}"/>
                  </a:ext>
                </a:extLst>
              </p:cNvPr>
              <p:cNvSpPr/>
              <p:nvPr/>
            </p:nvSpPr>
            <p:spPr bwMode="auto">
              <a:xfrm>
                <a:off x="5900738" y="1101725"/>
                <a:ext cx="39688" cy="20638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30" y="7"/>
                  </a:cxn>
                  <a:cxn ang="0">
                    <a:pos x="9" y="16"/>
                  </a:cxn>
                  <a:cxn ang="0">
                    <a:pos x="0" y="5"/>
                  </a:cxn>
                  <a:cxn ang="0">
                    <a:pos x="12" y="0"/>
                  </a:cxn>
                </a:cxnLst>
                <a:rect l="0" t="0" r="r" b="b"/>
                <a:pathLst>
                  <a:path w="30" h="16">
                    <a:moveTo>
                      <a:pt x="12" y="0"/>
                    </a:moveTo>
                    <a:cubicBezTo>
                      <a:pt x="14" y="0"/>
                      <a:pt x="26" y="6"/>
                      <a:pt x="30" y="7"/>
                    </a:cubicBezTo>
                    <a:cubicBezTo>
                      <a:pt x="29" y="15"/>
                      <a:pt x="14" y="16"/>
                      <a:pt x="9" y="16"/>
                    </a:cubicBezTo>
                    <a:cubicBezTo>
                      <a:pt x="6" y="16"/>
                      <a:pt x="0" y="9"/>
                      <a:pt x="0" y="5"/>
                    </a:cubicBezTo>
                    <a:cubicBezTo>
                      <a:pt x="0" y="0"/>
                      <a:pt x="9" y="0"/>
                      <a:pt x="1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2" name="Freeform 154">
                <a:extLst>
                  <a:ext uri="{FF2B5EF4-FFF2-40B4-BE49-F238E27FC236}">
                    <a16:creationId xmlns:a16="http://schemas.microsoft.com/office/drawing/2014/main" id="{2A42AA34-DB6D-4D39-A7EC-CFC11F9C5BD5}"/>
                  </a:ext>
                </a:extLst>
              </p:cNvPr>
              <p:cNvSpPr/>
              <p:nvPr/>
            </p:nvSpPr>
            <p:spPr bwMode="auto">
              <a:xfrm>
                <a:off x="5913438" y="1057275"/>
                <a:ext cx="139700" cy="98425"/>
              </a:xfrm>
              <a:custGeom>
                <a:avLst/>
                <a:gdLst/>
                <a:ahLst/>
                <a:cxnLst>
                  <a:cxn ang="0">
                    <a:pos x="99" y="68"/>
                  </a:cxn>
                  <a:cxn ang="0">
                    <a:pos x="90" y="74"/>
                  </a:cxn>
                  <a:cxn ang="0">
                    <a:pos x="41" y="66"/>
                  </a:cxn>
                  <a:cxn ang="0">
                    <a:pos x="17" y="50"/>
                  </a:cxn>
                  <a:cxn ang="0">
                    <a:pos x="50" y="36"/>
                  </a:cxn>
                  <a:cxn ang="0">
                    <a:pos x="32" y="36"/>
                  </a:cxn>
                  <a:cxn ang="0">
                    <a:pos x="0" y="26"/>
                  </a:cxn>
                  <a:cxn ang="0">
                    <a:pos x="46" y="0"/>
                  </a:cxn>
                  <a:cxn ang="0">
                    <a:pos x="72" y="17"/>
                  </a:cxn>
                  <a:cxn ang="0">
                    <a:pos x="67" y="18"/>
                  </a:cxn>
                  <a:cxn ang="0">
                    <a:pos x="67" y="27"/>
                  </a:cxn>
                  <a:cxn ang="0">
                    <a:pos x="59" y="35"/>
                  </a:cxn>
                  <a:cxn ang="0">
                    <a:pos x="68" y="35"/>
                  </a:cxn>
                  <a:cxn ang="0">
                    <a:pos x="81" y="39"/>
                  </a:cxn>
                  <a:cxn ang="0">
                    <a:pos x="90" y="39"/>
                  </a:cxn>
                  <a:cxn ang="0">
                    <a:pos x="105" y="48"/>
                  </a:cxn>
                  <a:cxn ang="0">
                    <a:pos x="101" y="57"/>
                  </a:cxn>
                  <a:cxn ang="0">
                    <a:pos x="92" y="62"/>
                  </a:cxn>
                  <a:cxn ang="0">
                    <a:pos x="99" y="68"/>
                  </a:cxn>
                </a:cxnLst>
                <a:rect l="0" t="0" r="r" b="b"/>
                <a:pathLst>
                  <a:path w="105" h="74">
                    <a:moveTo>
                      <a:pt x="99" y="68"/>
                    </a:moveTo>
                    <a:cubicBezTo>
                      <a:pt x="99" y="72"/>
                      <a:pt x="94" y="74"/>
                      <a:pt x="90" y="74"/>
                    </a:cubicBezTo>
                    <a:cubicBezTo>
                      <a:pt x="71" y="74"/>
                      <a:pt x="57" y="66"/>
                      <a:pt x="41" y="66"/>
                    </a:cubicBezTo>
                    <a:cubicBezTo>
                      <a:pt x="35" y="66"/>
                      <a:pt x="24" y="54"/>
                      <a:pt x="17" y="50"/>
                    </a:cubicBezTo>
                    <a:cubicBezTo>
                      <a:pt x="32" y="46"/>
                      <a:pt x="36" y="41"/>
                      <a:pt x="50" y="36"/>
                    </a:cubicBezTo>
                    <a:cubicBezTo>
                      <a:pt x="46" y="36"/>
                      <a:pt x="35" y="36"/>
                      <a:pt x="32" y="36"/>
                    </a:cubicBezTo>
                    <a:cubicBezTo>
                      <a:pt x="20" y="36"/>
                      <a:pt x="11" y="32"/>
                      <a:pt x="0" y="26"/>
                    </a:cubicBezTo>
                    <a:cubicBezTo>
                      <a:pt x="18" y="21"/>
                      <a:pt x="25" y="0"/>
                      <a:pt x="46" y="0"/>
                    </a:cubicBezTo>
                    <a:cubicBezTo>
                      <a:pt x="58" y="0"/>
                      <a:pt x="65" y="12"/>
                      <a:pt x="72" y="17"/>
                    </a:cubicBezTo>
                    <a:cubicBezTo>
                      <a:pt x="68" y="19"/>
                      <a:pt x="69" y="18"/>
                      <a:pt x="67" y="18"/>
                    </a:cubicBezTo>
                    <a:cubicBezTo>
                      <a:pt x="68" y="23"/>
                      <a:pt x="67" y="24"/>
                      <a:pt x="67" y="27"/>
                    </a:cubicBezTo>
                    <a:cubicBezTo>
                      <a:pt x="67" y="29"/>
                      <a:pt x="62" y="33"/>
                      <a:pt x="59" y="35"/>
                    </a:cubicBezTo>
                    <a:cubicBezTo>
                      <a:pt x="63" y="33"/>
                      <a:pt x="65" y="35"/>
                      <a:pt x="68" y="35"/>
                    </a:cubicBezTo>
                    <a:cubicBezTo>
                      <a:pt x="73" y="35"/>
                      <a:pt x="76" y="39"/>
                      <a:pt x="81" y="39"/>
                    </a:cubicBezTo>
                    <a:cubicBezTo>
                      <a:pt x="84" y="39"/>
                      <a:pt x="87" y="39"/>
                      <a:pt x="90" y="39"/>
                    </a:cubicBezTo>
                    <a:cubicBezTo>
                      <a:pt x="99" y="39"/>
                      <a:pt x="99" y="42"/>
                      <a:pt x="105" y="48"/>
                    </a:cubicBezTo>
                    <a:cubicBezTo>
                      <a:pt x="100" y="51"/>
                      <a:pt x="101" y="52"/>
                      <a:pt x="101" y="57"/>
                    </a:cubicBezTo>
                    <a:cubicBezTo>
                      <a:pt x="101" y="61"/>
                      <a:pt x="95" y="62"/>
                      <a:pt x="92" y="62"/>
                    </a:cubicBezTo>
                    <a:cubicBezTo>
                      <a:pt x="95" y="63"/>
                      <a:pt x="99" y="65"/>
                      <a:pt x="99" y="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3" name="Freeform 155">
                <a:extLst>
                  <a:ext uri="{FF2B5EF4-FFF2-40B4-BE49-F238E27FC236}">
                    <a16:creationId xmlns:a16="http://schemas.microsoft.com/office/drawing/2014/main" id="{44C0ECD4-6A08-429D-AD71-21B95A7074A8}"/>
                  </a:ext>
                </a:extLst>
              </p:cNvPr>
              <p:cNvSpPr/>
              <p:nvPr/>
            </p:nvSpPr>
            <p:spPr bwMode="auto">
              <a:xfrm>
                <a:off x="5973763" y="1212850"/>
                <a:ext cx="17463" cy="12700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5" y="9"/>
                  </a:cxn>
                  <a:cxn ang="0">
                    <a:pos x="0" y="5"/>
                  </a:cxn>
                </a:cxnLst>
                <a:rect l="0" t="0" r="r" b="b"/>
                <a:pathLst>
                  <a:path w="13" h="9">
                    <a:moveTo>
                      <a:pt x="0" y="5"/>
                    </a:moveTo>
                    <a:cubicBezTo>
                      <a:pt x="3" y="3"/>
                      <a:pt x="5" y="1"/>
                      <a:pt x="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6"/>
                      <a:pt x="10" y="9"/>
                      <a:pt x="5" y="9"/>
                    </a:cubicBezTo>
                    <a:cubicBezTo>
                      <a:pt x="2" y="9"/>
                      <a:pt x="1" y="7"/>
                      <a:pt x="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4" name="Freeform 156">
                <a:extLst>
                  <a:ext uri="{FF2B5EF4-FFF2-40B4-BE49-F238E27FC236}">
                    <a16:creationId xmlns:a16="http://schemas.microsoft.com/office/drawing/2014/main" id="{3371C080-84D3-4511-B326-8E94BDE0C128}"/>
                  </a:ext>
                </a:extLst>
              </p:cNvPr>
              <p:cNvSpPr/>
              <p:nvPr/>
            </p:nvSpPr>
            <p:spPr bwMode="auto">
              <a:xfrm>
                <a:off x="5886450" y="1060450"/>
                <a:ext cx="23813" cy="7938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6">
                    <a:moveTo>
                      <a:pt x="18" y="4"/>
                    </a:moveTo>
                    <a:cubicBezTo>
                      <a:pt x="11" y="5"/>
                      <a:pt x="3" y="6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18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5" name="Freeform 157">
                <a:extLst>
                  <a:ext uri="{FF2B5EF4-FFF2-40B4-BE49-F238E27FC236}">
                    <a16:creationId xmlns:a16="http://schemas.microsoft.com/office/drawing/2014/main" id="{3402C3F5-5575-4A0F-9D37-7CD6A735E030}"/>
                  </a:ext>
                </a:extLst>
              </p:cNvPr>
              <p:cNvSpPr/>
              <p:nvPr/>
            </p:nvSpPr>
            <p:spPr bwMode="auto">
              <a:xfrm>
                <a:off x="6162675" y="1173163"/>
                <a:ext cx="20638" cy="9525"/>
              </a:xfrm>
              <a:custGeom>
                <a:avLst/>
                <a:gdLst/>
                <a:ahLst/>
                <a:cxnLst>
                  <a:cxn ang="0">
                    <a:pos x="15" y="1"/>
                  </a:cxn>
                  <a:cxn ang="0">
                    <a:pos x="9" y="7"/>
                  </a:cxn>
                  <a:cxn ang="0">
                    <a:pos x="0" y="2"/>
                  </a:cxn>
                  <a:cxn ang="0">
                    <a:pos x="15" y="1"/>
                  </a:cxn>
                </a:cxnLst>
                <a:rect l="0" t="0" r="r" b="b"/>
                <a:pathLst>
                  <a:path w="15" h="7">
                    <a:moveTo>
                      <a:pt x="15" y="1"/>
                    </a:moveTo>
                    <a:cubicBezTo>
                      <a:pt x="14" y="4"/>
                      <a:pt x="12" y="7"/>
                      <a:pt x="9" y="7"/>
                    </a:cubicBezTo>
                    <a:cubicBezTo>
                      <a:pt x="4" y="7"/>
                      <a:pt x="1" y="4"/>
                      <a:pt x="0" y="2"/>
                    </a:cubicBezTo>
                    <a:cubicBezTo>
                      <a:pt x="9" y="0"/>
                      <a:pt x="11" y="2"/>
                      <a:pt x="1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6" name="Freeform 158">
                <a:extLst>
                  <a:ext uri="{FF2B5EF4-FFF2-40B4-BE49-F238E27FC236}">
                    <a16:creationId xmlns:a16="http://schemas.microsoft.com/office/drawing/2014/main" id="{D1FE5C52-BE97-40E2-B5B5-FF8EEBF1D56F}"/>
                  </a:ext>
                </a:extLst>
              </p:cNvPr>
              <p:cNvSpPr/>
              <p:nvPr/>
            </p:nvSpPr>
            <p:spPr bwMode="auto">
              <a:xfrm>
                <a:off x="5119688" y="1074738"/>
                <a:ext cx="117475" cy="36513"/>
              </a:xfrm>
              <a:custGeom>
                <a:avLst/>
                <a:gdLst/>
                <a:ahLst/>
                <a:cxnLst>
                  <a:cxn ang="0">
                    <a:pos x="76" y="14"/>
                  </a:cxn>
                  <a:cxn ang="0">
                    <a:pos x="58" y="17"/>
                  </a:cxn>
                  <a:cxn ang="0">
                    <a:pos x="49" y="27"/>
                  </a:cxn>
                  <a:cxn ang="0">
                    <a:pos x="44" y="23"/>
                  </a:cxn>
                  <a:cxn ang="0">
                    <a:pos x="44" y="23"/>
                  </a:cxn>
                  <a:cxn ang="0">
                    <a:pos x="32" y="17"/>
                  </a:cxn>
                  <a:cxn ang="0">
                    <a:pos x="41" y="14"/>
                  </a:cxn>
                  <a:cxn ang="0">
                    <a:pos x="33" y="13"/>
                  </a:cxn>
                  <a:cxn ang="0">
                    <a:pos x="40" y="9"/>
                  </a:cxn>
                  <a:cxn ang="0">
                    <a:pos x="30" y="5"/>
                  </a:cxn>
                  <a:cxn ang="0">
                    <a:pos x="10" y="11"/>
                  </a:cxn>
                  <a:cxn ang="0">
                    <a:pos x="0" y="9"/>
                  </a:cxn>
                  <a:cxn ang="0">
                    <a:pos x="34" y="0"/>
                  </a:cxn>
                  <a:cxn ang="0">
                    <a:pos x="60" y="6"/>
                  </a:cxn>
                  <a:cxn ang="0">
                    <a:pos x="76" y="0"/>
                  </a:cxn>
                  <a:cxn ang="0">
                    <a:pos x="89" y="5"/>
                  </a:cxn>
                  <a:cxn ang="0">
                    <a:pos x="78" y="13"/>
                  </a:cxn>
                  <a:cxn ang="0">
                    <a:pos x="73" y="13"/>
                  </a:cxn>
                  <a:cxn ang="0">
                    <a:pos x="73" y="17"/>
                  </a:cxn>
                  <a:cxn ang="0">
                    <a:pos x="76" y="14"/>
                  </a:cxn>
                </a:cxnLst>
                <a:rect l="0" t="0" r="r" b="b"/>
                <a:pathLst>
                  <a:path w="89" h="27">
                    <a:moveTo>
                      <a:pt x="76" y="14"/>
                    </a:moveTo>
                    <a:cubicBezTo>
                      <a:pt x="69" y="19"/>
                      <a:pt x="65" y="13"/>
                      <a:pt x="58" y="17"/>
                    </a:cubicBezTo>
                    <a:cubicBezTo>
                      <a:pt x="54" y="19"/>
                      <a:pt x="53" y="27"/>
                      <a:pt x="49" y="27"/>
                    </a:cubicBezTo>
                    <a:cubicBezTo>
                      <a:pt x="47" y="26"/>
                      <a:pt x="45" y="24"/>
                      <a:pt x="44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38" y="23"/>
                      <a:pt x="33" y="21"/>
                      <a:pt x="32" y="17"/>
                    </a:cubicBezTo>
                    <a:cubicBezTo>
                      <a:pt x="36" y="15"/>
                      <a:pt x="38" y="15"/>
                      <a:pt x="41" y="14"/>
                    </a:cubicBezTo>
                    <a:cubicBezTo>
                      <a:pt x="37" y="14"/>
                      <a:pt x="35" y="13"/>
                      <a:pt x="33" y="13"/>
                    </a:cubicBezTo>
                    <a:cubicBezTo>
                      <a:pt x="36" y="11"/>
                      <a:pt x="38" y="11"/>
                      <a:pt x="40" y="9"/>
                    </a:cubicBezTo>
                    <a:cubicBezTo>
                      <a:pt x="36" y="8"/>
                      <a:pt x="34" y="5"/>
                      <a:pt x="30" y="5"/>
                    </a:cubicBezTo>
                    <a:cubicBezTo>
                      <a:pt x="25" y="5"/>
                      <a:pt x="17" y="11"/>
                      <a:pt x="10" y="11"/>
                    </a:cubicBezTo>
                    <a:cubicBezTo>
                      <a:pt x="7" y="11"/>
                      <a:pt x="4" y="9"/>
                      <a:pt x="0" y="9"/>
                    </a:cubicBezTo>
                    <a:cubicBezTo>
                      <a:pt x="4" y="2"/>
                      <a:pt x="25" y="0"/>
                      <a:pt x="34" y="0"/>
                    </a:cubicBezTo>
                    <a:cubicBezTo>
                      <a:pt x="45" y="0"/>
                      <a:pt x="52" y="6"/>
                      <a:pt x="60" y="6"/>
                    </a:cubicBezTo>
                    <a:cubicBezTo>
                      <a:pt x="67" y="6"/>
                      <a:pt x="70" y="0"/>
                      <a:pt x="76" y="0"/>
                    </a:cubicBezTo>
                    <a:cubicBezTo>
                      <a:pt x="82" y="0"/>
                      <a:pt x="87" y="4"/>
                      <a:pt x="89" y="5"/>
                    </a:cubicBezTo>
                    <a:cubicBezTo>
                      <a:pt x="89" y="13"/>
                      <a:pt x="83" y="9"/>
                      <a:pt x="78" y="13"/>
                    </a:cubicBezTo>
                    <a:cubicBezTo>
                      <a:pt x="76" y="13"/>
                      <a:pt x="75" y="13"/>
                      <a:pt x="73" y="13"/>
                    </a:cubicBezTo>
                    <a:cubicBezTo>
                      <a:pt x="73" y="17"/>
                      <a:pt x="73" y="17"/>
                      <a:pt x="73" y="17"/>
                    </a:cubicBezTo>
                    <a:lnTo>
                      <a:pt x="76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7" name="Freeform 159">
                <a:extLst>
                  <a:ext uri="{FF2B5EF4-FFF2-40B4-BE49-F238E27FC236}">
                    <a16:creationId xmlns:a16="http://schemas.microsoft.com/office/drawing/2014/main" id="{7AE7865A-052A-4E95-9554-FBEC8CF63B6A}"/>
                  </a:ext>
                </a:extLst>
              </p:cNvPr>
              <p:cNvSpPr/>
              <p:nvPr/>
            </p:nvSpPr>
            <p:spPr bwMode="auto">
              <a:xfrm>
                <a:off x="5427663" y="1052513"/>
                <a:ext cx="41275" cy="26988"/>
              </a:xfrm>
              <a:custGeom>
                <a:avLst/>
                <a:gdLst/>
                <a:ahLst/>
                <a:cxnLst>
                  <a:cxn ang="0">
                    <a:pos x="7" y="20"/>
                  </a:cxn>
                  <a:cxn ang="0">
                    <a:pos x="0" y="13"/>
                  </a:cxn>
                  <a:cxn ang="0">
                    <a:pos x="25" y="0"/>
                  </a:cxn>
                  <a:cxn ang="0">
                    <a:pos x="31" y="14"/>
                  </a:cxn>
                  <a:cxn ang="0">
                    <a:pos x="7" y="20"/>
                  </a:cxn>
                </a:cxnLst>
                <a:rect l="0" t="0" r="r" b="b"/>
                <a:pathLst>
                  <a:path w="31" h="20">
                    <a:moveTo>
                      <a:pt x="7" y="20"/>
                    </a:moveTo>
                    <a:cubicBezTo>
                      <a:pt x="2" y="20"/>
                      <a:pt x="0" y="17"/>
                      <a:pt x="0" y="13"/>
                    </a:cubicBezTo>
                    <a:cubicBezTo>
                      <a:pt x="0" y="7"/>
                      <a:pt x="18" y="0"/>
                      <a:pt x="25" y="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28" y="16"/>
                      <a:pt x="11" y="20"/>
                      <a:pt x="7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8" name="Freeform 160">
                <a:extLst>
                  <a:ext uri="{FF2B5EF4-FFF2-40B4-BE49-F238E27FC236}">
                    <a16:creationId xmlns:a16="http://schemas.microsoft.com/office/drawing/2014/main" id="{6208FF93-B260-48C8-B339-C983161F1A24}"/>
                  </a:ext>
                </a:extLst>
              </p:cNvPr>
              <p:cNvSpPr/>
              <p:nvPr/>
            </p:nvSpPr>
            <p:spPr bwMode="auto">
              <a:xfrm>
                <a:off x="5373688" y="1069975"/>
                <a:ext cx="44450" cy="25400"/>
              </a:xfrm>
              <a:custGeom>
                <a:avLst/>
                <a:gdLst/>
                <a:ahLst/>
                <a:cxnLst>
                  <a:cxn ang="0">
                    <a:pos x="33" y="4"/>
                  </a:cxn>
                  <a:cxn ang="0">
                    <a:pos x="33" y="10"/>
                  </a:cxn>
                  <a:cxn ang="0">
                    <a:pos x="22" y="12"/>
                  </a:cxn>
                  <a:cxn ang="0">
                    <a:pos x="24" y="18"/>
                  </a:cxn>
                  <a:cxn ang="0">
                    <a:pos x="0" y="18"/>
                  </a:cxn>
                  <a:cxn ang="0">
                    <a:pos x="9" y="6"/>
                  </a:cxn>
                  <a:cxn ang="0">
                    <a:pos x="9" y="0"/>
                  </a:cxn>
                  <a:cxn ang="0">
                    <a:pos x="23" y="0"/>
                  </a:cxn>
                  <a:cxn ang="0">
                    <a:pos x="19" y="4"/>
                  </a:cxn>
                  <a:cxn ang="0">
                    <a:pos x="33" y="4"/>
                  </a:cxn>
                </a:cxnLst>
                <a:rect l="0" t="0" r="r" b="b"/>
                <a:pathLst>
                  <a:path w="33" h="20">
                    <a:moveTo>
                      <a:pt x="33" y="4"/>
                    </a:moveTo>
                    <a:cubicBezTo>
                      <a:pt x="33" y="8"/>
                      <a:pt x="33" y="8"/>
                      <a:pt x="33" y="10"/>
                    </a:cubicBezTo>
                    <a:cubicBezTo>
                      <a:pt x="30" y="14"/>
                      <a:pt x="26" y="12"/>
                      <a:pt x="22" y="12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9"/>
                      <a:pt x="0" y="20"/>
                      <a:pt x="0" y="18"/>
                    </a:cubicBezTo>
                    <a:cubicBezTo>
                      <a:pt x="0" y="11"/>
                      <a:pt x="3" y="8"/>
                      <a:pt x="9" y="6"/>
                    </a:cubicBezTo>
                    <a:cubicBezTo>
                      <a:pt x="8" y="2"/>
                      <a:pt x="9" y="1"/>
                      <a:pt x="9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2"/>
                      <a:pt x="20" y="4"/>
                      <a:pt x="19" y="4"/>
                    </a:cubicBezTo>
                    <a:cubicBezTo>
                      <a:pt x="22" y="4"/>
                      <a:pt x="29" y="4"/>
                      <a:pt x="33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89" name="Freeform 161">
                <a:extLst>
                  <a:ext uri="{FF2B5EF4-FFF2-40B4-BE49-F238E27FC236}">
                    <a16:creationId xmlns:a16="http://schemas.microsoft.com/office/drawing/2014/main" id="{50CB796D-A47A-4267-8E59-99FC01BCACAF}"/>
                  </a:ext>
                </a:extLst>
              </p:cNvPr>
              <p:cNvSpPr/>
              <p:nvPr/>
            </p:nvSpPr>
            <p:spPr bwMode="auto">
              <a:xfrm>
                <a:off x="5314950" y="1092200"/>
                <a:ext cx="44450" cy="15875"/>
              </a:xfrm>
              <a:custGeom>
                <a:avLst/>
                <a:gdLst/>
                <a:ahLst/>
                <a:cxnLst>
                  <a:cxn ang="0">
                    <a:pos x="20" y="12"/>
                  </a:cxn>
                  <a:cxn ang="0">
                    <a:pos x="11" y="7"/>
                  </a:cxn>
                  <a:cxn ang="0">
                    <a:pos x="4" y="12"/>
                  </a:cxn>
                  <a:cxn ang="0">
                    <a:pos x="0" y="9"/>
                  </a:cxn>
                  <a:cxn ang="0">
                    <a:pos x="22" y="0"/>
                  </a:cxn>
                  <a:cxn ang="0">
                    <a:pos x="34" y="5"/>
                  </a:cxn>
                  <a:cxn ang="0">
                    <a:pos x="20" y="12"/>
                  </a:cxn>
                </a:cxnLst>
                <a:rect l="0" t="0" r="r" b="b"/>
                <a:pathLst>
                  <a:path w="34" h="12">
                    <a:moveTo>
                      <a:pt x="20" y="12"/>
                    </a:moveTo>
                    <a:cubicBezTo>
                      <a:pt x="17" y="12"/>
                      <a:pt x="14" y="7"/>
                      <a:pt x="11" y="7"/>
                    </a:cubicBezTo>
                    <a:cubicBezTo>
                      <a:pt x="10" y="12"/>
                      <a:pt x="8" y="12"/>
                      <a:pt x="4" y="12"/>
                    </a:cubicBezTo>
                    <a:cubicBezTo>
                      <a:pt x="2" y="12"/>
                      <a:pt x="0" y="10"/>
                      <a:pt x="0" y="9"/>
                    </a:cubicBezTo>
                    <a:cubicBezTo>
                      <a:pt x="0" y="2"/>
                      <a:pt x="17" y="0"/>
                      <a:pt x="22" y="0"/>
                    </a:cubicBezTo>
                    <a:cubicBezTo>
                      <a:pt x="28" y="0"/>
                      <a:pt x="32" y="2"/>
                      <a:pt x="34" y="5"/>
                    </a:cubicBezTo>
                    <a:cubicBezTo>
                      <a:pt x="25" y="5"/>
                      <a:pt x="26" y="12"/>
                      <a:pt x="20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0" name="Freeform 162">
                <a:extLst>
                  <a:ext uri="{FF2B5EF4-FFF2-40B4-BE49-F238E27FC236}">
                    <a16:creationId xmlns:a16="http://schemas.microsoft.com/office/drawing/2014/main" id="{424DAF9E-0B76-405A-802C-17AE8C9468EE}"/>
                  </a:ext>
                </a:extLst>
              </p:cNvPr>
              <p:cNvSpPr/>
              <p:nvPr/>
            </p:nvSpPr>
            <p:spPr bwMode="auto">
              <a:xfrm>
                <a:off x="5287963" y="1038225"/>
                <a:ext cx="71438" cy="49213"/>
              </a:xfrm>
              <a:custGeom>
                <a:avLst/>
                <a:gdLst/>
                <a:ahLst/>
                <a:cxnLst>
                  <a:cxn ang="0">
                    <a:pos x="40" y="31"/>
                  </a:cxn>
                  <a:cxn ang="0">
                    <a:pos x="22" y="36"/>
                  </a:cxn>
                  <a:cxn ang="0">
                    <a:pos x="0" y="28"/>
                  </a:cxn>
                  <a:cxn ang="0">
                    <a:pos x="6" y="23"/>
                  </a:cxn>
                  <a:cxn ang="0">
                    <a:pos x="24" y="23"/>
                  </a:cxn>
                  <a:cxn ang="0">
                    <a:pos x="17" y="22"/>
                  </a:cxn>
                  <a:cxn ang="0">
                    <a:pos x="17" y="16"/>
                  </a:cxn>
                  <a:cxn ang="0">
                    <a:pos x="43" y="8"/>
                  </a:cxn>
                  <a:cxn ang="0">
                    <a:pos x="51" y="0"/>
                  </a:cxn>
                  <a:cxn ang="0">
                    <a:pos x="52" y="5"/>
                  </a:cxn>
                  <a:cxn ang="0">
                    <a:pos x="48" y="11"/>
                  </a:cxn>
                  <a:cxn ang="0">
                    <a:pos x="28" y="23"/>
                  </a:cxn>
                  <a:cxn ang="0">
                    <a:pos x="53" y="29"/>
                  </a:cxn>
                  <a:cxn ang="0">
                    <a:pos x="40" y="31"/>
                  </a:cxn>
                </a:cxnLst>
                <a:rect l="0" t="0" r="r" b="b"/>
                <a:pathLst>
                  <a:path w="53" h="36">
                    <a:moveTo>
                      <a:pt x="40" y="31"/>
                    </a:moveTo>
                    <a:cubicBezTo>
                      <a:pt x="34" y="31"/>
                      <a:pt x="27" y="36"/>
                      <a:pt x="22" y="36"/>
                    </a:cubicBezTo>
                    <a:cubicBezTo>
                      <a:pt x="19" y="36"/>
                      <a:pt x="1" y="28"/>
                      <a:pt x="0" y="28"/>
                    </a:cubicBezTo>
                    <a:cubicBezTo>
                      <a:pt x="3" y="26"/>
                      <a:pt x="4" y="25"/>
                      <a:pt x="6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19" y="21"/>
                      <a:pt x="21" y="20"/>
                      <a:pt x="17" y="22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30" y="16"/>
                      <a:pt x="30" y="8"/>
                      <a:pt x="43" y="8"/>
                    </a:cubicBezTo>
                    <a:cubicBezTo>
                      <a:pt x="44" y="4"/>
                      <a:pt x="47" y="0"/>
                      <a:pt x="51" y="0"/>
                    </a:cubicBezTo>
                    <a:cubicBezTo>
                      <a:pt x="52" y="0"/>
                      <a:pt x="52" y="4"/>
                      <a:pt x="52" y="5"/>
                    </a:cubicBezTo>
                    <a:cubicBezTo>
                      <a:pt x="50" y="7"/>
                      <a:pt x="48" y="9"/>
                      <a:pt x="48" y="11"/>
                    </a:cubicBezTo>
                    <a:cubicBezTo>
                      <a:pt x="41" y="16"/>
                      <a:pt x="32" y="18"/>
                      <a:pt x="28" y="23"/>
                    </a:cubicBezTo>
                    <a:cubicBezTo>
                      <a:pt x="40" y="24"/>
                      <a:pt x="43" y="25"/>
                      <a:pt x="53" y="29"/>
                    </a:cubicBezTo>
                    <a:cubicBezTo>
                      <a:pt x="49" y="32"/>
                      <a:pt x="45" y="31"/>
                      <a:pt x="40" y="3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1" name="Freeform 164">
                <a:extLst>
                  <a:ext uri="{FF2B5EF4-FFF2-40B4-BE49-F238E27FC236}">
                    <a16:creationId xmlns:a16="http://schemas.microsoft.com/office/drawing/2014/main" id="{412A3D52-0C10-469B-A501-9BB0BAD8DFC1}"/>
                  </a:ext>
                </a:extLst>
              </p:cNvPr>
              <p:cNvSpPr/>
              <p:nvPr/>
            </p:nvSpPr>
            <p:spPr bwMode="auto">
              <a:xfrm>
                <a:off x="6675438" y="1244600"/>
                <a:ext cx="128588" cy="49213"/>
              </a:xfrm>
              <a:custGeom>
                <a:avLst/>
                <a:gdLst/>
                <a:ahLst/>
                <a:cxnLst>
                  <a:cxn ang="0">
                    <a:pos x="77" y="29"/>
                  </a:cxn>
                  <a:cxn ang="0">
                    <a:pos x="66" y="34"/>
                  </a:cxn>
                  <a:cxn ang="0">
                    <a:pos x="58" y="29"/>
                  </a:cxn>
                  <a:cxn ang="0">
                    <a:pos x="50" y="32"/>
                  </a:cxn>
                  <a:cxn ang="0">
                    <a:pos x="40" y="36"/>
                  </a:cxn>
                  <a:cxn ang="0">
                    <a:pos x="32" y="31"/>
                  </a:cxn>
                  <a:cxn ang="0">
                    <a:pos x="22" y="38"/>
                  </a:cxn>
                  <a:cxn ang="0">
                    <a:pos x="0" y="18"/>
                  </a:cxn>
                  <a:cxn ang="0">
                    <a:pos x="20" y="0"/>
                  </a:cxn>
                  <a:cxn ang="0">
                    <a:pos x="47" y="15"/>
                  </a:cxn>
                  <a:cxn ang="0">
                    <a:pos x="54" y="3"/>
                  </a:cxn>
                  <a:cxn ang="0">
                    <a:pos x="97" y="15"/>
                  </a:cxn>
                  <a:cxn ang="0">
                    <a:pos x="89" y="29"/>
                  </a:cxn>
                  <a:cxn ang="0">
                    <a:pos x="77" y="29"/>
                  </a:cxn>
                </a:cxnLst>
                <a:rect l="0" t="0" r="r" b="b"/>
                <a:pathLst>
                  <a:path w="97" h="38">
                    <a:moveTo>
                      <a:pt x="77" y="29"/>
                    </a:moveTo>
                    <a:cubicBezTo>
                      <a:pt x="74" y="29"/>
                      <a:pt x="72" y="34"/>
                      <a:pt x="66" y="34"/>
                    </a:cubicBezTo>
                    <a:cubicBezTo>
                      <a:pt x="63" y="34"/>
                      <a:pt x="62" y="29"/>
                      <a:pt x="58" y="29"/>
                    </a:cubicBezTo>
                    <a:cubicBezTo>
                      <a:pt x="55" y="29"/>
                      <a:pt x="53" y="32"/>
                      <a:pt x="50" y="32"/>
                    </a:cubicBezTo>
                    <a:cubicBezTo>
                      <a:pt x="47" y="32"/>
                      <a:pt x="44" y="36"/>
                      <a:pt x="40" y="36"/>
                    </a:cubicBezTo>
                    <a:cubicBezTo>
                      <a:pt x="36" y="36"/>
                      <a:pt x="34" y="34"/>
                      <a:pt x="32" y="31"/>
                    </a:cubicBezTo>
                    <a:cubicBezTo>
                      <a:pt x="29" y="34"/>
                      <a:pt x="27" y="38"/>
                      <a:pt x="22" y="38"/>
                    </a:cubicBezTo>
                    <a:cubicBezTo>
                      <a:pt x="11" y="38"/>
                      <a:pt x="0" y="29"/>
                      <a:pt x="0" y="18"/>
                    </a:cubicBezTo>
                    <a:cubicBezTo>
                      <a:pt x="0" y="8"/>
                      <a:pt x="11" y="0"/>
                      <a:pt x="20" y="0"/>
                    </a:cubicBezTo>
                    <a:cubicBezTo>
                      <a:pt x="34" y="0"/>
                      <a:pt x="35" y="15"/>
                      <a:pt x="47" y="15"/>
                    </a:cubicBezTo>
                    <a:cubicBezTo>
                      <a:pt x="47" y="8"/>
                      <a:pt x="49" y="3"/>
                      <a:pt x="54" y="3"/>
                    </a:cubicBezTo>
                    <a:cubicBezTo>
                      <a:pt x="62" y="3"/>
                      <a:pt x="88" y="12"/>
                      <a:pt x="97" y="15"/>
                    </a:cubicBezTo>
                    <a:cubicBezTo>
                      <a:pt x="95" y="21"/>
                      <a:pt x="89" y="26"/>
                      <a:pt x="89" y="29"/>
                    </a:cubicBezTo>
                    <a:lnTo>
                      <a:pt x="77" y="2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2" name="Freeform 165">
                <a:extLst>
                  <a:ext uri="{FF2B5EF4-FFF2-40B4-BE49-F238E27FC236}">
                    <a16:creationId xmlns:a16="http://schemas.microsoft.com/office/drawing/2014/main" id="{AD947E81-FD06-4B41-8A86-2AC48EA2D409}"/>
                  </a:ext>
                </a:extLst>
              </p:cNvPr>
              <p:cNvSpPr/>
              <p:nvPr/>
            </p:nvSpPr>
            <p:spPr bwMode="auto">
              <a:xfrm>
                <a:off x="4924425" y="2252663"/>
                <a:ext cx="34925" cy="17463"/>
              </a:xfrm>
              <a:custGeom>
                <a:avLst/>
                <a:gdLst/>
                <a:ahLst/>
                <a:cxnLst>
                  <a:cxn ang="0">
                    <a:pos x="5" y="13"/>
                  </a:cxn>
                  <a:cxn ang="0">
                    <a:pos x="2" y="11"/>
                  </a:cxn>
                  <a:cxn ang="0">
                    <a:pos x="0" y="9"/>
                  </a:cxn>
                  <a:cxn ang="0">
                    <a:pos x="26" y="0"/>
                  </a:cxn>
                  <a:cxn ang="0">
                    <a:pos x="20" y="4"/>
                  </a:cxn>
                  <a:cxn ang="0">
                    <a:pos x="19" y="8"/>
                  </a:cxn>
                  <a:cxn ang="0">
                    <a:pos x="5" y="13"/>
                  </a:cxn>
                </a:cxnLst>
                <a:rect l="0" t="0" r="r" b="b"/>
                <a:pathLst>
                  <a:path w="26" h="13">
                    <a:moveTo>
                      <a:pt x="5" y="13"/>
                    </a:moveTo>
                    <a:cubicBezTo>
                      <a:pt x="4" y="13"/>
                      <a:pt x="2" y="12"/>
                      <a:pt x="2" y="11"/>
                    </a:cubicBezTo>
                    <a:cubicBezTo>
                      <a:pt x="1" y="11"/>
                      <a:pt x="0" y="9"/>
                      <a:pt x="0" y="9"/>
                    </a:cubicBezTo>
                    <a:cubicBezTo>
                      <a:pt x="7" y="6"/>
                      <a:pt x="18" y="1"/>
                      <a:pt x="26" y="0"/>
                    </a:cubicBezTo>
                    <a:cubicBezTo>
                      <a:pt x="25" y="4"/>
                      <a:pt x="22" y="2"/>
                      <a:pt x="20" y="4"/>
                    </a:cubicBezTo>
                    <a:cubicBezTo>
                      <a:pt x="18" y="4"/>
                      <a:pt x="19" y="7"/>
                      <a:pt x="19" y="8"/>
                    </a:cubicBezTo>
                    <a:cubicBezTo>
                      <a:pt x="18" y="11"/>
                      <a:pt x="9" y="13"/>
                      <a:pt x="5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3" name="Freeform 166">
                <a:extLst>
                  <a:ext uri="{FF2B5EF4-FFF2-40B4-BE49-F238E27FC236}">
                    <a16:creationId xmlns:a16="http://schemas.microsoft.com/office/drawing/2014/main" id="{F96F2DF9-13E1-4077-AA7D-5888C55B04D7}"/>
                  </a:ext>
                </a:extLst>
              </p:cNvPr>
              <p:cNvSpPr/>
              <p:nvPr/>
            </p:nvSpPr>
            <p:spPr bwMode="auto">
              <a:xfrm>
                <a:off x="5183188" y="1463675"/>
                <a:ext cx="34925" cy="25400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1" y="0"/>
                  </a:cxn>
                  <a:cxn ang="0">
                    <a:pos x="26" y="6"/>
                  </a:cxn>
                  <a:cxn ang="0">
                    <a:pos x="26" y="12"/>
                  </a:cxn>
                  <a:cxn ang="0">
                    <a:pos x="8" y="19"/>
                  </a:cxn>
                  <a:cxn ang="0">
                    <a:pos x="0" y="14"/>
                  </a:cxn>
                  <a:cxn ang="0">
                    <a:pos x="5" y="4"/>
                  </a:cxn>
                </a:cxnLst>
                <a:rect l="0" t="0" r="r" b="b"/>
                <a:pathLst>
                  <a:path w="26" h="19">
                    <a:moveTo>
                      <a:pt x="5" y="4"/>
                    </a:moveTo>
                    <a:cubicBezTo>
                      <a:pt x="8" y="4"/>
                      <a:pt x="8" y="0"/>
                      <a:pt x="11" y="0"/>
                    </a:cubicBezTo>
                    <a:cubicBezTo>
                      <a:pt x="17" y="0"/>
                      <a:pt x="20" y="5"/>
                      <a:pt x="26" y="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0" y="15"/>
                      <a:pt x="15" y="19"/>
                      <a:pt x="8" y="19"/>
                    </a:cubicBezTo>
                    <a:cubicBezTo>
                      <a:pt x="2" y="19"/>
                      <a:pt x="0" y="19"/>
                      <a:pt x="0" y="14"/>
                    </a:cubicBezTo>
                    <a:cubicBezTo>
                      <a:pt x="0" y="12"/>
                      <a:pt x="4" y="4"/>
                      <a:pt x="5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4" name="Freeform 167">
                <a:extLst>
                  <a:ext uri="{FF2B5EF4-FFF2-40B4-BE49-F238E27FC236}">
                    <a16:creationId xmlns:a16="http://schemas.microsoft.com/office/drawing/2014/main" id="{33E0A930-567C-4425-B8B6-B28A61AD518F}"/>
                  </a:ext>
                </a:extLst>
              </p:cNvPr>
              <p:cNvSpPr/>
              <p:nvPr/>
            </p:nvSpPr>
            <p:spPr bwMode="auto">
              <a:xfrm>
                <a:off x="5359400" y="1433513"/>
                <a:ext cx="26988" cy="25400"/>
              </a:xfrm>
              <a:custGeom>
                <a:avLst/>
                <a:gdLst/>
                <a:ahLst/>
                <a:cxnLst>
                  <a:cxn ang="0">
                    <a:pos x="21" y="17"/>
                  </a:cxn>
                  <a:cxn ang="0">
                    <a:pos x="15" y="19"/>
                  </a:cxn>
                  <a:cxn ang="0">
                    <a:pos x="0" y="8"/>
                  </a:cxn>
                  <a:cxn ang="0">
                    <a:pos x="21" y="17"/>
                  </a:cxn>
                </a:cxnLst>
                <a:rect l="0" t="0" r="r" b="b"/>
                <a:pathLst>
                  <a:path w="21" h="20">
                    <a:moveTo>
                      <a:pt x="21" y="17"/>
                    </a:moveTo>
                    <a:cubicBezTo>
                      <a:pt x="21" y="20"/>
                      <a:pt x="15" y="19"/>
                      <a:pt x="15" y="19"/>
                    </a:cubicBezTo>
                    <a:cubicBezTo>
                      <a:pt x="10" y="19"/>
                      <a:pt x="0" y="14"/>
                      <a:pt x="0" y="8"/>
                    </a:cubicBezTo>
                    <a:cubicBezTo>
                      <a:pt x="0" y="0"/>
                      <a:pt x="21" y="8"/>
                      <a:pt x="21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5" name="Freeform 168">
                <a:extLst>
                  <a:ext uri="{FF2B5EF4-FFF2-40B4-BE49-F238E27FC236}">
                    <a16:creationId xmlns:a16="http://schemas.microsoft.com/office/drawing/2014/main" id="{71E675EB-14A3-496E-8619-5E4076408D4B}"/>
                  </a:ext>
                </a:extLst>
              </p:cNvPr>
              <p:cNvSpPr/>
              <p:nvPr/>
            </p:nvSpPr>
            <p:spPr bwMode="auto">
              <a:xfrm>
                <a:off x="5549900" y="1338263"/>
                <a:ext cx="25400" cy="17463"/>
              </a:xfrm>
              <a:custGeom>
                <a:avLst/>
                <a:gdLst/>
                <a:ahLst/>
                <a:cxnLst>
                  <a:cxn ang="0">
                    <a:pos x="2" y="13"/>
                  </a:cxn>
                  <a:cxn ang="0">
                    <a:pos x="19" y="8"/>
                  </a:cxn>
                  <a:cxn ang="0">
                    <a:pos x="8" y="0"/>
                  </a:cxn>
                  <a:cxn ang="0">
                    <a:pos x="2" y="9"/>
                  </a:cxn>
                  <a:cxn ang="0">
                    <a:pos x="2" y="13"/>
                  </a:cxn>
                </a:cxnLst>
                <a:rect l="0" t="0" r="r" b="b"/>
                <a:pathLst>
                  <a:path w="19" h="13">
                    <a:moveTo>
                      <a:pt x="2" y="13"/>
                    </a:moveTo>
                    <a:cubicBezTo>
                      <a:pt x="7" y="13"/>
                      <a:pt x="17" y="10"/>
                      <a:pt x="19" y="8"/>
                    </a:cubicBezTo>
                    <a:cubicBezTo>
                      <a:pt x="15" y="5"/>
                      <a:pt x="13" y="0"/>
                      <a:pt x="8" y="0"/>
                    </a:cubicBezTo>
                    <a:cubicBezTo>
                      <a:pt x="4" y="0"/>
                      <a:pt x="2" y="5"/>
                      <a:pt x="2" y="9"/>
                    </a:cubicBezTo>
                    <a:cubicBezTo>
                      <a:pt x="2" y="10"/>
                      <a:pt x="0" y="13"/>
                      <a:pt x="2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6" name="Freeform 169">
                <a:extLst>
                  <a:ext uri="{FF2B5EF4-FFF2-40B4-BE49-F238E27FC236}">
                    <a16:creationId xmlns:a16="http://schemas.microsoft.com/office/drawing/2014/main" id="{D1BE96C7-5576-4E53-B7AB-20C63DF27695}"/>
                  </a:ext>
                </a:extLst>
              </p:cNvPr>
              <p:cNvSpPr/>
              <p:nvPr/>
            </p:nvSpPr>
            <p:spPr bwMode="auto">
              <a:xfrm>
                <a:off x="6727825" y="1320800"/>
                <a:ext cx="53975" cy="22225"/>
              </a:xfrm>
              <a:custGeom>
                <a:avLst/>
                <a:gdLst/>
                <a:ahLst/>
                <a:cxnLst>
                  <a:cxn ang="0">
                    <a:pos x="0" y="13"/>
                  </a:cxn>
                  <a:cxn ang="0">
                    <a:pos x="21" y="0"/>
                  </a:cxn>
                  <a:cxn ang="0">
                    <a:pos x="41" y="17"/>
                  </a:cxn>
                  <a:cxn ang="0">
                    <a:pos x="28" y="17"/>
                  </a:cxn>
                  <a:cxn ang="0">
                    <a:pos x="2" y="11"/>
                  </a:cxn>
                  <a:cxn ang="0">
                    <a:pos x="0" y="13"/>
                  </a:cxn>
                </a:cxnLst>
                <a:rect l="0" t="0" r="r" b="b"/>
                <a:pathLst>
                  <a:path w="41" h="17">
                    <a:moveTo>
                      <a:pt x="0" y="13"/>
                    </a:moveTo>
                    <a:cubicBezTo>
                      <a:pt x="5" y="6"/>
                      <a:pt x="11" y="0"/>
                      <a:pt x="21" y="0"/>
                    </a:cubicBezTo>
                    <a:cubicBezTo>
                      <a:pt x="32" y="0"/>
                      <a:pt x="41" y="7"/>
                      <a:pt x="41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0" y="13"/>
                      <a:pt x="10" y="14"/>
                      <a:pt x="2" y="11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7" name="Freeform 170">
                <a:extLst>
                  <a:ext uri="{FF2B5EF4-FFF2-40B4-BE49-F238E27FC236}">
                    <a16:creationId xmlns:a16="http://schemas.microsoft.com/office/drawing/2014/main" id="{D05D764E-D517-42F5-9675-65EB2D7DB035}"/>
                  </a:ext>
                </a:extLst>
              </p:cNvPr>
              <p:cNvSpPr/>
              <p:nvPr/>
            </p:nvSpPr>
            <p:spPr bwMode="auto">
              <a:xfrm>
                <a:off x="6832600" y="1266825"/>
                <a:ext cx="74613" cy="269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" y="9"/>
                  </a:cxn>
                  <a:cxn ang="0">
                    <a:pos x="56" y="13"/>
                  </a:cxn>
                  <a:cxn ang="0">
                    <a:pos x="37" y="20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56" h="20">
                    <a:moveTo>
                      <a:pt x="0" y="0"/>
                    </a:moveTo>
                    <a:cubicBezTo>
                      <a:pt x="4" y="3"/>
                      <a:pt x="50" y="9"/>
                      <a:pt x="52" y="9"/>
                    </a:cubicBezTo>
                    <a:cubicBezTo>
                      <a:pt x="55" y="9"/>
                      <a:pt x="56" y="11"/>
                      <a:pt x="56" y="13"/>
                    </a:cubicBezTo>
                    <a:cubicBezTo>
                      <a:pt x="56" y="18"/>
                      <a:pt x="44" y="20"/>
                      <a:pt x="37" y="20"/>
                    </a:cubicBezTo>
                    <a:cubicBezTo>
                      <a:pt x="25" y="20"/>
                      <a:pt x="4" y="14"/>
                      <a:pt x="4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  <p:sp>
            <p:nvSpPr>
              <p:cNvPr id="198" name="Freeform 171">
                <a:extLst>
                  <a:ext uri="{FF2B5EF4-FFF2-40B4-BE49-F238E27FC236}">
                    <a16:creationId xmlns:a16="http://schemas.microsoft.com/office/drawing/2014/main" id="{7A4DEC17-AE95-43A3-998C-91A4ACE5A41C}"/>
                  </a:ext>
                </a:extLst>
              </p:cNvPr>
              <p:cNvSpPr/>
              <p:nvPr/>
            </p:nvSpPr>
            <p:spPr bwMode="auto">
              <a:xfrm>
                <a:off x="6726238" y="1303338"/>
                <a:ext cx="15875" cy="17463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5" y="13"/>
                  </a:cxn>
                  <a:cxn ang="0">
                    <a:pos x="0" y="7"/>
                  </a:cxn>
                  <a:cxn ang="0">
                    <a:pos x="12" y="7"/>
                  </a:cxn>
                </a:cxnLst>
                <a:rect l="0" t="0" r="r" b="b"/>
                <a:pathLst>
                  <a:path w="12" h="13">
                    <a:moveTo>
                      <a:pt x="12" y="7"/>
                    </a:moveTo>
                    <a:cubicBezTo>
                      <a:pt x="12" y="11"/>
                      <a:pt x="8" y="13"/>
                      <a:pt x="5" y="13"/>
                    </a:cubicBezTo>
                    <a:cubicBezTo>
                      <a:pt x="0" y="13"/>
                      <a:pt x="0" y="11"/>
                      <a:pt x="0" y="7"/>
                    </a:cubicBezTo>
                    <a:cubicBezTo>
                      <a:pt x="0" y="0"/>
                      <a:pt x="12" y="1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noProof="1"/>
              </a:p>
            </p:txBody>
          </p:sp>
        </p:grpSp>
      </p:grpSp>
      <p:grpSp>
        <p:nvGrpSpPr>
          <p:cNvPr id="199" name="Group 465">
            <a:extLst>
              <a:ext uri="{FF2B5EF4-FFF2-40B4-BE49-F238E27FC236}">
                <a16:creationId xmlns:a16="http://schemas.microsoft.com/office/drawing/2014/main" id="{145E0717-1BE9-412C-9D81-9463010D2025}"/>
              </a:ext>
            </a:extLst>
          </p:cNvPr>
          <p:cNvGrpSpPr>
            <a:grpSpLocks/>
          </p:cNvGrpSpPr>
          <p:nvPr/>
        </p:nvGrpSpPr>
        <p:grpSpPr bwMode="auto">
          <a:xfrm>
            <a:off x="2468563" y="4016375"/>
            <a:ext cx="733425" cy="773113"/>
            <a:chOff x="2055977" y="2917001"/>
            <a:chExt cx="767013" cy="767013"/>
          </a:xfrm>
        </p:grpSpPr>
        <p:sp>
          <p:nvSpPr>
            <p:cNvPr id="200" name="Oval 228">
              <a:extLst>
                <a:ext uri="{FF2B5EF4-FFF2-40B4-BE49-F238E27FC236}">
                  <a16:creationId xmlns:a16="http://schemas.microsoft.com/office/drawing/2014/main" id="{EBF58CAA-E039-42F2-A68C-7D42F2476AA0}"/>
                </a:ext>
              </a:extLst>
            </p:cNvPr>
            <p:cNvSpPr/>
            <p:nvPr/>
          </p:nvSpPr>
          <p:spPr>
            <a:xfrm>
              <a:off x="2055977" y="2917001"/>
              <a:ext cx="767013" cy="767013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noProof="1">
                <a:solidFill>
                  <a:schemeClr val="bg1"/>
                </a:solidFill>
              </a:endParaRPr>
            </a:p>
          </p:txBody>
        </p:sp>
        <p:sp>
          <p:nvSpPr>
            <p:cNvPr id="201" name="Text Placeholder 3">
              <a:extLst>
                <a:ext uri="{FF2B5EF4-FFF2-40B4-BE49-F238E27FC236}">
                  <a16:creationId xmlns:a16="http://schemas.microsoft.com/office/drawing/2014/main" id="{2D92E262-2909-4C3D-9045-B597A27515A0}"/>
                </a:ext>
              </a:extLst>
            </p:cNvPr>
            <p:cNvSpPr txBox="1"/>
            <p:nvPr/>
          </p:nvSpPr>
          <p:spPr>
            <a:xfrm>
              <a:off x="2158909" y="3148523"/>
              <a:ext cx="561148" cy="303970"/>
            </a:xfrm>
            <a:prstGeom prst="rect">
              <a:avLst/>
            </a:prstGeom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50%</a:t>
              </a:r>
            </a:p>
          </p:txBody>
        </p:sp>
      </p:grpSp>
      <p:grpSp>
        <p:nvGrpSpPr>
          <p:cNvPr id="202" name="Group 461">
            <a:extLst>
              <a:ext uri="{FF2B5EF4-FFF2-40B4-BE49-F238E27FC236}">
                <a16:creationId xmlns:a16="http://schemas.microsoft.com/office/drawing/2014/main" id="{CAA982C7-754F-4916-AF2E-653CDC5BA15F}"/>
              </a:ext>
            </a:extLst>
          </p:cNvPr>
          <p:cNvGrpSpPr/>
          <p:nvPr/>
        </p:nvGrpSpPr>
        <p:grpSpPr>
          <a:xfrm>
            <a:off x="1680845" y="2670175"/>
            <a:ext cx="863600" cy="908685"/>
            <a:chOff x="1217540" y="1555314"/>
            <a:chExt cx="902464" cy="902464"/>
          </a:xfrm>
          <a:solidFill>
            <a:schemeClr val="tx1">
              <a:lumMod val="50000"/>
              <a:lumOff val="50000"/>
              <a:alpha val="60000"/>
            </a:schemeClr>
          </a:solidFill>
        </p:grpSpPr>
        <p:sp>
          <p:nvSpPr>
            <p:cNvPr id="203" name="Oval 227">
              <a:extLst>
                <a:ext uri="{FF2B5EF4-FFF2-40B4-BE49-F238E27FC236}">
                  <a16:creationId xmlns:a16="http://schemas.microsoft.com/office/drawing/2014/main" id="{54C4CF39-B70C-41F9-8B4F-2F955571507B}"/>
                </a:ext>
              </a:extLst>
            </p:cNvPr>
            <p:cNvSpPr/>
            <p:nvPr/>
          </p:nvSpPr>
          <p:spPr>
            <a:xfrm>
              <a:off x="1217540" y="1555314"/>
              <a:ext cx="902464" cy="902464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noProof="1">
                <a:solidFill>
                  <a:schemeClr val="bg1"/>
                </a:solidFill>
              </a:endParaRPr>
            </a:p>
          </p:txBody>
        </p:sp>
        <p:sp>
          <p:nvSpPr>
            <p:cNvPr id="204" name="Text Placeholder 3">
              <a:extLst>
                <a:ext uri="{FF2B5EF4-FFF2-40B4-BE49-F238E27FC236}">
                  <a16:creationId xmlns:a16="http://schemas.microsoft.com/office/drawing/2014/main" id="{5C8C495F-7F9F-44C6-87E6-6A96C1CF61AA}"/>
                </a:ext>
              </a:extLst>
            </p:cNvPr>
            <p:cNvSpPr txBox="1"/>
            <p:nvPr/>
          </p:nvSpPr>
          <p:spPr>
            <a:xfrm>
              <a:off x="1388284" y="1853930"/>
              <a:ext cx="560980" cy="305236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</a:p>
          </p:txBody>
        </p:sp>
      </p:grpSp>
      <p:grpSp>
        <p:nvGrpSpPr>
          <p:cNvPr id="205" name="Group 463">
            <a:extLst>
              <a:ext uri="{FF2B5EF4-FFF2-40B4-BE49-F238E27FC236}">
                <a16:creationId xmlns:a16="http://schemas.microsoft.com/office/drawing/2014/main" id="{2B00356F-0490-4C16-9BD2-6F10A28DEB92}"/>
              </a:ext>
            </a:extLst>
          </p:cNvPr>
          <p:cNvGrpSpPr/>
          <p:nvPr/>
        </p:nvGrpSpPr>
        <p:grpSpPr>
          <a:xfrm>
            <a:off x="4777104" y="2733675"/>
            <a:ext cx="1216025" cy="1279525"/>
            <a:chOff x="4315448" y="1515048"/>
            <a:chExt cx="1271285" cy="1271285"/>
          </a:xfrm>
          <a:solidFill>
            <a:schemeClr val="tx1">
              <a:lumMod val="50000"/>
              <a:lumOff val="50000"/>
              <a:alpha val="60000"/>
            </a:schemeClr>
          </a:solidFill>
        </p:grpSpPr>
        <p:sp>
          <p:nvSpPr>
            <p:cNvPr id="206" name="Oval 230">
              <a:extLst>
                <a:ext uri="{FF2B5EF4-FFF2-40B4-BE49-F238E27FC236}">
                  <a16:creationId xmlns:a16="http://schemas.microsoft.com/office/drawing/2014/main" id="{80CFA643-A491-466C-8046-8D77A4F3A00D}"/>
                </a:ext>
              </a:extLst>
            </p:cNvPr>
            <p:cNvSpPr/>
            <p:nvPr/>
          </p:nvSpPr>
          <p:spPr>
            <a:xfrm>
              <a:off x="4315448" y="1515048"/>
              <a:ext cx="1271285" cy="1271285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noProof="1">
                <a:solidFill>
                  <a:schemeClr val="bg1"/>
                </a:solidFill>
              </a:endParaRPr>
            </a:p>
          </p:txBody>
        </p:sp>
        <p:sp>
          <p:nvSpPr>
            <p:cNvPr id="207" name="Text Placeholder 3">
              <a:extLst>
                <a:ext uri="{FF2B5EF4-FFF2-40B4-BE49-F238E27FC236}">
                  <a16:creationId xmlns:a16="http://schemas.microsoft.com/office/drawing/2014/main" id="{8823D70C-F61F-4F20-B9FD-FE26C1CDDFEC}"/>
                </a:ext>
              </a:extLst>
            </p:cNvPr>
            <p:cNvSpPr txBox="1"/>
            <p:nvPr/>
          </p:nvSpPr>
          <p:spPr>
            <a:xfrm>
              <a:off x="4578075" y="1967412"/>
              <a:ext cx="746031" cy="366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90%</a:t>
              </a:r>
            </a:p>
          </p:txBody>
        </p:sp>
      </p:grpSp>
      <p:grpSp>
        <p:nvGrpSpPr>
          <p:cNvPr id="208" name="Group 464">
            <a:extLst>
              <a:ext uri="{FF2B5EF4-FFF2-40B4-BE49-F238E27FC236}">
                <a16:creationId xmlns:a16="http://schemas.microsoft.com/office/drawing/2014/main" id="{710848C7-8D5D-41B5-A63A-238C7947692D}"/>
              </a:ext>
            </a:extLst>
          </p:cNvPr>
          <p:cNvGrpSpPr/>
          <p:nvPr/>
        </p:nvGrpSpPr>
        <p:grpSpPr>
          <a:xfrm>
            <a:off x="3856355" y="3966845"/>
            <a:ext cx="594360" cy="625475"/>
            <a:chOff x="3489577" y="2804611"/>
            <a:chExt cx="621771" cy="621771"/>
          </a:xfrm>
          <a:solidFill>
            <a:schemeClr val="tx1">
              <a:lumMod val="50000"/>
              <a:lumOff val="50000"/>
              <a:alpha val="60000"/>
            </a:schemeClr>
          </a:solidFill>
        </p:grpSpPr>
        <p:sp>
          <p:nvSpPr>
            <p:cNvPr id="209" name="Oval 232">
              <a:extLst>
                <a:ext uri="{FF2B5EF4-FFF2-40B4-BE49-F238E27FC236}">
                  <a16:creationId xmlns:a16="http://schemas.microsoft.com/office/drawing/2014/main" id="{766C1B3E-AEB2-4352-A61D-D848E667D455}"/>
                </a:ext>
              </a:extLst>
            </p:cNvPr>
            <p:cNvSpPr/>
            <p:nvPr/>
          </p:nvSpPr>
          <p:spPr>
            <a:xfrm>
              <a:off x="3489577" y="2804611"/>
              <a:ext cx="621771" cy="62177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noProof="1">
                <a:solidFill>
                  <a:schemeClr val="bg1"/>
                </a:solidFill>
              </a:endParaRPr>
            </a:p>
          </p:txBody>
        </p:sp>
        <p:sp>
          <p:nvSpPr>
            <p:cNvPr id="210" name="Text Placeholder 3">
              <a:extLst>
                <a:ext uri="{FF2B5EF4-FFF2-40B4-BE49-F238E27FC236}">
                  <a16:creationId xmlns:a16="http://schemas.microsoft.com/office/drawing/2014/main" id="{9AA3DD29-C063-4335-B4A4-1CA82B72E5F0}"/>
                </a:ext>
              </a:extLst>
            </p:cNvPr>
            <p:cNvSpPr txBox="1"/>
            <p:nvPr/>
          </p:nvSpPr>
          <p:spPr>
            <a:xfrm>
              <a:off x="3567328" y="2993352"/>
              <a:ext cx="466268" cy="24429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40%</a:t>
              </a:r>
            </a:p>
          </p:txBody>
        </p:sp>
      </p:grpSp>
      <p:sp>
        <p:nvSpPr>
          <p:cNvPr id="212" name="Flowchart: Off-page Connector 63">
            <a:extLst>
              <a:ext uri="{FF2B5EF4-FFF2-40B4-BE49-F238E27FC236}">
                <a16:creationId xmlns:a16="http://schemas.microsoft.com/office/drawing/2014/main" id="{452D67F0-1FF9-4E75-BB32-4B70172650DE}"/>
              </a:ext>
            </a:extLst>
          </p:cNvPr>
          <p:cNvSpPr/>
          <p:nvPr/>
        </p:nvSpPr>
        <p:spPr>
          <a:xfrm>
            <a:off x="7296150" y="2211388"/>
            <a:ext cx="388938" cy="536575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noProof="1"/>
          </a:p>
        </p:txBody>
      </p:sp>
      <p:sp>
        <p:nvSpPr>
          <p:cNvPr id="213" name="Flowchart: Off-page Connector 63">
            <a:extLst>
              <a:ext uri="{FF2B5EF4-FFF2-40B4-BE49-F238E27FC236}">
                <a16:creationId xmlns:a16="http://schemas.microsoft.com/office/drawing/2014/main" id="{25E9BEA7-9245-4D03-988B-0D4236A81386}"/>
              </a:ext>
            </a:extLst>
          </p:cNvPr>
          <p:cNvSpPr/>
          <p:nvPr/>
        </p:nvSpPr>
        <p:spPr>
          <a:xfrm>
            <a:off x="7296150" y="3278188"/>
            <a:ext cx="388938" cy="536575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noProof="1"/>
          </a:p>
        </p:txBody>
      </p:sp>
      <p:sp>
        <p:nvSpPr>
          <p:cNvPr id="214" name="Flowchart: Off-page Connector 63">
            <a:extLst>
              <a:ext uri="{FF2B5EF4-FFF2-40B4-BE49-F238E27FC236}">
                <a16:creationId xmlns:a16="http://schemas.microsoft.com/office/drawing/2014/main" id="{8A20D7AD-3532-4B4E-9799-68DEAADC1D29}"/>
              </a:ext>
            </a:extLst>
          </p:cNvPr>
          <p:cNvSpPr/>
          <p:nvPr/>
        </p:nvSpPr>
        <p:spPr>
          <a:xfrm>
            <a:off x="7310438" y="5327650"/>
            <a:ext cx="388937" cy="536575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noProof="1"/>
          </a:p>
        </p:txBody>
      </p:sp>
      <p:sp>
        <p:nvSpPr>
          <p:cNvPr id="215" name="Flowchart: Off-page Connector 63">
            <a:extLst>
              <a:ext uri="{FF2B5EF4-FFF2-40B4-BE49-F238E27FC236}">
                <a16:creationId xmlns:a16="http://schemas.microsoft.com/office/drawing/2014/main" id="{2690CD94-AE22-487F-88AF-DBE23D7FF957}"/>
              </a:ext>
            </a:extLst>
          </p:cNvPr>
          <p:cNvSpPr/>
          <p:nvPr/>
        </p:nvSpPr>
        <p:spPr>
          <a:xfrm>
            <a:off x="7296150" y="4260850"/>
            <a:ext cx="388938" cy="536575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noProof="1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FC159478-10F7-4563-9539-7FF1EF33D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0350" y="4259263"/>
            <a:ext cx="2995613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/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单击请添加文案   单击请添加文案</a:t>
            </a: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单击请添加文案   单击请添加文案</a:t>
            </a:r>
          </a:p>
          <a:p>
            <a:endParaRPr lang="zh-CN" altLang="en-US"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BF0FA939-3A1B-47EF-89F4-A4D7FE938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938" y="5327650"/>
            <a:ext cx="2995612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/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单击请添加文案   单击请添加文案</a:t>
            </a: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单击请添加文案   单击请添加文案</a:t>
            </a:r>
          </a:p>
          <a:p>
            <a:endParaRPr lang="zh-CN" altLang="en-US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8F7F38E0-6F38-451B-BC47-BD4AC82EC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938" y="3278188"/>
            <a:ext cx="2995612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/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单击请添加文案   单击请添加文案</a:t>
            </a: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单击请添加文案   单击请添加文案</a:t>
            </a:r>
          </a:p>
          <a:p>
            <a:endParaRPr lang="zh-CN" altLang="en-US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C894CDA6-70C5-4D48-A1AA-4A768B007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938" y="2138363"/>
            <a:ext cx="2995612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/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单击请添加文案   单击请添加文案</a:t>
            </a: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单击请添加文案   单击请添加文案</a:t>
            </a:r>
          </a:p>
          <a:p>
            <a:endParaRPr lang="zh-CN" altLang="en-US"/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2C861521-F76C-4FBC-871B-F534EFF7D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313" y="5835650"/>
            <a:ext cx="32972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/>
              </a:rPr>
              <a:t>Click on add document   Click on add document</a:t>
            </a: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60F90502-7972-4B8C-97BD-D32472489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575" y="4721225"/>
            <a:ext cx="32972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/>
              </a:rPr>
              <a:t>Click on add document   Click on add document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DCAD848D-FF32-430B-8251-B119BE19C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575" y="3757613"/>
            <a:ext cx="32972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/>
              </a:rPr>
              <a:t>Click on add document   Click on add document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6BFAAD03-B73E-4675-92B4-1F3BF7621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413" y="2628900"/>
            <a:ext cx="32972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/>
              </a:rPr>
              <a:t>Click on add document   Click on add document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 bldLvl="0" animBg="1"/>
      <p:bldP spid="213" grpId="0" bldLvl="0" animBg="1"/>
      <p:bldP spid="214" grpId="0" bldLvl="0" animBg="1"/>
      <p:bldP spid="215" grpId="0" bldLvl="0" animBg="1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6885C13-168D-F648-0440-B9C5E7B60313}"/>
              </a:ext>
            </a:extLst>
          </p:cNvPr>
          <p:cNvGrpSpPr/>
          <p:nvPr/>
        </p:nvGrpSpPr>
        <p:grpSpPr>
          <a:xfrm>
            <a:off x="1069975" y="-959841"/>
            <a:ext cx="12842976" cy="9761535"/>
            <a:chOff x="1069975" y="-959841"/>
            <a:chExt cx="12842976" cy="9761535"/>
          </a:xfrm>
        </p:grpSpPr>
        <p:pic>
          <p:nvPicPr>
            <p:cNvPr id="48137" name="Picture 48136" descr="122-吉林大学-img0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82573" y="-959841"/>
              <a:ext cx="11930378" cy="7456485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7FB4672-7DA4-897A-CE4D-68B99DBF158C}"/>
                </a:ext>
              </a:extLst>
            </p:cNvPr>
            <p:cNvSpPr/>
            <p:nvPr/>
          </p:nvSpPr>
          <p:spPr>
            <a:xfrm>
              <a:off x="1069975" y="4193306"/>
              <a:ext cx="12776224" cy="4608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8129" name="Picture 16" descr="https://visualhunt.com/photos/l/3/office-work-desk-computer-workplace-indoor.jpg" hidden="1">
            <a:extLst>
              <a:ext uri="{FF2B5EF4-FFF2-40B4-BE49-F238E27FC236}">
                <a16:creationId xmlns:a16="http://schemas.microsoft.com/office/drawing/2014/main" id="{0E361C68-D6F6-456F-B64F-DA0D62972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35"/>
          <a:stretch>
            <a:fillRect/>
          </a:stretch>
        </p:blipFill>
        <p:spPr bwMode="auto">
          <a:xfrm>
            <a:off x="2003425" y="0"/>
            <a:ext cx="10855325" cy="419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54AB285A-A9C0-4366-89C3-9638481FA3F2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7" name="Notched Right Arrow 4">
            <a:extLst>
              <a:ext uri="{FF2B5EF4-FFF2-40B4-BE49-F238E27FC236}">
                <a16:creationId xmlns:a16="http://schemas.microsoft.com/office/drawing/2014/main" id="{0B0F0D5E-9CA1-4BD6-A00B-BFF90C02D77C}"/>
              </a:ext>
            </a:extLst>
          </p:cNvPr>
          <p:cNvSpPr/>
          <p:nvPr/>
        </p:nvSpPr>
        <p:spPr>
          <a:xfrm>
            <a:off x="2900363" y="3400425"/>
            <a:ext cx="2160587" cy="792163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03104B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buFontTx/>
              <a:buNone/>
              <a:defRPr/>
            </a:pPr>
            <a:r>
              <a:rPr lang="en-GB" sz="2955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Attention</a:t>
            </a:r>
          </a:p>
        </p:txBody>
      </p:sp>
      <p:sp>
        <p:nvSpPr>
          <p:cNvPr id="8" name="Notched Right Arrow 5">
            <a:extLst>
              <a:ext uri="{FF2B5EF4-FFF2-40B4-BE49-F238E27FC236}">
                <a16:creationId xmlns:a16="http://schemas.microsoft.com/office/drawing/2014/main" id="{FDFA4FDA-CE59-447A-8610-EEC9313173C6}"/>
              </a:ext>
            </a:extLst>
          </p:cNvPr>
          <p:cNvSpPr/>
          <p:nvPr/>
        </p:nvSpPr>
        <p:spPr>
          <a:xfrm flipH="1">
            <a:off x="5205413" y="3400425"/>
            <a:ext cx="2143125" cy="79375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bg1">
              <a:lumMod val="65000"/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buFontTx/>
              <a:buNone/>
              <a:defRPr/>
            </a:pPr>
            <a:r>
              <a:rPr lang="en-GB" sz="2955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Interest</a:t>
            </a:r>
          </a:p>
        </p:txBody>
      </p:sp>
      <p:sp>
        <p:nvSpPr>
          <p:cNvPr id="9" name="Notched Right Arrow 6">
            <a:extLst>
              <a:ext uri="{FF2B5EF4-FFF2-40B4-BE49-F238E27FC236}">
                <a16:creationId xmlns:a16="http://schemas.microsoft.com/office/drawing/2014/main" id="{83DBAA37-5D8E-44D1-A1B3-F3BDDBCDF2F2}"/>
              </a:ext>
            </a:extLst>
          </p:cNvPr>
          <p:cNvSpPr/>
          <p:nvPr/>
        </p:nvSpPr>
        <p:spPr>
          <a:xfrm>
            <a:off x="7508875" y="3400425"/>
            <a:ext cx="2160588" cy="792163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03104B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buFontTx/>
              <a:buNone/>
              <a:defRPr/>
            </a:pPr>
            <a:r>
              <a:rPr lang="en-GB" sz="2955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Desire</a:t>
            </a:r>
          </a:p>
        </p:txBody>
      </p:sp>
      <p:sp>
        <p:nvSpPr>
          <p:cNvPr id="10" name="Notched Right Arrow 7">
            <a:extLst>
              <a:ext uri="{FF2B5EF4-FFF2-40B4-BE49-F238E27FC236}">
                <a16:creationId xmlns:a16="http://schemas.microsoft.com/office/drawing/2014/main" id="{7A3D2239-6A61-4484-9D54-EFF64D2E9DA5}"/>
              </a:ext>
            </a:extLst>
          </p:cNvPr>
          <p:cNvSpPr/>
          <p:nvPr/>
        </p:nvSpPr>
        <p:spPr>
          <a:xfrm flipH="1">
            <a:off x="9799638" y="3400425"/>
            <a:ext cx="2174875" cy="792163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bg1">
              <a:lumMod val="65000"/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buFontTx/>
              <a:buNone/>
              <a:defRPr/>
            </a:pPr>
            <a:r>
              <a:rPr lang="en-GB" sz="2955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Action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EC28A8FE-F967-440F-964F-7B6C4C256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763" y="4695825"/>
            <a:ext cx="10821987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  <a:endParaRPr lang="en-US" alt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</a:t>
            </a:r>
            <a:endParaRPr lang="en-US" alt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</a:t>
            </a:r>
            <a:r>
              <a:rPr lang="zh-CN" altLang="en-US" sz="1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</a:p>
        </p:txBody>
      </p:sp>
      <p:sp>
        <p:nvSpPr>
          <p:cNvPr id="48136" name="文本框 94">
            <a:extLst>
              <a:ext uri="{FF2B5EF4-FFF2-40B4-BE49-F238E27FC236}">
                <a16:creationId xmlns:a16="http://schemas.microsoft.com/office/drawing/2014/main" id="{C1F5DC42-7CEF-486F-84C9-0B6FD6DD3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明年工作计划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318BF394-BF5C-4F30-B480-869365171529}"/>
              </a:ext>
            </a:extLst>
          </p:cNvPr>
          <p:cNvSpPr/>
          <p:nvPr/>
        </p:nvSpPr>
        <p:spPr>
          <a:xfrm>
            <a:off x="884238" y="5200650"/>
            <a:ext cx="11306175" cy="16557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222D54-AA34-4A1B-AFE1-45E35A11D502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813E0-7822-46E5-A4FB-273A48500595}"/>
              </a:ext>
            </a:extLst>
          </p:cNvPr>
          <p:cNvSpPr txBox="1"/>
          <p:nvPr/>
        </p:nvSpPr>
        <p:spPr>
          <a:xfrm>
            <a:off x="1231900" y="4394200"/>
            <a:ext cx="668338" cy="319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FontTx/>
              <a:buNone/>
              <a:defRPr/>
            </a:pPr>
            <a:r>
              <a:rPr lang="en-GB" sz="1475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Metal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109987-A22E-48DD-A33D-F7E3AB768478}"/>
              </a:ext>
            </a:extLst>
          </p:cNvPr>
          <p:cNvSpPr txBox="1"/>
          <p:nvPr/>
        </p:nvSpPr>
        <p:spPr>
          <a:xfrm>
            <a:off x="2576513" y="4394200"/>
            <a:ext cx="542925" cy="319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lang="en-US" sz="1475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Iron</a:t>
            </a:r>
            <a:endParaRPr lang="id-ID" sz="1475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Clear Sans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CC66FD-44CC-444E-8043-365A31888ABD}"/>
              </a:ext>
            </a:extLst>
          </p:cNvPr>
          <p:cNvSpPr txBox="1"/>
          <p:nvPr/>
        </p:nvSpPr>
        <p:spPr>
          <a:xfrm>
            <a:off x="3889375" y="4394200"/>
            <a:ext cx="974725" cy="319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FontTx/>
              <a:buNone/>
              <a:defRPr/>
            </a:pPr>
            <a:r>
              <a:rPr lang="en-US" sz="1475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Fertilizer</a:t>
            </a:r>
            <a:endParaRPr lang="id-ID" sz="1475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Clear Sans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04FD4C-219A-49B3-9A4B-1BEA1CFA9697}"/>
              </a:ext>
            </a:extLst>
          </p:cNvPr>
          <p:cNvSpPr txBox="1"/>
          <p:nvPr/>
        </p:nvSpPr>
        <p:spPr>
          <a:xfrm>
            <a:off x="5507038" y="4394200"/>
            <a:ext cx="706437" cy="319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FontTx/>
              <a:buNone/>
              <a:defRPr/>
            </a:pPr>
            <a:r>
              <a:rPr lang="en-US" sz="1475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Wood</a:t>
            </a:r>
            <a:endParaRPr lang="id-ID" sz="1475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Clear Sans" pitchFamily="34" charset="0"/>
              <a:sym typeface="Arial" panose="020B0604020202020204" pitchFamily="34" charset="0"/>
            </a:endParaRPr>
          </a:p>
        </p:txBody>
      </p:sp>
      <p:sp>
        <p:nvSpPr>
          <p:cNvPr id="21" name="Rectangle 35">
            <a:extLst>
              <a:ext uri="{FF2B5EF4-FFF2-40B4-BE49-F238E27FC236}">
                <a16:creationId xmlns:a16="http://schemas.microsoft.com/office/drawing/2014/main" id="{F9E03D0F-EF93-423E-BA52-5A2AE57EF7D7}"/>
              </a:ext>
            </a:extLst>
          </p:cNvPr>
          <p:cNvSpPr/>
          <p:nvPr/>
        </p:nvSpPr>
        <p:spPr bwMode="auto">
          <a:xfrm>
            <a:off x="1236663" y="2971800"/>
            <a:ext cx="541337" cy="317500"/>
          </a:xfrm>
          <a:prstGeom prst="rect">
            <a:avLst/>
          </a:prstGeom>
          <a:noFill/>
          <a:ln>
            <a:noFill/>
          </a:ln>
        </p:spPr>
        <p:txBody>
          <a:bodyPr lIns="40181" tIns="40181" rIns="40181" bIns="40181"/>
          <a:lstStyle/>
          <a:p>
            <a:pPr algn="ctr">
              <a:buFontTx/>
              <a:buNone/>
              <a:defRPr/>
            </a:pPr>
            <a:r>
              <a:rPr lang="en-US" sz="1475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45%</a:t>
            </a:r>
          </a:p>
        </p:txBody>
      </p:sp>
      <p:sp>
        <p:nvSpPr>
          <p:cNvPr id="22" name="Rectangle 35">
            <a:extLst>
              <a:ext uri="{FF2B5EF4-FFF2-40B4-BE49-F238E27FC236}">
                <a16:creationId xmlns:a16="http://schemas.microsoft.com/office/drawing/2014/main" id="{3A8C06E0-3CEF-49B3-8FF8-506793979C94}"/>
              </a:ext>
            </a:extLst>
          </p:cNvPr>
          <p:cNvSpPr/>
          <p:nvPr/>
        </p:nvSpPr>
        <p:spPr bwMode="auto">
          <a:xfrm>
            <a:off x="5519738" y="2446338"/>
            <a:ext cx="550862" cy="317500"/>
          </a:xfrm>
          <a:prstGeom prst="rect">
            <a:avLst/>
          </a:prstGeom>
          <a:noFill/>
          <a:ln>
            <a:noFill/>
          </a:ln>
        </p:spPr>
        <p:txBody>
          <a:bodyPr lIns="40181" tIns="40181" rIns="40181" bIns="40181"/>
          <a:lstStyle/>
          <a:p>
            <a:pPr algn="ctr">
              <a:buFontTx/>
              <a:buNone/>
              <a:defRPr/>
            </a:pPr>
            <a:r>
              <a:rPr lang="en-US" sz="1475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65%</a:t>
            </a:r>
          </a:p>
        </p:txBody>
      </p:sp>
      <p:sp>
        <p:nvSpPr>
          <p:cNvPr id="23" name="Rectangle 35">
            <a:extLst>
              <a:ext uri="{FF2B5EF4-FFF2-40B4-BE49-F238E27FC236}">
                <a16:creationId xmlns:a16="http://schemas.microsoft.com/office/drawing/2014/main" id="{1404F4FE-ECF5-43E5-9FB0-096B83CE0711}"/>
              </a:ext>
            </a:extLst>
          </p:cNvPr>
          <p:cNvSpPr/>
          <p:nvPr/>
        </p:nvSpPr>
        <p:spPr bwMode="auto">
          <a:xfrm>
            <a:off x="4029075" y="2032000"/>
            <a:ext cx="542925" cy="317500"/>
          </a:xfrm>
          <a:prstGeom prst="rect">
            <a:avLst/>
          </a:prstGeom>
          <a:noFill/>
          <a:ln>
            <a:noFill/>
          </a:ln>
        </p:spPr>
        <p:txBody>
          <a:bodyPr lIns="40181" tIns="40181" rIns="40181" bIns="40181"/>
          <a:lstStyle/>
          <a:p>
            <a:pPr algn="ctr">
              <a:buFontTx/>
              <a:buNone/>
              <a:defRPr/>
            </a:pPr>
            <a:r>
              <a:rPr lang="en-US" sz="1475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80%</a:t>
            </a:r>
          </a:p>
        </p:txBody>
      </p:sp>
      <p:sp>
        <p:nvSpPr>
          <p:cNvPr id="24" name="Rectangle 35">
            <a:extLst>
              <a:ext uri="{FF2B5EF4-FFF2-40B4-BE49-F238E27FC236}">
                <a16:creationId xmlns:a16="http://schemas.microsoft.com/office/drawing/2014/main" id="{884C65F4-4815-4FC6-82D3-1586CA67B49A}"/>
              </a:ext>
            </a:extLst>
          </p:cNvPr>
          <p:cNvSpPr/>
          <p:nvPr/>
        </p:nvSpPr>
        <p:spPr bwMode="auto">
          <a:xfrm>
            <a:off x="2546350" y="2411413"/>
            <a:ext cx="558800" cy="317500"/>
          </a:xfrm>
          <a:prstGeom prst="rect">
            <a:avLst/>
          </a:prstGeom>
          <a:noFill/>
          <a:ln>
            <a:noFill/>
          </a:ln>
        </p:spPr>
        <p:txBody>
          <a:bodyPr lIns="40181" tIns="40181" rIns="40181" bIns="40181"/>
          <a:lstStyle/>
          <a:p>
            <a:pPr algn="ctr">
              <a:buFontTx/>
              <a:buNone/>
              <a:defRPr/>
            </a:pPr>
            <a:r>
              <a:rPr lang="en-US" sz="1475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70%</a:t>
            </a:r>
          </a:p>
        </p:txBody>
      </p:sp>
      <p:cxnSp>
        <p:nvCxnSpPr>
          <p:cNvPr id="25" name="Straight Connector 93">
            <a:extLst>
              <a:ext uri="{FF2B5EF4-FFF2-40B4-BE49-F238E27FC236}">
                <a16:creationId xmlns:a16="http://schemas.microsoft.com/office/drawing/2014/main" id="{9E8856A1-6A4E-42B8-B3C8-61B528FF8403}"/>
              </a:ext>
            </a:extLst>
          </p:cNvPr>
          <p:cNvCxnSpPr/>
          <p:nvPr/>
        </p:nvCxnSpPr>
        <p:spPr>
          <a:xfrm>
            <a:off x="820738" y="4303713"/>
            <a:ext cx="5680075" cy="31750"/>
          </a:xfrm>
          <a:prstGeom prst="line">
            <a:avLst/>
          </a:prstGeom>
          <a:ln w="53975" cmpd="tri">
            <a:solidFill>
              <a:srgbClr val="03104B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图: 离页连接符 25">
            <a:extLst>
              <a:ext uri="{FF2B5EF4-FFF2-40B4-BE49-F238E27FC236}">
                <a16:creationId xmlns:a16="http://schemas.microsoft.com/office/drawing/2014/main" id="{55F18DC9-CF26-4498-982E-4D08FF74B48E}"/>
              </a:ext>
            </a:extLst>
          </p:cNvPr>
          <p:cNvSpPr/>
          <p:nvPr/>
        </p:nvSpPr>
        <p:spPr>
          <a:xfrm flipV="1">
            <a:off x="1174750" y="3255963"/>
            <a:ext cx="647700" cy="1079500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7" name="流程图: 离页连接符 26">
            <a:extLst>
              <a:ext uri="{FF2B5EF4-FFF2-40B4-BE49-F238E27FC236}">
                <a16:creationId xmlns:a16="http://schemas.microsoft.com/office/drawing/2014/main" id="{EDDB4A9A-B43D-45A6-AB32-B6C7A3CFAEDD}"/>
              </a:ext>
            </a:extLst>
          </p:cNvPr>
          <p:cNvSpPr/>
          <p:nvPr/>
        </p:nvSpPr>
        <p:spPr>
          <a:xfrm flipV="1">
            <a:off x="2476500" y="2751138"/>
            <a:ext cx="720725" cy="1584325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8" name="流程图: 离页连接符 27">
            <a:extLst>
              <a:ext uri="{FF2B5EF4-FFF2-40B4-BE49-F238E27FC236}">
                <a16:creationId xmlns:a16="http://schemas.microsoft.com/office/drawing/2014/main" id="{3AEB86A7-C750-4BAD-81FA-3E1759DBC5FD}"/>
              </a:ext>
            </a:extLst>
          </p:cNvPr>
          <p:cNvSpPr/>
          <p:nvPr/>
        </p:nvSpPr>
        <p:spPr>
          <a:xfrm flipV="1">
            <a:off x="3916363" y="2319338"/>
            <a:ext cx="792162" cy="2016125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9" name="流程图: 离页连接符 28">
            <a:extLst>
              <a:ext uri="{FF2B5EF4-FFF2-40B4-BE49-F238E27FC236}">
                <a16:creationId xmlns:a16="http://schemas.microsoft.com/office/drawing/2014/main" id="{C820CC80-6759-463D-B254-BF2740BB3E30}"/>
              </a:ext>
            </a:extLst>
          </p:cNvPr>
          <p:cNvSpPr/>
          <p:nvPr/>
        </p:nvSpPr>
        <p:spPr>
          <a:xfrm flipV="1">
            <a:off x="5429250" y="2751138"/>
            <a:ext cx="719138" cy="1584325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BB3B03-F645-4569-B421-3B508C40F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5487988"/>
            <a:ext cx="898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Metal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6D5CAE-1CE4-4ABC-ACDD-B472A069F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175" y="5487988"/>
            <a:ext cx="1303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Fertilizer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324BFB-F1AC-485C-BFD2-EFE61D36D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5487988"/>
            <a:ext cx="701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Iron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F85E47-876E-465E-8E96-DB2AD66B6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8150" y="5487988"/>
            <a:ext cx="909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Wood</a:t>
            </a:r>
          </a:p>
        </p:txBody>
      </p:sp>
      <p:sp>
        <p:nvSpPr>
          <p:cNvPr id="25622" name="矩形 70">
            <a:extLst>
              <a:ext uri="{FF2B5EF4-FFF2-40B4-BE49-F238E27FC236}">
                <a16:creationId xmlns:a16="http://schemas.microsoft.com/office/drawing/2014/main" id="{566F49E3-5228-425D-A986-2466ABAE6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00" y="5884863"/>
            <a:ext cx="20161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25623" name="矩形 71">
            <a:extLst>
              <a:ext uri="{FF2B5EF4-FFF2-40B4-BE49-F238E27FC236}">
                <a16:creationId xmlns:a16="http://schemas.microsoft.com/office/drawing/2014/main" id="{CDFF5F7C-5025-4204-8CA1-D96966BAE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5876925"/>
            <a:ext cx="2016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25624" name="矩形 72">
            <a:extLst>
              <a:ext uri="{FF2B5EF4-FFF2-40B4-BE49-F238E27FC236}">
                <a16:creationId xmlns:a16="http://schemas.microsoft.com/office/drawing/2014/main" id="{1816F722-91F9-4182-8B40-F017786F6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5888038"/>
            <a:ext cx="2016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25625" name="矩形 73">
            <a:extLst>
              <a:ext uri="{FF2B5EF4-FFF2-40B4-BE49-F238E27FC236}">
                <a16:creationId xmlns:a16="http://schemas.microsoft.com/office/drawing/2014/main" id="{AC207FE3-2855-4CF7-801E-A39518CD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9100" y="5878513"/>
            <a:ext cx="2016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</a:t>
            </a:r>
            <a:endParaRPr lang="zh-CN" altLang="en-US"/>
          </a:p>
        </p:txBody>
      </p:sp>
      <p:sp>
        <p:nvSpPr>
          <p:cNvPr id="50201" name="文本框 94">
            <a:extLst>
              <a:ext uri="{FF2B5EF4-FFF2-40B4-BE49-F238E27FC236}">
                <a16:creationId xmlns:a16="http://schemas.microsoft.com/office/drawing/2014/main" id="{7EB3A36D-86C3-4492-B783-9832AFB97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明年工作计划</a:t>
            </a:r>
          </a:p>
        </p:txBody>
      </p:sp>
      <p:pic>
        <p:nvPicPr>
          <p:cNvPr id="50202" name="Picture 50201" descr="122-吉林大学-im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966" y="1384077"/>
            <a:ext cx="5184142" cy="3240088"/>
          </a:xfrm>
          <a:prstGeom prst="rect">
            <a:avLst/>
          </a:prstGeom>
        </p:spPr>
      </p:pic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13" grpId="0"/>
      <p:bldP spid="14" grpId="0"/>
      <p:bldP spid="15" grpId="0"/>
      <p:bldP spid="16" grpId="0"/>
      <p:bldP spid="21" grpId="0"/>
      <p:bldP spid="22" grpId="0"/>
      <p:bldP spid="23" grpId="0"/>
      <p:bldP spid="24" grpId="0"/>
      <p:bldP spid="26" grpId="0" animBg="1"/>
      <p:bldP spid="27" grpId="0" animBg="1"/>
      <p:bldP spid="28" grpId="0" animBg="1"/>
      <p:bldP spid="29" grpId="0" animBg="1"/>
      <p:bldP spid="31" grpId="0"/>
      <p:bldP spid="32" grpId="0"/>
      <p:bldP spid="33" grpId="0"/>
      <p:bldP spid="34" grpId="0"/>
      <p:bldP spid="25622" grpId="0"/>
      <p:bldP spid="25623" grpId="0"/>
      <p:bldP spid="25624" grpId="0"/>
      <p:bldP spid="256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EAF59921-A09A-4892-A80E-3BF090F7FB97}"/>
              </a:ext>
            </a:extLst>
          </p:cNvPr>
          <p:cNvSpPr/>
          <p:nvPr/>
        </p:nvSpPr>
        <p:spPr>
          <a:xfrm rot="5400000">
            <a:off x="1895475" y="-1298575"/>
            <a:ext cx="1095375" cy="3692525"/>
          </a:xfrm>
          <a:prstGeom prst="rect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58" name="Rectangle 35">
            <a:extLst>
              <a:ext uri="{FF2B5EF4-FFF2-40B4-BE49-F238E27FC236}">
                <a16:creationId xmlns:a16="http://schemas.microsoft.com/office/drawing/2014/main" id="{FC38894C-57E8-4958-B2CC-6E56E768334C}"/>
              </a:ext>
            </a:extLst>
          </p:cNvPr>
          <p:cNvSpPr/>
          <p:nvPr/>
        </p:nvSpPr>
        <p:spPr bwMode="auto">
          <a:xfrm>
            <a:off x="1525588" y="4048125"/>
            <a:ext cx="541337" cy="317500"/>
          </a:xfrm>
          <a:prstGeom prst="rect">
            <a:avLst/>
          </a:prstGeom>
          <a:noFill/>
          <a:ln>
            <a:noFill/>
          </a:ln>
        </p:spPr>
        <p:txBody>
          <a:bodyPr lIns="40181" tIns="40181" rIns="40181" bIns="40181"/>
          <a:lstStyle/>
          <a:p>
            <a:pPr algn="ctr">
              <a:buFontTx/>
              <a:buNone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10%</a:t>
            </a:r>
          </a:p>
        </p:txBody>
      </p:sp>
      <p:sp>
        <p:nvSpPr>
          <p:cNvPr id="59" name="Rectangle 35">
            <a:extLst>
              <a:ext uri="{FF2B5EF4-FFF2-40B4-BE49-F238E27FC236}">
                <a16:creationId xmlns:a16="http://schemas.microsoft.com/office/drawing/2014/main" id="{18CBBD39-C88C-430B-A0F3-90EB3683A0AB}"/>
              </a:ext>
            </a:extLst>
          </p:cNvPr>
          <p:cNvSpPr/>
          <p:nvPr/>
        </p:nvSpPr>
        <p:spPr bwMode="auto">
          <a:xfrm>
            <a:off x="5016500" y="3094038"/>
            <a:ext cx="550863" cy="317500"/>
          </a:xfrm>
          <a:prstGeom prst="rect">
            <a:avLst/>
          </a:prstGeom>
          <a:noFill/>
          <a:ln>
            <a:noFill/>
          </a:ln>
        </p:spPr>
        <p:txBody>
          <a:bodyPr lIns="40181" tIns="40181" rIns="40181" bIns="40181"/>
          <a:lstStyle/>
          <a:p>
            <a:pPr algn="ctr">
              <a:buFontTx/>
              <a:buNone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30%</a:t>
            </a:r>
          </a:p>
        </p:txBody>
      </p:sp>
      <p:sp>
        <p:nvSpPr>
          <p:cNvPr id="60" name="Rectangle 35">
            <a:extLst>
              <a:ext uri="{FF2B5EF4-FFF2-40B4-BE49-F238E27FC236}">
                <a16:creationId xmlns:a16="http://schemas.microsoft.com/office/drawing/2014/main" id="{05763BA5-6392-4FDA-BCAE-AE75D7649E59}"/>
              </a:ext>
            </a:extLst>
          </p:cNvPr>
          <p:cNvSpPr/>
          <p:nvPr/>
        </p:nvSpPr>
        <p:spPr bwMode="auto">
          <a:xfrm>
            <a:off x="3870325" y="2247900"/>
            <a:ext cx="542925" cy="317500"/>
          </a:xfrm>
          <a:prstGeom prst="rect">
            <a:avLst/>
          </a:prstGeom>
          <a:noFill/>
          <a:ln>
            <a:noFill/>
          </a:ln>
        </p:spPr>
        <p:txBody>
          <a:bodyPr lIns="40181" tIns="40181" rIns="40181" bIns="40181"/>
          <a:lstStyle/>
          <a:p>
            <a:pPr algn="ctr">
              <a:buFontTx/>
              <a:buNone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40%</a:t>
            </a:r>
          </a:p>
        </p:txBody>
      </p:sp>
      <p:sp>
        <p:nvSpPr>
          <p:cNvPr id="61" name="Rectangle 35">
            <a:extLst>
              <a:ext uri="{FF2B5EF4-FFF2-40B4-BE49-F238E27FC236}">
                <a16:creationId xmlns:a16="http://schemas.microsoft.com/office/drawing/2014/main" id="{21AF528E-EF7B-416C-A873-3D59CAE39ED7}"/>
              </a:ext>
            </a:extLst>
          </p:cNvPr>
          <p:cNvSpPr/>
          <p:nvPr/>
        </p:nvSpPr>
        <p:spPr bwMode="auto">
          <a:xfrm>
            <a:off x="2546350" y="3370263"/>
            <a:ext cx="558800" cy="317500"/>
          </a:xfrm>
          <a:prstGeom prst="rect">
            <a:avLst/>
          </a:prstGeom>
          <a:noFill/>
          <a:ln>
            <a:noFill/>
          </a:ln>
        </p:spPr>
        <p:txBody>
          <a:bodyPr lIns="40181" tIns="40181" rIns="40181" bIns="40181"/>
          <a:lstStyle/>
          <a:p>
            <a:pPr algn="ctr">
              <a:buFontTx/>
              <a:buNone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Clear Sans" pitchFamily="34" charset="0"/>
                <a:sym typeface="Arial" panose="020B0604020202020204" pitchFamily="34" charset="0"/>
              </a:rPr>
              <a:t>20%</a:t>
            </a:r>
          </a:p>
        </p:txBody>
      </p:sp>
      <p:cxnSp>
        <p:nvCxnSpPr>
          <p:cNvPr id="62" name="Straight Connector 93">
            <a:extLst>
              <a:ext uri="{FF2B5EF4-FFF2-40B4-BE49-F238E27FC236}">
                <a16:creationId xmlns:a16="http://schemas.microsoft.com/office/drawing/2014/main" id="{689324C5-8F4D-4029-882F-C76DDED90EF8}"/>
              </a:ext>
            </a:extLst>
          </p:cNvPr>
          <p:cNvCxnSpPr/>
          <p:nvPr/>
        </p:nvCxnSpPr>
        <p:spPr>
          <a:xfrm>
            <a:off x="820738" y="4951413"/>
            <a:ext cx="5680075" cy="31750"/>
          </a:xfrm>
          <a:prstGeom prst="line">
            <a:avLst/>
          </a:prstGeom>
          <a:ln w="53975" cmpd="tri">
            <a:solidFill>
              <a:srgbClr val="03104B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流程图: 离页连接符 62">
            <a:extLst>
              <a:ext uri="{FF2B5EF4-FFF2-40B4-BE49-F238E27FC236}">
                <a16:creationId xmlns:a16="http://schemas.microsoft.com/office/drawing/2014/main" id="{71045CE3-4CC0-44A2-9E2C-179CAB88FC49}"/>
              </a:ext>
            </a:extLst>
          </p:cNvPr>
          <p:cNvSpPr/>
          <p:nvPr/>
        </p:nvSpPr>
        <p:spPr>
          <a:xfrm flipV="1">
            <a:off x="1462088" y="4337050"/>
            <a:ext cx="719137" cy="646113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64" name="流程图: 离页连接符 63">
            <a:extLst>
              <a:ext uri="{FF2B5EF4-FFF2-40B4-BE49-F238E27FC236}">
                <a16:creationId xmlns:a16="http://schemas.microsoft.com/office/drawing/2014/main" id="{A83FB927-15DF-4494-AE58-519D2751A9D1}"/>
              </a:ext>
            </a:extLst>
          </p:cNvPr>
          <p:cNvSpPr/>
          <p:nvPr/>
        </p:nvSpPr>
        <p:spPr>
          <a:xfrm flipV="1">
            <a:off x="2476500" y="3687763"/>
            <a:ext cx="712788" cy="1295400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65" name="流程图: 离页连接符 64">
            <a:extLst>
              <a:ext uri="{FF2B5EF4-FFF2-40B4-BE49-F238E27FC236}">
                <a16:creationId xmlns:a16="http://schemas.microsoft.com/office/drawing/2014/main" id="{7571B73D-7DD5-440F-B5AB-25C2A51E252E}"/>
              </a:ext>
            </a:extLst>
          </p:cNvPr>
          <p:cNvSpPr/>
          <p:nvPr/>
        </p:nvSpPr>
        <p:spPr>
          <a:xfrm flipV="1">
            <a:off x="3692525" y="2536825"/>
            <a:ext cx="857250" cy="2446338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66" name="流程图: 离页连接符 65">
            <a:extLst>
              <a:ext uri="{FF2B5EF4-FFF2-40B4-BE49-F238E27FC236}">
                <a16:creationId xmlns:a16="http://schemas.microsoft.com/office/drawing/2014/main" id="{F18F0A61-EE04-4A21-B164-AD40EC9FCD37}"/>
              </a:ext>
            </a:extLst>
          </p:cNvPr>
          <p:cNvSpPr/>
          <p:nvPr/>
        </p:nvSpPr>
        <p:spPr>
          <a:xfrm flipV="1">
            <a:off x="4845050" y="3400425"/>
            <a:ext cx="792163" cy="1582738"/>
          </a:xfrm>
          <a:prstGeom prst="flowChartOffpageConnector">
            <a:avLst/>
          </a:prstGeom>
          <a:solidFill>
            <a:srgbClr val="031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26637" name="TextBox 66">
            <a:extLst>
              <a:ext uri="{FF2B5EF4-FFF2-40B4-BE49-F238E27FC236}">
                <a16:creationId xmlns:a16="http://schemas.microsoft.com/office/drawing/2014/main" id="{FEC82024-E39E-498A-9653-F36013605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0" y="5089525"/>
            <a:ext cx="9366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第一季度</a:t>
            </a:r>
          </a:p>
        </p:txBody>
      </p:sp>
      <p:sp>
        <p:nvSpPr>
          <p:cNvPr id="26638" name="TextBox 67">
            <a:extLst>
              <a:ext uri="{FF2B5EF4-FFF2-40B4-BE49-F238E27FC236}">
                <a16:creationId xmlns:a16="http://schemas.microsoft.com/office/drawing/2014/main" id="{99C701C8-1B79-41CD-8A27-0D8EF0CC8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563" y="5089525"/>
            <a:ext cx="9366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第二季度</a:t>
            </a:r>
          </a:p>
        </p:txBody>
      </p:sp>
      <p:sp>
        <p:nvSpPr>
          <p:cNvPr id="26639" name="TextBox 68">
            <a:extLst>
              <a:ext uri="{FF2B5EF4-FFF2-40B4-BE49-F238E27FC236}">
                <a16:creationId xmlns:a16="http://schemas.microsoft.com/office/drawing/2014/main" id="{0FCB3FF0-0392-4465-BCCA-316EDBE62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5089525"/>
            <a:ext cx="9350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第三季度</a:t>
            </a:r>
          </a:p>
        </p:txBody>
      </p:sp>
      <p:sp>
        <p:nvSpPr>
          <p:cNvPr id="26640" name="TextBox 69">
            <a:extLst>
              <a:ext uri="{FF2B5EF4-FFF2-40B4-BE49-F238E27FC236}">
                <a16:creationId xmlns:a16="http://schemas.microsoft.com/office/drawing/2014/main" id="{40E49C8E-517F-4A61-AE95-1FAF95E4C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488" y="5089525"/>
            <a:ext cx="9366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第四季度</a:t>
            </a:r>
          </a:p>
        </p:txBody>
      </p:sp>
      <p:sp>
        <p:nvSpPr>
          <p:cNvPr id="71" name="Text Box 10">
            <a:extLst>
              <a:ext uri="{FF2B5EF4-FFF2-40B4-BE49-F238E27FC236}">
                <a16:creationId xmlns:a16="http://schemas.microsoft.com/office/drawing/2014/main" id="{A6B22C19-FF84-42CC-A27A-CF7D29369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3190875"/>
            <a:ext cx="4824412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请替换文字内容，添加相关标题，修改文字内容，也可以直接复制你的内容到此。请替换文字内容，添加相关标题，请替换文字内容，添加相关标题，修改文字内容，也可以直接复制你的内容到此。，</a:t>
            </a:r>
          </a:p>
        </p:txBody>
      </p:sp>
      <p:sp>
        <p:nvSpPr>
          <p:cNvPr id="26642" name="TextBox 71">
            <a:extLst>
              <a:ext uri="{FF2B5EF4-FFF2-40B4-BE49-F238E27FC236}">
                <a16:creationId xmlns:a16="http://schemas.microsoft.com/office/drawing/2014/main" id="{E34FDE59-68A5-4FBD-BD6D-19299A6EB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2176463"/>
            <a:ext cx="12969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31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销售额</a:t>
            </a:r>
          </a:p>
        </p:txBody>
      </p:sp>
      <p:sp>
        <p:nvSpPr>
          <p:cNvPr id="52241" name="文本框 94">
            <a:extLst>
              <a:ext uri="{FF2B5EF4-FFF2-40B4-BE49-F238E27FC236}">
                <a16:creationId xmlns:a16="http://schemas.microsoft.com/office/drawing/2014/main" id="{B518FEE4-AC06-48FC-918F-3D4431374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31775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明年工作计划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3" grpId="0" animBg="1"/>
      <p:bldP spid="64" grpId="0" animBg="1"/>
      <p:bldP spid="65" grpId="0" animBg="1"/>
      <p:bldP spid="66" grpId="0" animBg="1"/>
      <p:bldP spid="26637" grpId="0"/>
      <p:bldP spid="26638" grpId="0"/>
      <p:bldP spid="26639" grpId="0"/>
      <p:bldP spid="26640" grpId="0"/>
      <p:bldP spid="71" grpId="0"/>
      <p:bldP spid="266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122-吉林大学-img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590" y="556691"/>
            <a:ext cx="9995735" cy="624733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EE20937-9FF9-4188-B69E-572A8A4082A0}"/>
              </a:ext>
            </a:extLst>
          </p:cNvPr>
          <p:cNvSpPr/>
          <p:nvPr/>
        </p:nvSpPr>
        <p:spPr>
          <a:xfrm>
            <a:off x="0" y="0"/>
            <a:ext cx="6589713" cy="7223125"/>
          </a:xfrm>
          <a:prstGeom prst="rect">
            <a:avLst/>
          </a:prstGeom>
          <a:solidFill>
            <a:srgbClr val="03104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7" name="矩形 259">
            <a:extLst>
              <a:ext uri="{FF2B5EF4-FFF2-40B4-BE49-F238E27FC236}">
                <a16:creationId xmlns:a16="http://schemas.microsoft.com/office/drawing/2014/main" id="{7E6A4DB5-CAD8-45DF-BCEF-09867532B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2390775"/>
            <a:ext cx="4421187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5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演讲完毕</a:t>
            </a:r>
          </a:p>
          <a:p>
            <a:pPr>
              <a:spcBef>
                <a:spcPct val="20000"/>
              </a:spcBef>
            </a:pPr>
            <a:r>
              <a:rPr lang="zh-CN" altLang="en-US" sz="5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谢谢观看</a:t>
            </a:r>
          </a:p>
        </p:txBody>
      </p:sp>
      <p:sp>
        <p:nvSpPr>
          <p:cNvPr id="8" name="矩形 259">
            <a:extLst>
              <a:ext uri="{FF2B5EF4-FFF2-40B4-BE49-F238E27FC236}">
                <a16:creationId xmlns:a16="http://schemas.microsoft.com/office/drawing/2014/main" id="{8370E450-160F-494E-A6AF-B8CDE8EF4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4251325"/>
            <a:ext cx="39481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8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THANK YOU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7D40B2-0DA3-44F3-A9A5-DF956BCE9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1519238"/>
            <a:ext cx="2265363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762CED-7010-4F01-9EAE-0157B2F0B3AA}"/>
              </a:ext>
            </a:extLst>
          </p:cNvPr>
          <p:cNvSpPr/>
          <p:nvPr/>
        </p:nvSpPr>
        <p:spPr>
          <a:xfrm>
            <a:off x="855663" y="4984750"/>
            <a:ext cx="2624137" cy="4238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3227CD-3252-458B-9FF1-F9BC2ECFA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5040313"/>
            <a:ext cx="1274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257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4829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9401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397375" indent="-7397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</a:rPr>
              <a:t>&lt;END&gt;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4719412-CB26-C4C3-1BB6-5A5EF01EEE8B}"/>
              </a:ext>
            </a:extLst>
          </p:cNvPr>
          <p:cNvGrpSpPr/>
          <p:nvPr/>
        </p:nvGrpSpPr>
        <p:grpSpPr>
          <a:xfrm>
            <a:off x="11572525" y="3204528"/>
            <a:ext cx="1264804" cy="1264800"/>
            <a:chOff x="10948013" y="469740"/>
            <a:chExt cx="882038" cy="882036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4290604-B722-D11D-8D28-F5A15C37C4F2}"/>
                </a:ext>
              </a:extLst>
            </p:cNvPr>
            <p:cNvSpPr/>
            <p:nvPr/>
          </p:nvSpPr>
          <p:spPr>
            <a:xfrm>
              <a:off x="10963889" y="485615"/>
              <a:ext cx="850286" cy="850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Picture 25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48013" y="469740"/>
              <a:ext cx="882038" cy="882038"/>
            </a:xfrm>
            <a:prstGeom prst="rect">
              <a:avLst/>
            </a:prstGeom>
          </p:spPr>
        </p:pic>
      </p:grp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/>
      <p:bldP spid="8" grpId="0"/>
      <p:bldP spid="6" grpId="0"/>
      <p:bldP spid="9" grpId="0" animBg="1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heme/theme1.xml><?xml version="1.0" encoding="utf-8"?>
<a:theme xmlns:a="http://schemas.openxmlformats.org/drawingml/2006/main" name="自定义设计方案">
  <a:themeElements>
    <a:clrScheme name="自定义 606">
      <a:dk1>
        <a:sysClr val="windowText" lastClr="000000"/>
      </a:dk1>
      <a:lt1>
        <a:sysClr val="window" lastClr="FFFFFF"/>
      </a:lt1>
      <a:dk2>
        <a:srgbClr val="2875C0"/>
      </a:dk2>
      <a:lt2>
        <a:srgbClr val="E7E6E6"/>
      </a:lt2>
      <a:accent1>
        <a:srgbClr val="06064C"/>
      </a:accent1>
      <a:accent2>
        <a:srgbClr val="2875C0"/>
      </a:accent2>
      <a:accent3>
        <a:srgbClr val="06064C"/>
      </a:accent3>
      <a:accent4>
        <a:srgbClr val="2875C0"/>
      </a:accent4>
      <a:accent5>
        <a:srgbClr val="06064C"/>
      </a:accent5>
      <a:accent6>
        <a:srgbClr val="2875C0"/>
      </a:accent6>
      <a:hlink>
        <a:srgbClr val="06064C"/>
      </a:hlink>
      <a:folHlink>
        <a:srgbClr val="2875C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606">
      <a:dk1>
        <a:sysClr val="windowText" lastClr="000000"/>
      </a:dk1>
      <a:lt1>
        <a:sysClr val="window" lastClr="FFFFFF"/>
      </a:lt1>
      <a:dk2>
        <a:srgbClr val="2875C0"/>
      </a:dk2>
      <a:lt2>
        <a:srgbClr val="E7E6E6"/>
      </a:lt2>
      <a:accent1>
        <a:srgbClr val="06064C"/>
      </a:accent1>
      <a:accent2>
        <a:srgbClr val="2875C0"/>
      </a:accent2>
      <a:accent3>
        <a:srgbClr val="06064C"/>
      </a:accent3>
      <a:accent4>
        <a:srgbClr val="2875C0"/>
      </a:accent4>
      <a:accent5>
        <a:srgbClr val="06064C"/>
      </a:accent5>
      <a:accent6>
        <a:srgbClr val="2875C0"/>
      </a:accent6>
      <a:hlink>
        <a:srgbClr val="06064C"/>
      </a:hlink>
      <a:folHlink>
        <a:srgbClr val="2875C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2608</Words>
  <Application>Microsoft Office PowerPoint</Application>
  <PresentationFormat>自定义</PresentationFormat>
  <Paragraphs>260</Paragraphs>
  <Slides>25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微软雅黑</vt:lpstr>
      <vt:lpstr>Arial</vt:lpstr>
      <vt:lpstr>Calibri</vt:lpstr>
      <vt:lpstr>Calibri Light</vt:lpstr>
      <vt:lpstr>Impact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24</cp:revision>
  <dcterms:created xsi:type="dcterms:W3CDTF">2017-04-21T15:59:54Z</dcterms:created>
  <dcterms:modified xsi:type="dcterms:W3CDTF">2022-07-03T07:09:28Z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2052-10.1.0.6690</vt:lpwstr>
  </property>
</Properties>
</file>